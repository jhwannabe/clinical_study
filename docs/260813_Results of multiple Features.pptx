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0"/>
  </p:notesMasterIdLst>
  <p:sldIdLst>
    <p:sldId id="256" r:id="rId2"/>
    <p:sldId id="643" r:id="rId3"/>
    <p:sldId id="619" r:id="rId4"/>
    <p:sldId id="618" r:id="rId5"/>
    <p:sldId id="639" r:id="rId6"/>
    <p:sldId id="656" r:id="rId7"/>
    <p:sldId id="657" r:id="rId8"/>
    <p:sldId id="644" r:id="rId9"/>
    <p:sldId id="678" r:id="rId10"/>
    <p:sldId id="648" r:id="rId11"/>
    <p:sldId id="679" r:id="rId12"/>
    <p:sldId id="642" r:id="rId13"/>
    <p:sldId id="680" r:id="rId14"/>
    <p:sldId id="645" r:id="rId15"/>
    <p:sldId id="646" r:id="rId16"/>
    <p:sldId id="662" r:id="rId17"/>
    <p:sldId id="652" r:id="rId18"/>
    <p:sldId id="655" r:id="rId19"/>
    <p:sldId id="677" r:id="rId20"/>
    <p:sldId id="682" r:id="rId21"/>
    <p:sldId id="675" r:id="rId22"/>
    <p:sldId id="487" r:id="rId23"/>
    <p:sldId id="663" r:id="rId24"/>
    <p:sldId id="664" r:id="rId25"/>
    <p:sldId id="665" r:id="rId26"/>
    <p:sldId id="666" r:id="rId27"/>
    <p:sldId id="667" r:id="rId28"/>
    <p:sldId id="668" r:id="rId29"/>
    <p:sldId id="669" r:id="rId30"/>
    <p:sldId id="670" r:id="rId31"/>
    <p:sldId id="671" r:id="rId32"/>
    <p:sldId id="647" r:id="rId33"/>
    <p:sldId id="674" r:id="rId34"/>
    <p:sldId id="673" r:id="rId35"/>
    <p:sldId id="672" r:id="rId36"/>
    <p:sldId id="649" r:id="rId37"/>
    <p:sldId id="650" r:id="rId38"/>
    <p:sldId id="681" r:id="rId39"/>
  </p:sldIdLst>
  <p:sldSz cx="12192000" cy="6858000"/>
  <p:notesSz cx="6858000" cy="9144000"/>
  <p:embeddedFontLst>
    <p:embeddedFont>
      <p:font typeface="KoPub돋움체 Bold" panose="00000800000000000000" pitchFamily="2" charset="-127"/>
      <p:bold r:id="rId41"/>
    </p:embeddedFont>
    <p:embeddedFont>
      <p:font typeface="KoPub돋움체 Medium" panose="00000600000000000000" pitchFamily="2" charset="-127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43"/>
            <p14:sldId id="619"/>
            <p14:sldId id="618"/>
            <p14:sldId id="639"/>
            <p14:sldId id="656"/>
            <p14:sldId id="657"/>
            <p14:sldId id="644"/>
            <p14:sldId id="678"/>
            <p14:sldId id="648"/>
            <p14:sldId id="679"/>
            <p14:sldId id="642"/>
            <p14:sldId id="680"/>
            <p14:sldId id="645"/>
            <p14:sldId id="646"/>
            <p14:sldId id="662"/>
            <p14:sldId id="652"/>
            <p14:sldId id="655"/>
            <p14:sldId id="677"/>
            <p14:sldId id="682"/>
            <p14:sldId id="675"/>
            <p14:sldId id="487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47"/>
            <p14:sldId id="674"/>
            <p14:sldId id="673"/>
            <p14:sldId id="672"/>
            <p14:sldId id="649"/>
            <p14:sldId id="650"/>
            <p14:sldId id="6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commentAuthors" Target="commentAuthors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3T05:07:47.441" v="3159" actId="1076"/>
      <pc:docMkLst>
        <pc:docMk/>
      </pc:docMkLst>
      <pc:sldChg chg="modNotesTx">
        <pc:chgData name="janghoon jun" userId="056a5883350c2f5e" providerId="LiveId" clId="{6DA654A6-03B0-40F7-A259-B276216985A6}" dt="2026-08-12T06:45:59.169" v="2471" actId="20577"/>
        <pc:sldMkLst>
          <pc:docMk/>
          <pc:sldMk cId="0" sldId="256"/>
        </pc:sldMkLst>
      </pc:sldChg>
      <pc:sldChg chg="add">
        <pc:chgData name="janghoon jun" userId="056a5883350c2f5e" providerId="LiveId" clId="{6DA654A6-03B0-40F7-A259-B276216985A6}" dt="2026-08-11T06:56:21.513" v="1987"/>
        <pc:sldMkLst>
          <pc:docMk/>
          <pc:sldMk cId="0" sldId="487"/>
        </pc:sldMkLst>
      </pc:sldChg>
      <pc:sldChg chg="modSp add del mod ord">
        <pc:chgData name="janghoon jun" userId="056a5883350c2f5e" providerId="LiveId" clId="{6DA654A6-03B0-40F7-A259-B276216985A6}" dt="2026-08-12T08:08:49.670" v="2925" actId="20577"/>
        <pc:sldMkLst>
          <pc:docMk/>
          <pc:sldMk cId="1829245646" sldId="618"/>
        </pc:sldMkLst>
        <pc:spChg chg="mod">
          <ac:chgData name="janghoon jun" userId="056a5883350c2f5e" providerId="LiveId" clId="{6DA654A6-03B0-40F7-A259-B276216985A6}" dt="2026-08-11T06:07:00.208" v="1912" actId="20577"/>
          <ac:spMkLst>
            <pc:docMk/>
            <pc:sldMk cId="1829245646" sldId="618"/>
            <ac:spMk id="2" creationId="{10583BFE-B078-9DD0-5E70-CD302E754468}"/>
          </ac:spMkLst>
        </pc:spChg>
        <pc:spChg chg="mod">
          <ac:chgData name="janghoon jun" userId="056a5883350c2f5e" providerId="LiveId" clId="{6DA654A6-03B0-40F7-A259-B276216985A6}" dt="2026-08-11T07:28:17.342" v="2125" actId="27636"/>
          <ac:spMkLst>
            <pc:docMk/>
            <pc:sldMk cId="1829245646" sldId="618"/>
            <ac:spMk id="3" creationId="{82EC716A-D4ED-F5EE-665C-D3BACD5FC59D}"/>
          </ac:spMkLst>
        </pc:spChg>
        <pc:spChg chg="mod">
          <ac:chgData name="janghoon jun" userId="056a5883350c2f5e" providerId="LiveId" clId="{6DA654A6-03B0-40F7-A259-B276216985A6}" dt="2026-08-11T08:08:23.369" v="2240" actId="6549"/>
          <ac:spMkLst>
            <pc:docMk/>
            <pc:sldMk cId="1829245646" sldId="618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8-12T08:08:49.670" v="2925" actId="20577"/>
          <ac:spMkLst>
            <pc:docMk/>
            <pc:sldMk cId="1829245646" sldId="618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8:34.310" v="2247" actId="20577"/>
          <ac:spMkLst>
            <pc:docMk/>
            <pc:sldMk cId="1829245646" sldId="618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8:41.922" v="2252" actId="20577"/>
          <ac:spMkLst>
            <pc:docMk/>
            <pc:sldMk cId="1829245646" sldId="618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8-11T08:09:03.059" v="2259" actId="20577"/>
          <ac:spMkLst>
            <pc:docMk/>
            <pc:sldMk cId="1829245646" sldId="618"/>
            <ac:spMk id="13" creationId="{00000000-0000-0000-0000-000000000000}"/>
          </ac:spMkLst>
        </pc:spChg>
      </pc:sldChg>
      <pc:sldChg chg="delSp modSp mod ord">
        <pc:chgData name="janghoon jun" userId="056a5883350c2f5e" providerId="LiveId" clId="{6DA654A6-03B0-40F7-A259-B276216985A6}" dt="2026-08-12T07:19:55.820" v="2737" actId="20577"/>
        <pc:sldMkLst>
          <pc:docMk/>
          <pc:sldMk cId="1017926003" sldId="619"/>
        </pc:sldMkLst>
        <pc:spChg chg="mod">
          <ac:chgData name="janghoon jun" userId="056a5883350c2f5e" providerId="LiveId" clId="{6DA654A6-03B0-40F7-A259-B276216985A6}" dt="2026-08-11T01:09:23.825" v="989" actId="20577"/>
          <ac:spMkLst>
            <pc:docMk/>
            <pc:sldMk cId="1017926003" sldId="619"/>
            <ac:spMk id="2" creationId="{CE6E9E3E-AFF8-62AC-4EA4-BF05B744AC16}"/>
          </ac:spMkLst>
        </pc:spChg>
        <pc:spChg chg="mod">
          <ac:chgData name="janghoon jun" userId="056a5883350c2f5e" providerId="LiveId" clId="{6DA654A6-03B0-40F7-A259-B276216985A6}" dt="2026-08-12T07:19:55.820" v="2737" actId="20577"/>
          <ac:spMkLst>
            <pc:docMk/>
            <pc:sldMk cId="1017926003" sldId="619"/>
            <ac:spMk id="6" creationId="{E206159C-9527-2D31-7009-C6960E14B76C}"/>
          </ac:spMkLst>
        </pc:spChg>
      </pc:sldChg>
      <pc:sldChg chg="addSp delSp modSp mod">
        <pc:chgData name="janghoon jun" userId="056a5883350c2f5e" providerId="LiveId" clId="{6DA654A6-03B0-40F7-A259-B276216985A6}" dt="2026-08-11T07:10:02.385" v="2122" actId="20577"/>
        <pc:sldMkLst>
          <pc:docMk/>
          <pc:sldMk cId="0" sldId="639"/>
        </pc:sldMkLst>
        <pc:spChg chg="mod">
          <ac:chgData name="janghoon jun" userId="056a5883350c2f5e" providerId="LiveId" clId="{6DA654A6-03B0-40F7-A259-B276216985A6}" dt="2026-08-11T07:10:02.385" v="2122" actId="20577"/>
          <ac:spMkLst>
            <pc:docMk/>
            <pc:sldMk cId="0" sldId="639"/>
            <ac:spMk id="2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9" creationId="{0253F55B-18BD-45DE-AECC-CF26E4F04D68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1" creationId="{1D877127-0733-F07D-6491-3C0F0BB22608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3" creationId="{782A3CE4-38D2-0166-ED38-610E31C2933A}"/>
          </ac:spMkLst>
        </pc:spChg>
        <pc:spChg chg="add mod">
          <ac:chgData name="janghoon jun" userId="056a5883350c2f5e" providerId="LiveId" clId="{6DA654A6-03B0-40F7-A259-B276216985A6}" dt="2026-08-11T02:22:08.634" v="1339" actId="164"/>
          <ac:spMkLst>
            <pc:docMk/>
            <pc:sldMk cId="0" sldId="639"/>
            <ac:spMk id="14" creationId="{2D5146B1-E509-DA31-B0E6-31D308E40D9E}"/>
          </ac:spMkLst>
        </pc:spChg>
        <pc:spChg chg="add mod">
          <ac:chgData name="janghoon jun" userId="056a5883350c2f5e" providerId="LiveId" clId="{6DA654A6-03B0-40F7-A259-B276216985A6}" dt="2026-08-11T02:24:47.684" v="1364" actId="20577"/>
          <ac:spMkLst>
            <pc:docMk/>
            <pc:sldMk cId="0" sldId="639"/>
            <ac:spMk id="15" creationId="{83CECA00-D6CA-E868-B931-159A71CE4FAA}"/>
          </ac:spMkLst>
        </pc:spChg>
        <pc:spChg chg="add mod">
          <ac:chgData name="janghoon jun" userId="056a5883350c2f5e" providerId="LiveId" clId="{6DA654A6-03B0-40F7-A259-B276216985A6}" dt="2026-08-11T02:25:36.883" v="1390" actId="20577"/>
          <ac:spMkLst>
            <pc:docMk/>
            <pc:sldMk cId="0" sldId="639"/>
            <ac:spMk id="16" creationId="{B8EC75BE-A74F-6C65-B8E4-FC2CB5EF0F87}"/>
          </ac:spMkLst>
        </pc:spChg>
        <pc:spChg chg="add mod">
          <ac:chgData name="janghoon jun" userId="056a5883350c2f5e" providerId="LiveId" clId="{6DA654A6-03B0-40F7-A259-B276216985A6}" dt="2026-08-11T02:24:58.546" v="1372" actId="20577"/>
          <ac:spMkLst>
            <pc:docMk/>
            <pc:sldMk cId="0" sldId="639"/>
            <ac:spMk id="17" creationId="{6D2F3726-2002-FD36-FBDB-15555A3E99DA}"/>
          </ac:spMkLst>
        </pc:spChg>
        <pc:spChg chg="add mod">
          <ac:chgData name="janghoon jun" userId="056a5883350c2f5e" providerId="LiveId" clId="{6DA654A6-03B0-40F7-A259-B276216985A6}" dt="2026-08-11T02:25:40.077" v="1392" actId="20577"/>
          <ac:spMkLst>
            <pc:docMk/>
            <pc:sldMk cId="0" sldId="639"/>
            <ac:spMk id="19" creationId="{D023BBC9-3256-9607-822D-2B4FDB8AE003}"/>
          </ac:spMkLst>
        </pc:spChg>
        <pc:spChg chg="add mod">
          <ac:chgData name="janghoon jun" userId="056a5883350c2f5e" providerId="LiveId" clId="{6DA654A6-03B0-40F7-A259-B276216985A6}" dt="2026-08-11T02:24:53.295" v="1368" actId="20577"/>
          <ac:spMkLst>
            <pc:docMk/>
            <pc:sldMk cId="0" sldId="639"/>
            <ac:spMk id="20" creationId="{4453AB73-4C4D-45C4-ABDE-6B22231F0336}"/>
          </ac:spMkLst>
        </pc:spChg>
        <pc:spChg chg="add mod">
          <ac:chgData name="janghoon jun" userId="056a5883350c2f5e" providerId="LiveId" clId="{6DA654A6-03B0-40F7-A259-B276216985A6}" dt="2026-08-11T02:24:55.804" v="1370" actId="20577"/>
          <ac:spMkLst>
            <pc:docMk/>
            <pc:sldMk cId="0" sldId="639"/>
            <ac:spMk id="21" creationId="{D9A03694-4BB5-5613-47C8-E888368FDB74}"/>
          </ac:spMkLst>
        </pc:s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22" creationId="{F2EBF50B-2956-82B9-2636-06EBADD501D7}"/>
          </ac:grpSpMkLst>
        </pc:gr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23" creationId="{19F931D5-6188-D763-D0AD-3CA03B487E0B}"/>
          </ac:grpSpMkLst>
        </pc:grpChg>
        <pc:grpChg chg="add mod">
          <ac:chgData name="janghoon jun" userId="056a5883350c2f5e" providerId="LiveId" clId="{6DA654A6-03B0-40F7-A259-B276216985A6}" dt="2026-08-11T02:25:08.140" v="1375" actId="164"/>
          <ac:grpSpMkLst>
            <pc:docMk/>
            <pc:sldMk cId="0" sldId="639"/>
            <ac:grpSpMk id="33" creationId="{227B7E22-784E-BE62-57A7-A0C3E36AFB9B}"/>
          </ac:grpSpMkLst>
        </pc:grpChg>
        <pc:grpChg chg="add mod">
          <ac:chgData name="janghoon jun" userId="056a5883350c2f5e" providerId="LiveId" clId="{6DA654A6-03B0-40F7-A259-B276216985A6}" dt="2026-08-11T02:25:10.391" v="1376" actId="1076"/>
          <ac:grpSpMkLst>
            <pc:docMk/>
            <pc:sldMk cId="0" sldId="639"/>
            <ac:grpSpMk id="34" creationId="{883B793A-4403-E915-B8D5-23604C94FF76}"/>
          </ac:grpSpMkLst>
        </pc:grp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5" creationId="{41950BF1-4333-A19D-4DE5-5199A6FD933D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6" creationId="{4E9F5CFE-91BB-D86C-659D-0DAA4BC669D9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7" creationId="{AEC12111-5B1F-6C24-4905-13B3193ECA82}"/>
          </ac:cxnSpMkLst>
        </pc:cxnChg>
        <pc:cxnChg chg="add mod">
          <ac:chgData name="janghoon jun" userId="056a5883350c2f5e" providerId="LiveId" clId="{6DA654A6-03B0-40F7-A259-B276216985A6}" dt="2026-08-11T02:24:13.157" v="1360" actId="164"/>
          <ac:cxnSpMkLst>
            <pc:docMk/>
            <pc:sldMk cId="0" sldId="639"/>
            <ac:cxnSpMk id="29" creationId="{13578028-2A6C-2090-34AF-F5FE5C00DDAC}"/>
          </ac:cxnSpMkLst>
        </pc:cxnChg>
      </pc:sldChg>
      <pc:sldChg chg="addSp delSp modSp mod chgLayout">
        <pc:chgData name="janghoon jun" userId="056a5883350c2f5e" providerId="LiveId" clId="{6DA654A6-03B0-40F7-A259-B276216985A6}" dt="2026-08-11T06:32:21.975" v="1952" actId="1076"/>
        <pc:sldMkLst>
          <pc:docMk/>
          <pc:sldMk cId="0" sldId="642"/>
        </pc:sldMkLst>
        <pc:spChg chg="mod ord">
          <ac:chgData name="janghoon jun" userId="056a5883350c2f5e" providerId="LiveId" clId="{6DA654A6-03B0-40F7-A259-B276216985A6}" dt="2026-08-11T05:28:14.646" v="1663" actId="700"/>
          <ac:spMkLst>
            <pc:docMk/>
            <pc:sldMk cId="0" sldId="642"/>
            <ac:spMk id="2" creationId="{00000000-0000-0000-0000-000000000000}"/>
          </ac:spMkLst>
        </pc:spChg>
        <pc:spChg chg="add mod ord">
          <ac:chgData name="janghoon jun" userId="056a5883350c2f5e" providerId="LiveId" clId="{6DA654A6-03B0-40F7-A259-B276216985A6}" dt="2026-08-11T05:28:15.537" v="1664"/>
          <ac:spMkLst>
            <pc:docMk/>
            <pc:sldMk cId="0" sldId="642"/>
            <ac:spMk id="3" creationId="{EBCFF373-5089-FB1F-F514-8914F85B8B37}"/>
          </ac:spMkLst>
        </pc:spChg>
        <pc:spChg chg="mod ord">
          <ac:chgData name="janghoon jun" userId="056a5883350c2f5e" providerId="LiveId" clId="{6DA654A6-03B0-40F7-A259-B276216985A6}" dt="2026-08-11T05:28:14.646" v="1663" actId="700"/>
          <ac:spMkLst>
            <pc:docMk/>
            <pc:sldMk cId="0" sldId="642"/>
            <ac:spMk id="5" creationId="{A2EFD9E8-7DD0-592E-3859-A844DA66AE7C}"/>
          </ac:spMkLst>
        </pc:spChg>
        <pc:picChg chg="add mod">
          <ac:chgData name="janghoon jun" userId="056a5883350c2f5e" providerId="LiveId" clId="{6DA654A6-03B0-40F7-A259-B276216985A6}" dt="2026-08-11T06:32:21.975" v="1952" actId="1076"/>
          <ac:picMkLst>
            <pc:docMk/>
            <pc:sldMk cId="0" sldId="642"/>
            <ac:picMk id="7" creationId="{F6BB4F3E-4005-ED8F-E741-318E5480C4C1}"/>
          </ac:picMkLst>
        </pc:picChg>
      </pc:sldChg>
      <pc:sldChg chg="addSp delSp modSp add mod ord modNotesTx">
        <pc:chgData name="janghoon jun" userId="056a5883350c2f5e" providerId="LiveId" clId="{6DA654A6-03B0-40F7-A259-B276216985A6}" dt="2026-08-12T07:18:45.515" v="2732" actId="20577"/>
        <pc:sldMkLst>
          <pc:docMk/>
          <pc:sldMk cId="4186292439" sldId="643"/>
        </pc:sldMkLst>
        <pc:spChg chg="add mod">
          <ac:chgData name="janghoon jun" userId="056a5883350c2f5e" providerId="LiveId" clId="{6DA654A6-03B0-40F7-A259-B276216985A6}" dt="2026-08-12T07:18:45.515" v="2732" actId="20577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mod">
        <pc:chgData name="janghoon jun" userId="056a5883350c2f5e" providerId="LiveId" clId="{6DA654A6-03B0-40F7-A259-B276216985A6}" dt="2026-08-11T06:24:34.125" v="1948" actId="113"/>
        <pc:sldMkLst>
          <pc:docMk/>
          <pc:sldMk cId="0" sldId="644"/>
        </pc:sldMkLst>
        <pc:spChg chg="add mod">
          <ac:chgData name="janghoon jun" userId="056a5883350c2f5e" providerId="LiveId" clId="{6DA654A6-03B0-40F7-A259-B276216985A6}" dt="2026-08-11T06:24:34.125" v="1948" actId="113"/>
          <ac:spMkLst>
            <pc:docMk/>
            <pc:sldMk cId="0" sldId="644"/>
            <ac:spMk id="6" creationId="{8AA5E23D-DE3F-9EFA-95F6-5441B0BC13B8}"/>
          </ac:spMkLst>
        </pc:spChg>
      </pc:sldChg>
      <pc:sldChg chg="addSp delSp modSp add mod chgLayout">
        <pc:chgData name="janghoon jun" userId="056a5883350c2f5e" providerId="LiveId" clId="{6DA654A6-03B0-40F7-A259-B276216985A6}" dt="2026-08-11T05:49:24.197" v="1790" actId="1076"/>
        <pc:sldMkLst>
          <pc:docMk/>
          <pc:sldMk cId="238947098" sldId="645"/>
        </pc:sldMkLst>
        <pc:spChg chg="mod ord">
          <ac:chgData name="janghoon jun" userId="056a5883350c2f5e" providerId="LiveId" clId="{6DA654A6-03B0-40F7-A259-B276216985A6}" dt="2026-08-11T05:28:33.488" v="1671" actId="700"/>
          <ac:spMkLst>
            <pc:docMk/>
            <pc:sldMk cId="238947098" sldId="645"/>
            <ac:spMk id="2" creationId="{D13306CA-89C7-7F7D-03C5-684FB83AB6FD}"/>
          </ac:spMkLst>
        </pc:spChg>
        <pc:spChg chg="add mod ord">
          <ac:chgData name="janghoon jun" userId="056a5883350c2f5e" providerId="LiveId" clId="{6DA654A6-03B0-40F7-A259-B276216985A6}" dt="2026-08-11T05:28:36.154" v="1673" actId="5793"/>
          <ac:spMkLst>
            <pc:docMk/>
            <pc:sldMk cId="238947098" sldId="645"/>
            <ac:spMk id="3" creationId="{0ACEC089-FE04-C56D-D108-CDE3D287B3C8}"/>
          </ac:spMkLst>
        </pc:spChg>
        <pc:spChg chg="mod ord">
          <ac:chgData name="janghoon jun" userId="056a5883350c2f5e" providerId="LiveId" clId="{6DA654A6-03B0-40F7-A259-B276216985A6}" dt="2026-08-11T05:28:33.488" v="1671" actId="700"/>
          <ac:spMkLst>
            <pc:docMk/>
            <pc:sldMk cId="238947098" sldId="645"/>
            <ac:spMk id="5" creationId="{F4907320-11A9-6974-B509-B5DCD88C731A}"/>
          </ac:spMkLst>
        </pc:spChg>
        <pc:picChg chg="add mod">
          <ac:chgData name="janghoon jun" userId="056a5883350c2f5e" providerId="LiveId" clId="{6DA654A6-03B0-40F7-A259-B276216985A6}" dt="2026-08-11T05:49:24.197" v="1790" actId="1076"/>
          <ac:picMkLst>
            <pc:docMk/>
            <pc:sldMk cId="238947098" sldId="645"/>
            <ac:picMk id="6" creationId="{5E17E078-B434-EAA3-7AD0-981541F27D2C}"/>
          </ac:picMkLst>
        </pc:picChg>
      </pc:sldChg>
      <pc:sldChg chg="addSp delSp modSp add mod chgLayout">
        <pc:chgData name="janghoon jun" userId="056a5883350c2f5e" providerId="LiveId" clId="{6DA654A6-03B0-40F7-A259-B276216985A6}" dt="2026-08-11T05:50:09.278" v="1804" actId="478"/>
        <pc:sldMkLst>
          <pc:docMk/>
          <pc:sldMk cId="3356245462" sldId="646"/>
        </pc:sldMkLst>
        <pc:spChg chg="mod ord">
          <ac:chgData name="janghoon jun" userId="056a5883350c2f5e" providerId="LiveId" clId="{6DA654A6-03B0-40F7-A259-B276216985A6}" dt="2026-08-11T05:28:56.444" v="1681" actId="700"/>
          <ac:spMkLst>
            <pc:docMk/>
            <pc:sldMk cId="3356245462" sldId="646"/>
            <ac:spMk id="2" creationId="{EC1A4C9C-30A7-877B-09D5-380EA7D90C3B}"/>
          </ac:spMkLst>
        </pc:spChg>
        <pc:spChg chg="add mod ord">
          <ac:chgData name="janghoon jun" userId="056a5883350c2f5e" providerId="LiveId" clId="{6DA654A6-03B0-40F7-A259-B276216985A6}" dt="2026-08-11T05:28:57.851" v="1682"/>
          <ac:spMkLst>
            <pc:docMk/>
            <pc:sldMk cId="3356245462" sldId="646"/>
            <ac:spMk id="3" creationId="{FA86265E-B10E-5E84-E038-054C413571C0}"/>
          </ac:spMkLst>
        </pc:spChg>
        <pc:spChg chg="mod ord">
          <ac:chgData name="janghoon jun" userId="056a5883350c2f5e" providerId="LiveId" clId="{6DA654A6-03B0-40F7-A259-B276216985A6}" dt="2026-08-11T05:28:56.444" v="1681" actId="700"/>
          <ac:spMkLst>
            <pc:docMk/>
            <pc:sldMk cId="3356245462" sldId="646"/>
            <ac:spMk id="5" creationId="{9649B418-DBB0-7438-1C91-189174C44175}"/>
          </ac:spMkLst>
        </pc:spChg>
        <pc:picChg chg="add mod ord">
          <ac:chgData name="janghoon jun" userId="056a5883350c2f5e" providerId="LiveId" clId="{6DA654A6-03B0-40F7-A259-B276216985A6}" dt="2026-08-11T05:50:07.613" v="1803" actId="167"/>
          <ac:picMkLst>
            <pc:docMk/>
            <pc:sldMk cId="3356245462" sldId="646"/>
            <ac:picMk id="16" creationId="{69C58D33-A85F-92D0-CB55-E49A3B9F4771}"/>
          </ac:picMkLst>
        </pc:picChg>
      </pc:sldChg>
      <pc:sldChg chg="addSp delSp modSp add mod chgLayout">
        <pc:chgData name="janghoon jun" userId="056a5883350c2f5e" providerId="LiveId" clId="{6DA654A6-03B0-40F7-A259-B276216985A6}" dt="2026-08-11T08:02:59.339" v="2190" actId="1076"/>
        <pc:sldMkLst>
          <pc:docMk/>
          <pc:sldMk cId="314155230" sldId="647"/>
        </pc:sldMkLst>
        <pc:spChg chg="mod ord">
          <ac:chgData name="janghoon jun" userId="056a5883350c2f5e" providerId="LiveId" clId="{6DA654A6-03B0-40F7-A259-B276216985A6}" dt="2026-08-11T07:04:06.198" v="2055" actId="57"/>
          <ac:spMkLst>
            <pc:docMk/>
            <pc:sldMk cId="314155230" sldId="647"/>
            <ac:spMk id="2" creationId="{B1605AFD-EC68-389C-E9A6-200D0AC777A1}"/>
          </ac:spMkLst>
        </pc:spChg>
        <pc:spChg chg="mod ord">
          <ac:chgData name="janghoon jun" userId="056a5883350c2f5e" providerId="LiveId" clId="{6DA654A6-03B0-40F7-A259-B276216985A6}" dt="2026-08-11T05:30:13.002" v="1711" actId="700"/>
          <ac:spMkLst>
            <pc:docMk/>
            <pc:sldMk cId="314155230" sldId="647"/>
            <ac:spMk id="5" creationId="{B8FF79DE-29E5-B5FE-7329-D985975A13E3}"/>
          </ac:spMkLst>
        </pc:spChg>
        <pc:picChg chg="add mod">
          <ac:chgData name="janghoon jun" userId="056a5883350c2f5e" providerId="LiveId" clId="{6DA654A6-03B0-40F7-A259-B276216985A6}" dt="2026-08-11T08:02:59.339" v="2190" actId="1076"/>
          <ac:picMkLst>
            <pc:docMk/>
            <pc:sldMk cId="314155230" sldId="647"/>
            <ac:picMk id="15" creationId="{5FBEC61A-81DB-2924-8A98-D2CBF8324C24}"/>
          </ac:picMkLst>
        </pc:picChg>
      </pc:sldChg>
      <pc:sldChg chg="addSp delSp modSp add mod chgLayout">
        <pc:chgData name="janghoon jun" userId="056a5883350c2f5e" providerId="LiveId" clId="{6DA654A6-03B0-40F7-A259-B276216985A6}" dt="2026-08-12T05:49:30.757" v="2295" actId="1036"/>
        <pc:sldMkLst>
          <pc:docMk/>
          <pc:sldMk cId="3609397919" sldId="648"/>
        </pc:sldMkLst>
        <pc:spChg chg="mod ord">
          <ac:chgData name="janghoon jun" userId="056a5883350c2f5e" providerId="LiveId" clId="{6DA654A6-03B0-40F7-A259-B276216985A6}" dt="2026-08-11T05:28:01.056" v="1653" actId="700"/>
          <ac:spMkLst>
            <pc:docMk/>
            <pc:sldMk cId="3609397919" sldId="648"/>
            <ac:spMk id="2" creationId="{F8FF36A6-AA60-1728-7756-26591D320A2E}"/>
          </ac:spMkLst>
        </pc:spChg>
        <pc:spChg chg="add mod ord">
          <ac:chgData name="janghoon jun" userId="056a5883350c2f5e" providerId="LiveId" clId="{6DA654A6-03B0-40F7-A259-B276216985A6}" dt="2026-08-11T06:24:18.316" v="1944" actId="20577"/>
          <ac:spMkLst>
            <pc:docMk/>
            <pc:sldMk cId="3609397919" sldId="648"/>
            <ac:spMk id="3" creationId="{E047FE31-AF9B-8C72-A122-50755262CFFB}"/>
          </ac:spMkLst>
        </pc:spChg>
        <pc:picChg chg="add mod">
          <ac:chgData name="janghoon jun" userId="056a5883350c2f5e" providerId="LiveId" clId="{6DA654A6-03B0-40F7-A259-B276216985A6}" dt="2026-08-12T05:49:30.757" v="2295" actId="1036"/>
          <ac:picMkLst>
            <pc:docMk/>
            <pc:sldMk cId="3609397919" sldId="648"/>
            <ac:picMk id="5" creationId="{1581E541-F346-87FE-4B35-C9E1CFDF89E5}"/>
          </ac:picMkLst>
        </pc:picChg>
      </pc:sldChg>
      <pc:sldChg chg="addSp delSp modSp add mod chgLayout">
        <pc:chgData name="janghoon jun" userId="056a5883350c2f5e" providerId="LiveId" clId="{6DA654A6-03B0-40F7-A259-B276216985A6}" dt="2026-08-11T07:56:49.839" v="2171" actId="1076"/>
        <pc:sldMkLst>
          <pc:docMk/>
          <pc:sldMk cId="369026705" sldId="649"/>
        </pc:sldMkLst>
        <pc:spChg chg="mod ord">
          <ac:chgData name="janghoon jun" userId="056a5883350c2f5e" providerId="LiveId" clId="{6DA654A6-03B0-40F7-A259-B276216985A6}" dt="2026-08-11T07:03:51.303" v="2045"/>
          <ac:spMkLst>
            <pc:docMk/>
            <pc:sldMk cId="369026705" sldId="649"/>
            <ac:spMk id="2" creationId="{F2AD29E3-FF73-D7CF-7E0A-1943CEA301BA}"/>
          </ac:spMkLst>
        </pc:spChg>
        <pc:spChg chg="mod ord">
          <ac:chgData name="janghoon jun" userId="056a5883350c2f5e" providerId="LiveId" clId="{6DA654A6-03B0-40F7-A259-B276216985A6}" dt="2026-08-11T05:30:37.926" v="1718" actId="700"/>
          <ac:spMkLst>
            <pc:docMk/>
            <pc:sldMk cId="369026705" sldId="649"/>
            <ac:spMk id="5" creationId="{949C181A-6B85-FAA8-44A0-677B59A73CB6}"/>
          </ac:spMkLst>
        </pc:spChg>
        <pc:picChg chg="add mod">
          <ac:chgData name="janghoon jun" userId="056a5883350c2f5e" providerId="LiveId" clId="{6DA654A6-03B0-40F7-A259-B276216985A6}" dt="2026-08-11T07:56:49.839" v="2171" actId="1076"/>
          <ac:picMkLst>
            <pc:docMk/>
            <pc:sldMk cId="369026705" sldId="649"/>
            <ac:picMk id="4" creationId="{F83E4A3C-1C5B-0AC3-3E34-1997AC2623EF}"/>
          </ac:picMkLst>
        </pc:picChg>
      </pc:sldChg>
      <pc:sldChg chg="addSp delSp modSp add mod chgLayout">
        <pc:chgData name="janghoon jun" userId="056a5883350c2f5e" providerId="LiveId" clId="{6DA654A6-03B0-40F7-A259-B276216985A6}" dt="2026-08-11T07:57:55.778" v="2183" actId="1076"/>
        <pc:sldMkLst>
          <pc:docMk/>
          <pc:sldMk cId="191594372" sldId="650"/>
        </pc:sldMkLst>
        <pc:spChg chg="mod ord">
          <ac:chgData name="janghoon jun" userId="056a5883350c2f5e" providerId="LiveId" clId="{6DA654A6-03B0-40F7-A259-B276216985A6}" dt="2026-08-11T07:03:54.333" v="2046"/>
          <ac:spMkLst>
            <pc:docMk/>
            <pc:sldMk cId="191594372" sldId="650"/>
            <ac:spMk id="2" creationId="{7B75D371-FA4A-932B-DC99-8F9C36CC183D}"/>
          </ac:spMkLst>
        </pc:spChg>
        <pc:spChg chg="mod ord">
          <ac:chgData name="janghoon jun" userId="056a5883350c2f5e" providerId="LiveId" clId="{6DA654A6-03B0-40F7-A259-B276216985A6}" dt="2026-08-11T05:30:47.862" v="1725" actId="700"/>
          <ac:spMkLst>
            <pc:docMk/>
            <pc:sldMk cId="191594372" sldId="650"/>
            <ac:spMk id="5" creationId="{50511BC1-662D-DC89-C2D5-6B77B76F4C63}"/>
          </ac:spMkLst>
        </pc:spChg>
        <pc:picChg chg="add mod">
          <ac:chgData name="janghoon jun" userId="056a5883350c2f5e" providerId="LiveId" clId="{6DA654A6-03B0-40F7-A259-B276216985A6}" dt="2026-08-11T07:57:55.778" v="2183" actId="1076"/>
          <ac:picMkLst>
            <pc:docMk/>
            <pc:sldMk cId="191594372" sldId="650"/>
            <ac:picMk id="12" creationId="{71D52B69-5B4A-B7F9-6ECC-E0CD15213088}"/>
          </ac:picMkLst>
        </pc:picChg>
      </pc:sldChg>
      <pc:sldChg chg="addSp delSp modSp add mod chgLayout">
        <pc:chgData name="janghoon jun" userId="056a5883350c2f5e" providerId="LiveId" clId="{6DA654A6-03B0-40F7-A259-B276216985A6}" dt="2026-08-12T06:06:02.357" v="2348" actId="20577"/>
        <pc:sldMkLst>
          <pc:docMk/>
          <pc:sldMk cId="3101624389" sldId="652"/>
        </pc:sldMkLst>
        <pc:spChg chg="mod ord">
          <ac:chgData name="janghoon jun" userId="056a5883350c2f5e" providerId="LiveId" clId="{6DA654A6-03B0-40F7-A259-B276216985A6}" dt="2026-08-11T05:29:29.419" v="1693" actId="700"/>
          <ac:spMkLst>
            <pc:docMk/>
            <pc:sldMk cId="3101624389" sldId="652"/>
            <ac:spMk id="2" creationId="{8AAFF716-57A0-660B-CE4C-131F3C3DA04B}"/>
          </ac:spMkLst>
        </pc:spChg>
        <pc:spChg chg="add mod ord">
          <ac:chgData name="janghoon jun" userId="056a5883350c2f5e" providerId="LiveId" clId="{6DA654A6-03B0-40F7-A259-B276216985A6}" dt="2026-08-12T06:06:02.357" v="2348" actId="20577"/>
          <ac:spMkLst>
            <pc:docMk/>
            <pc:sldMk cId="3101624389" sldId="652"/>
            <ac:spMk id="3" creationId="{DAB84F8A-5C4E-4A7A-CF57-1539F1F2C7BB}"/>
          </ac:spMkLst>
        </pc:spChg>
        <pc:spChg chg="mod ord">
          <ac:chgData name="janghoon jun" userId="056a5883350c2f5e" providerId="LiveId" clId="{6DA654A6-03B0-40F7-A259-B276216985A6}" dt="2026-08-11T05:29:29.419" v="1693" actId="700"/>
          <ac:spMkLst>
            <pc:docMk/>
            <pc:sldMk cId="3101624389" sldId="652"/>
            <ac:spMk id="5" creationId="{4EE40B8F-76DC-8DB4-8345-E91D95C86D64}"/>
          </ac:spMkLst>
        </pc:spChg>
        <pc:picChg chg="add mod">
          <ac:chgData name="janghoon jun" userId="056a5883350c2f5e" providerId="LiveId" clId="{6DA654A6-03B0-40F7-A259-B276216985A6}" dt="2026-08-11T05:38:42.227" v="1754" actId="1076"/>
          <ac:picMkLst>
            <pc:docMk/>
            <pc:sldMk cId="3101624389" sldId="652"/>
            <ac:picMk id="6" creationId="{1E6A67C4-8084-B2FB-E7B6-122E05D9FCBC}"/>
          </ac:picMkLst>
        </pc:picChg>
      </pc:sldChg>
      <pc:sldChg chg="addSp delSp modSp mod chgLayout">
        <pc:chgData name="janghoon jun" userId="056a5883350c2f5e" providerId="LiveId" clId="{6DA654A6-03B0-40F7-A259-B276216985A6}" dt="2026-08-11T05:39:13.562" v="1764" actId="1076"/>
        <pc:sldMkLst>
          <pc:docMk/>
          <pc:sldMk cId="0" sldId="655"/>
        </pc:sldMkLst>
        <pc:spChg chg="mod ord">
          <ac:chgData name="janghoon jun" userId="056a5883350c2f5e" providerId="LiveId" clId="{6DA654A6-03B0-40F7-A259-B276216985A6}" dt="2026-08-11T05:30:01.633" v="1704" actId="700"/>
          <ac:spMkLst>
            <pc:docMk/>
            <pc:sldMk cId="0" sldId="655"/>
            <ac:spMk id="2" creationId="{00000000-0000-0000-0000-000000000000}"/>
          </ac:spMkLst>
        </pc:spChg>
        <pc:spChg chg="mod ord">
          <ac:chgData name="janghoon jun" userId="056a5883350c2f5e" providerId="LiveId" clId="{6DA654A6-03B0-40F7-A259-B276216985A6}" dt="2026-08-11T05:30:01.633" v="1704" actId="700"/>
          <ac:spMkLst>
            <pc:docMk/>
            <pc:sldMk cId="0" sldId="655"/>
            <ac:spMk id="5" creationId="{6ACFA5B2-A85A-A4F5-ECB0-6B61F784523A}"/>
          </ac:spMkLst>
        </pc:spChg>
        <pc:spChg chg="add mod ord">
          <ac:chgData name="janghoon jun" userId="056a5883350c2f5e" providerId="LiveId" clId="{6DA654A6-03B0-40F7-A259-B276216985A6}" dt="2026-08-11T05:30:04.115" v="1707" actId="20577"/>
          <ac:spMkLst>
            <pc:docMk/>
            <pc:sldMk cId="0" sldId="655"/>
            <ac:spMk id="6" creationId="{782D2F0C-10EB-95CB-CACA-D47F5B372037}"/>
          </ac:spMkLst>
        </pc:spChg>
        <pc:picChg chg="add mod">
          <ac:chgData name="janghoon jun" userId="056a5883350c2f5e" providerId="LiveId" clId="{6DA654A6-03B0-40F7-A259-B276216985A6}" dt="2026-08-11T05:39:13.562" v="1764" actId="1076"/>
          <ac:picMkLst>
            <pc:docMk/>
            <pc:sldMk cId="0" sldId="655"/>
            <ac:picMk id="14" creationId="{0A46B985-55E2-871D-E7CC-B8079CE2CAA1}"/>
          </ac:picMkLst>
        </pc:picChg>
      </pc:sldChg>
      <pc:sldChg chg="modSp mod">
        <pc:chgData name="janghoon jun" userId="056a5883350c2f5e" providerId="LiveId" clId="{6DA654A6-03B0-40F7-A259-B276216985A6}" dt="2026-08-11T06:08:57.296" v="1919" actId="6549"/>
        <pc:sldMkLst>
          <pc:docMk/>
          <pc:sldMk cId="0" sldId="656"/>
        </pc:sldMkLst>
        <pc:spChg chg="mod">
          <ac:chgData name="janghoon jun" userId="056a5883350c2f5e" providerId="LiveId" clId="{6DA654A6-03B0-40F7-A259-B276216985A6}" dt="2026-08-11T06:08:57.296" v="1919" actId="6549"/>
          <ac:spMkLst>
            <pc:docMk/>
            <pc:sldMk cId="0" sldId="656"/>
            <ac:spMk id="3" creationId="{00000000-0000-0000-0000-000000000000}"/>
          </ac:spMkLst>
        </pc:spChg>
        <pc:picChg chg="mod modCrop">
          <ac:chgData name="janghoon jun" userId="056a5883350c2f5e" providerId="LiveId" clId="{6DA654A6-03B0-40F7-A259-B276216985A6}" dt="2026-08-11T06:08:17.112" v="1917" actId="1076"/>
          <ac:picMkLst>
            <pc:docMk/>
            <pc:sldMk cId="0" sldId="656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3T05:07:47.441" v="3159" actId="1076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3T05:07:43.021" v="3158" actId="113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addSp delSp modSp mod">
        <pc:chgData name="janghoon jun" userId="056a5883350c2f5e" providerId="LiveId" clId="{6DA654A6-03B0-40F7-A259-B276216985A6}" dt="2026-08-11T08:05:06.614" v="2208" actId="1076"/>
        <pc:sldMkLst>
          <pc:docMk/>
          <pc:sldMk cId="0" sldId="662"/>
        </pc:sldMkLst>
        <pc:picChg chg="add mod">
          <ac:chgData name="janghoon jun" userId="056a5883350c2f5e" providerId="LiveId" clId="{6DA654A6-03B0-40F7-A259-B276216985A6}" dt="2026-08-11T08:05:06.614" v="2208" actId="1076"/>
          <ac:picMkLst>
            <pc:docMk/>
            <pc:sldMk cId="0" sldId="662"/>
            <ac:picMk id="6" creationId="{E8D454E9-2E26-3786-7365-E1518B27CBEC}"/>
          </ac:picMkLst>
        </pc:picChg>
      </pc:sldChg>
      <pc:sldChg chg="addSp delSp modSp mod">
        <pc:chgData name="janghoon jun" userId="056a5883350c2f5e" providerId="LiveId" clId="{6DA654A6-03B0-40F7-A259-B276216985A6}" dt="2026-08-11T06:56:06.213" v="1986" actId="1076"/>
        <pc:sldMkLst>
          <pc:docMk/>
          <pc:sldMk cId="0" sldId="663"/>
        </pc:sldMkLst>
        <pc:picChg chg="mod">
          <ac:chgData name="janghoon jun" userId="056a5883350c2f5e" providerId="LiveId" clId="{6DA654A6-03B0-40F7-A259-B276216985A6}" dt="2026-08-11T06:56:06.213" v="1986" actId="1076"/>
          <ac:picMkLst>
            <pc:docMk/>
            <pc:sldMk cId="0" sldId="663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59.443" v="1983" actId="1076"/>
        <pc:sldMkLst>
          <pc:docMk/>
          <pc:sldMk cId="0" sldId="664"/>
        </pc:sldMkLst>
        <pc:picChg chg="mod">
          <ac:chgData name="janghoon jun" userId="056a5883350c2f5e" providerId="LiveId" clId="{6DA654A6-03B0-40F7-A259-B276216985A6}" dt="2026-08-11T06:55:59.443" v="1983" actId="1076"/>
          <ac:picMkLst>
            <pc:docMk/>
            <pc:sldMk cId="0" sldId="664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52.797" v="1980" actId="1076"/>
        <pc:sldMkLst>
          <pc:docMk/>
          <pc:sldMk cId="0" sldId="665"/>
        </pc:sldMkLst>
        <pc:picChg chg="mod">
          <ac:chgData name="janghoon jun" userId="056a5883350c2f5e" providerId="LiveId" clId="{6DA654A6-03B0-40F7-A259-B276216985A6}" dt="2026-08-11T06:55:52.797" v="1980" actId="1076"/>
          <ac:picMkLst>
            <pc:docMk/>
            <pc:sldMk cId="0" sldId="665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44.244" v="1977" actId="1076"/>
        <pc:sldMkLst>
          <pc:docMk/>
          <pc:sldMk cId="0" sldId="666"/>
        </pc:sldMkLst>
        <pc:picChg chg="mod">
          <ac:chgData name="janghoon jun" userId="056a5883350c2f5e" providerId="LiveId" clId="{6DA654A6-03B0-40F7-A259-B276216985A6}" dt="2026-08-11T06:55:44.244" v="1977" actId="1076"/>
          <ac:picMkLst>
            <pc:docMk/>
            <pc:sldMk cId="0" sldId="666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31.457" v="1974" actId="1076"/>
        <pc:sldMkLst>
          <pc:docMk/>
          <pc:sldMk cId="0" sldId="667"/>
        </pc:sldMkLst>
        <pc:picChg chg="mod">
          <ac:chgData name="janghoon jun" userId="056a5883350c2f5e" providerId="LiveId" clId="{6DA654A6-03B0-40F7-A259-B276216985A6}" dt="2026-08-11T06:55:31.457" v="1974" actId="1076"/>
          <ac:picMkLst>
            <pc:docMk/>
            <pc:sldMk cId="0" sldId="667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23.275" v="1971" actId="1076"/>
        <pc:sldMkLst>
          <pc:docMk/>
          <pc:sldMk cId="0" sldId="668"/>
        </pc:sldMkLst>
        <pc:picChg chg="mod">
          <ac:chgData name="janghoon jun" userId="056a5883350c2f5e" providerId="LiveId" clId="{6DA654A6-03B0-40F7-A259-B276216985A6}" dt="2026-08-11T06:55:23.275" v="1971" actId="1076"/>
          <ac:picMkLst>
            <pc:docMk/>
            <pc:sldMk cId="0" sldId="668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15.887" v="1968" actId="1076"/>
        <pc:sldMkLst>
          <pc:docMk/>
          <pc:sldMk cId="0" sldId="669"/>
        </pc:sldMkLst>
        <pc:picChg chg="mod">
          <ac:chgData name="janghoon jun" userId="056a5883350c2f5e" providerId="LiveId" clId="{6DA654A6-03B0-40F7-A259-B276216985A6}" dt="2026-08-11T06:55:15.887" v="1968" actId="1076"/>
          <ac:picMkLst>
            <pc:docMk/>
            <pc:sldMk cId="0" sldId="669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06.543" v="1964" actId="1076"/>
        <pc:sldMkLst>
          <pc:docMk/>
          <pc:sldMk cId="0" sldId="670"/>
        </pc:sldMkLst>
        <pc:picChg chg="mod">
          <ac:chgData name="janghoon jun" userId="056a5883350c2f5e" providerId="LiveId" clId="{6DA654A6-03B0-40F7-A259-B276216985A6}" dt="2026-08-11T06:55:06.543" v="1964" actId="1076"/>
          <ac:picMkLst>
            <pc:docMk/>
            <pc:sldMk cId="0" sldId="670"/>
            <ac:picMk id="5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1T06:55:09.153" v="1965" actId="1076"/>
        <pc:sldMkLst>
          <pc:docMk/>
          <pc:sldMk cId="0" sldId="671"/>
        </pc:sldMkLst>
        <pc:picChg chg="mod">
          <ac:chgData name="janghoon jun" userId="056a5883350c2f5e" providerId="LiveId" clId="{6DA654A6-03B0-40F7-A259-B276216985A6}" dt="2026-08-11T06:55:09.153" v="1965" actId="1076"/>
          <ac:picMkLst>
            <pc:docMk/>
            <pc:sldMk cId="0" sldId="671"/>
            <ac:picMk id="5" creationId="{00000000-0000-0000-0000-000000000000}"/>
          </ac:picMkLst>
        </pc:picChg>
      </pc:sldChg>
      <pc:sldChg chg="addSp delSp modSp add mod">
        <pc:chgData name="janghoon jun" userId="056a5883350c2f5e" providerId="LiveId" clId="{6DA654A6-03B0-40F7-A259-B276216985A6}" dt="2026-08-11T07:56:25.997" v="2167" actId="1076"/>
        <pc:sldMkLst>
          <pc:docMk/>
          <pc:sldMk cId="232030861" sldId="672"/>
        </pc:sldMkLst>
        <pc:spChg chg="mod">
          <ac:chgData name="janghoon jun" userId="056a5883350c2f5e" providerId="LiveId" clId="{6DA654A6-03B0-40F7-A259-B276216985A6}" dt="2026-08-11T07:03:48.236" v="2044" actId="20577"/>
          <ac:spMkLst>
            <pc:docMk/>
            <pc:sldMk cId="232030861" sldId="672"/>
            <ac:spMk id="2" creationId="{F4DD96B3-50F0-DA60-9F2F-BE1062FF2D12}"/>
          </ac:spMkLst>
        </pc:spChg>
        <pc:picChg chg="add mod">
          <ac:chgData name="janghoon jun" userId="056a5883350c2f5e" providerId="LiveId" clId="{6DA654A6-03B0-40F7-A259-B276216985A6}" dt="2026-08-11T07:56:25.997" v="2167" actId="1076"/>
          <ac:picMkLst>
            <pc:docMk/>
            <pc:sldMk cId="232030861" sldId="672"/>
            <ac:picMk id="4" creationId="{E281818A-6809-FBDD-2666-C2132F75C5AC}"/>
          </ac:picMkLst>
        </pc:picChg>
      </pc:sldChg>
      <pc:sldChg chg="addSp delSp modSp add mod">
        <pc:chgData name="janghoon jun" userId="056a5883350c2f5e" providerId="LiveId" clId="{6DA654A6-03B0-40F7-A259-B276216985A6}" dt="2026-08-11T08:03:21.459" v="2198" actId="478"/>
        <pc:sldMkLst>
          <pc:docMk/>
          <pc:sldMk cId="3615412384" sldId="673"/>
        </pc:sldMkLst>
        <pc:picChg chg="add mod">
          <ac:chgData name="janghoon jun" userId="056a5883350c2f5e" providerId="LiveId" clId="{6DA654A6-03B0-40F7-A259-B276216985A6}" dt="2026-08-11T08:03:20.049" v="2197" actId="1076"/>
          <ac:picMkLst>
            <pc:docMk/>
            <pc:sldMk cId="3615412384" sldId="673"/>
            <ac:picMk id="4" creationId="{D310AD87-43B5-9C7E-16DA-05B04F65CA98}"/>
          </ac:picMkLst>
        </pc:picChg>
      </pc:sldChg>
      <pc:sldChg chg="addSp delSp modSp add mod ord">
        <pc:chgData name="janghoon jun" userId="056a5883350c2f5e" providerId="LiveId" clId="{6DA654A6-03B0-40F7-A259-B276216985A6}" dt="2026-08-11T08:03:10.572" v="2194" actId="478"/>
        <pc:sldMkLst>
          <pc:docMk/>
          <pc:sldMk cId="3139197864" sldId="674"/>
        </pc:sldMkLst>
        <pc:picChg chg="add mod">
          <ac:chgData name="janghoon jun" userId="056a5883350c2f5e" providerId="LiveId" clId="{6DA654A6-03B0-40F7-A259-B276216985A6}" dt="2026-08-11T08:03:08.893" v="2193" actId="1076"/>
          <ac:picMkLst>
            <pc:docMk/>
            <pc:sldMk cId="3139197864" sldId="674"/>
            <ac:picMk id="4" creationId="{969B6E79-79DE-A163-B826-302A420DB1F4}"/>
          </ac:picMkLst>
        </pc:picChg>
      </pc:sldChg>
      <pc:sldChg chg="addSp delSp modSp add mod">
        <pc:chgData name="janghoon jun" userId="056a5883350c2f5e" providerId="LiveId" clId="{6DA654A6-03B0-40F7-A259-B276216985A6}" dt="2026-08-13T04:52:55.122" v="2985" actId="27636"/>
        <pc:sldMkLst>
          <pc:docMk/>
          <pc:sldMk cId="2289948881" sldId="675"/>
        </pc:sldMkLst>
        <pc:spChg chg="mod">
          <ac:chgData name="janghoon jun" userId="056a5883350c2f5e" providerId="LiveId" clId="{6DA654A6-03B0-40F7-A259-B276216985A6}" dt="2026-08-11T07:07:31.953" v="2096" actId="20577"/>
          <ac:spMkLst>
            <pc:docMk/>
            <pc:sldMk cId="2289948881" sldId="675"/>
            <ac:spMk id="2" creationId="{E863769D-A280-F2B9-5FAA-54C3E9431912}"/>
          </ac:spMkLst>
        </pc:spChg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mod">
        <pc:chgData name="janghoon jun" userId="056a5883350c2f5e" providerId="LiveId" clId="{6DA654A6-03B0-40F7-A259-B276216985A6}" dt="2026-08-12T06:06:19.694" v="2352" actId="207"/>
        <pc:sldMkLst>
          <pc:docMk/>
          <pc:sldMk cId="0" sldId="677"/>
        </pc:sldMkLst>
        <pc:spChg chg="mod">
          <ac:chgData name="janghoon jun" userId="056a5883350c2f5e" providerId="LiveId" clId="{6DA654A6-03B0-40F7-A259-B276216985A6}" dt="2026-08-12T06:06:19.694" v="2352" actId="207"/>
          <ac:spMkLst>
            <pc:docMk/>
            <pc:sldMk cId="0" sldId="677"/>
            <ac:spMk id="3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8-11T07:51:49.651" v="2163"/>
          <ac:graphicFrameMkLst>
            <pc:docMk/>
            <pc:sldMk cId="0" sldId="677"/>
            <ac:graphicFrameMk id="5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8-12T05:46:26.004" v="2294" actId="1076"/>
        <pc:sldMkLst>
          <pc:docMk/>
          <pc:sldMk cId="0" sldId="678"/>
        </pc:sldMkLst>
        <pc:picChg chg="mod">
          <ac:chgData name="janghoon jun" userId="056a5883350c2f5e" providerId="LiveId" clId="{6DA654A6-03B0-40F7-A259-B276216985A6}" dt="2026-08-12T05:46:26.004" v="2294" actId="1076"/>
          <ac:picMkLst>
            <pc:docMk/>
            <pc:sldMk cId="0" sldId="678"/>
            <ac:picMk id="5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2T05:49:37.798" v="2296" actId="1076"/>
        <pc:sldMkLst>
          <pc:docMk/>
          <pc:sldMk cId="0" sldId="679"/>
        </pc:sldMkLst>
        <pc:picChg chg="mod">
          <ac:chgData name="janghoon jun" userId="056a5883350c2f5e" providerId="LiveId" clId="{6DA654A6-03B0-40F7-A259-B276216985A6}" dt="2026-08-12T05:49:37.798" v="2296" actId="1076"/>
          <ac:picMkLst>
            <pc:docMk/>
            <pc:sldMk cId="0" sldId="679"/>
            <ac:picMk id="5" creationId="{00000000-0000-0000-0000-000000000000}"/>
          </ac:picMkLst>
        </pc:picChg>
      </pc:sldChg>
      <pc:sldChg chg="addSp delSp modSp mod chgLayout">
        <pc:chgData name="janghoon jun" userId="056a5883350c2f5e" providerId="LiveId" clId="{6DA654A6-03B0-40F7-A259-B276216985A6}" dt="2026-08-13T05:02:55.854" v="3111" actId="2057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이번주 연구 결과에 대해서 공유드리겠습니다.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51FD-4ABA-2C4C-CE26-1D1E68F5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50A52-A407-564C-F0B1-A12657CBF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BC64B-C5FA-3BDE-D8D2-057ACA4BD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결과는 세 가지입니다. 첫째, AEC 곡선을 몇 개 숫자로 압축하는 기법(FPCA)은 패턴을 3개만 써도 충분합니다 — 패턴을 최대 12개까지 늘려봐도(가장 좋았던 경우) 예측 설명력(R²) 차이가 0.011밖에 안 나서 3개로 고정해도 무리가 없었습니다. 둘째, 지방 관련 비율을 예측할 때 AEC 정보를 더하면 확실히 좋아집니다 — VAT_TotalFat_ratio는 외부검증 설명력이 0.520에서 0.598로, VAT_SAT_ratio는 0.448에서 0.513으로 오르고, 지방 관련 지표 6개 중 5개는 내부·외부 데이터 모두에서 통계적으로 의미 있게 좋아졌습니다(SAT만 확인되지 않음). 셋째, CT 장비 11개 조합에서도 이 결과가 똑같이 재현되어(분류성능은 전부, 설명력은 10곳에서 개선) 특정 장비에서만 우연히 나온 결과가 아님을 확인했습니다. 다만 CT 장비는 몸을 X선이 통과하기 어려울수록(지방이 많을수록) 자동으로 전류를 더 세게 쓰기 때문에, AEC와 지방량이 관련 있는 것 자체는 어느 정도 당연한 결과입니다. 그래서 이번 결과에서 진짜 중요한 부분은 성별·나이·키·몸무게만으로는 설명되지 않는 '추가' 정보를 AEC가 담고 있다는 점입니다.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14039-F512-1433-3454-19B667041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347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E463-B251-0C2E-E736-5868CF27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AA0AC-1128-84C3-6A31-625425201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026D2-1F81-C7A4-92DF-45C6CB2DC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분석의 근거 논문 2가지입니다. 첫째, 체성분은 절대량보다 비율(예: 내장지방/전체지방)로 볼 때 사망률·심장질환 위험을 더 잘 예측한다는 점이 2016년 미국 연구와 2011년 한국인(KSOS) 코호트 연구에서 확인됐습니다. 둘째, AEC 곡선의 핵심 패턴을 자동으로 요약하는 기법(FPCA)은 2005년 통계학 교과서가 원전이고, 같은 해 나온 또 다른 방법(성긴 데이터용)은 본 연구처럼 촘촘하게 찍힌 데이터에는 맞지 않아 쓰지 않았습니다. 2015년 논문이 지적한 "곡선의 시작점을 환자마다 맞춰야 하는 문제"는 저희 연구에서 아직 확인하지 못한 부분과 연결됩니다.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5721D-0B49-0A35-0055-ABEAAB0A4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952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발표는 다섯 단계로 진행됩니다. STEP0에서는 예측할 대상을 지방 관련 지표로 정하고, clinic4(성별·나이·키·몸무게)·AEC와 얼마나 관련 있는지 확인합니다. STEP1은 AEC 곡선을 몇 개 숫자로 압축하는 방법(FPCA)을 설명합니다. STEP2는 clinic4만 썼을 때와 AEC를 추가했을 때 예측 설명력(R²)이 절대값·비율 지표에서 각각 어떻게 바뀌는지 비교합니다. STEP3은 이 중 가장 잘 맞는 조합을 이진분류(정상/이상 판정)에 적용한 결과, STEP4는 이 결과를 CT 장비 7종으로 다시 검증한 단계입니다.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체성분을 절대량이 아니라 비율(예: 내장지방/전체지방)로 예측하는 방식으로 바꿨습니다. 성별·나이·키·몸무게만 썼을 때보다 AEC 곡선 모양 정보를 더하면, VAT_TotalFat_ratio는 외부검증 설명력이 0.520에서 0.598로, VAT_SAT_ratio는 0.448에서 0.513으로 좋아지고, VAT_TAMA_ratio는 0.307에서 0.389로 가장 크게 좋아집니다. 다만 TotalFat_TAMA_ratio는 오히려 나빠져서(−0.025) 모든 비율 지표가 일관되게 좋아지는 건 아닙니다. CT 장비별 편차도 커서 VAT_TotalFat_ratio의 외부 설명력은 장비에 따라 0.30~0.73까지 벌어지는데, 환자 수가 적은 장비일수록 추정이 불안정하기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예측하려는 체성분 지표들이 clinic4(성별·나이·키·몸무게)와 얼마나 관련 있는지를 색으로 나타낸 그림입니다. 성별이 VAT_TotalFat_ratio·SAT_TotalFat_ratio와 가장 강하게 연관되고(관련성 지수 0.718), VAT는 몸무게와도 강하게 연관됩니다(0.622) — 이 4개 기본 정보만으로도 체성분을 상당히 잘 예측할 수 있는 이유입니다. 색은 관계의 세기만 나타내고 방향(양의 관계인지 음의 관계인지)은 구분하지 않습니다(절대값 기준으로 표시).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예측하려는 체성분 지표와 AEC 곡선을 구간별로 나눠 평균 낸 값의 관련성을 본 것입니다. VAT는 곡선을 128구간으로 쪼갰을 때 85번째 구간과 가장 강하게 연관되고(관련성 지수 0.629), Total Fat은 32구간으로 쪼갰을 때 18번째 구간과 가장 강합니다(0.581). SAT_TAMA_ratio는 가장 높아도 0.291에 그쳐 AEC 곡선 정보만으로는 예측이 어려운 지표입니다. 다만 이 최고 관련성 구간 주변(VAT는 84~88번째 부근, Total Fat은 69~73번째 부근)을 보면 값 차이가 0.001~0.002 정도로 사실상 다 똑같습니다. 즉 특정 한 구간만 특별한 게 아니라 곡선의 넓은 부분이 다같이 움직인다는 뜻이고, 그래서 한 구간만 보지 않고 곡선 전체 모양을 요약하는 방법(FPCA)을 쓰는 것입니다. 이 그림도 마찬가지로 방향은 빼고 관련성의 세기만 색으로 보여줍니다(절대값 기준).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PCA는 이미 알고 계실 텐데, FPCA는 그 PCA를 하나의 값이 아니라 '곡선' 데이터에 적용한 것뿐입니다. AEC 곡선은 환자마다 128개 점을 촘촘하고 일정한 간격으로 찍은 것이라, 원래는 적분으로 계산해야 할 부분이 사실상 그냥 합(덧셈)으로 정확히 계산됩니다 — 즉 이름은 FPCA지만 실제 계산은 일반 PCA와 똑같습니다(다음 슬라이드에서 자세히 대응시켜 보여드립니다). 계산 순서도 PCA와 동일합니다 — 평균곡선을 구하고, 환자들 곡선이 어떤 패턴으로 흩어지는지 계산해 대표 패턴(고유벡터)과 그 패턴이 설명하는 비중(고유값)을 뽑은 뒤, 개별 환자 곡선을 그 패턴에 투영해 하나의 점수(PC 점수)로 압축합니다. 마지막으로 평균곡선에 그 패턴을 표준 크기만큼 더하고 뺀 두 곡선을 겹쳐 그려서 각 패턴이 곡선을 어떻게 바꾸는지 시각화합니다.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PCA와 다른 점은 딱 하나, 숫자 몇 개짜리 데이터가 아니라 '곡선'을 다룬다는 것뿐입니다. 그래서 수식상 합이 적분으로, 고유벡터가 고유함수로 이름만 바뀌는데, 앞서 말씀드린 것처럼 AEC 곡선이 촘촘하고 일정한 간격이라 이 적분도 실제로는 그냥 합으로 정확히 계산됩니다 — 이론상 이름은 FPCA지만 실제 계산은 PCA와 같다는 뜻입니다. 오른쪽 그래프는 실제 내부 코호트(환자 1090명, 남 390·여 700)에서 뽑은 1번째·2번째 패턴 점수의 산점도입니다. 1번째 패턴이 환자 간 곡선 차이의 84.3%를, 2번째 패턴이 10.5%를 설명합니다. 이 점수를 이후 예측·분류 모델에 그대로 넣어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A788-46BC-6586-7DDA-55F75BD6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248C5-9D32-8DA2-D053-6AD4B7CC6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E9856-3AAB-3519-30E6-EE3C2F45C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1번째부터 4번째 패턴이 곡선을 각각 어떻게 바꾸는지 보여줍니다. 평균곡선에 각 패턴을 표준 크기만큼 더한 곡선과 뺀 곡선을 겹쳐 그려서 어느 구간이 많이 바뀌는지 시각화했습니다. 설명 비율은 1번째 84.3%·2번째 10.5%·3번째 2.6%·4번째 1.1%로, 네 개를 합치면 환자 간 곡선 차이의 98.5%를 설명합니다.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35C9B-E178-7481-6E74-E8CC2D1A3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2601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1번째 패턴 점수가 실제로 어떻게 계산되는지, 평균곡선과 가장 많이 다른 환자 1명으로 직접 확인해봤습니다. PCA와 동일하게 (그 환자 곡선−평균곡선)과 1번째 패턴을 구간마다 곱해서 전부 더하면 점수가 되는데, 이 환자는 전 구간에서 곡선이 평균보다 높고 패턴의 부호도 전 구간 같은 방향이라 값이 계속 쌓입니다(점수=2997.2, 검증용 소프트웨어 계산값과 소수점까지 정확히 일치합니다).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 곡선을 몇 개의 패턴(1개~20개)까지 쓰는 게 가장 좋을지 정하는 과정입니다. 후보 개수마다 점수를 뽑아 clinic4와 함께 예측 설명력(R²)을 계산했는데, 이때 데이터를 5조각으로 나눠 4조각으로 학습하고 나머지 1조각으로 검증하는 것을 5번 반복했습니다(교차검증) — 패턴을 뽑을 때도 매번 학습용 조각만 사용해서 검증 데이터를 미리 훔쳐보는 일이 없도록 했습니다. 12개를 썼을 때 평균 설명력이 0.576으로 가장 높았지만 6개~20개 사이는 사실상 차이가 없었고, 3개만 써도(그것만으로 곡선 변동의 97%를 설명) 차이가 0.011뿐이라 3개로 고정해도 충분히 타당합니다.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정리에서 예측(회귀)에는 패턴 12개, 분류에는 패턴 3개로 서로 다른 값을 써왔다는 걸 발견해서, 실제로 결과가 얼마나 달라지는지 직접 다시 계산해 비교했습니다. 예측 쪽(모든 정보를 합친 모델)은 9개 지표 전부 패턴 12개일 때가 3개일 때보다 설명력이 조금 더 높습니다(내부검증 평균 +0.009, 외부검증 평균 +0.017, 가장 크게 차이 난 것은 Total Fat 외부검증 +0.042). 분류 쪽은 좋아지고 나빠지는 방향이 뒤섞여 있고 차이 크기도 작으며(내부·외부 평균 차이가 0.005 정도), 같은 환자 데이터로 두 모델의 분류 성능을 통계적으로 비교(18번 비교: 9개 지표 × 내부·외부)해도 17번은 의미 있는 차이가 아니었습니다(유일한 예외는 SAT 외부검증인데, 18번이나 비교하다 보면 우연히 하나쯤 나올 수 있는 수준입니다). 결론적으로 분류에서는 패턴을 3개로 고정해도 실무적으로 문제가 없다는 것을 직접 확인했습니다. 18번이나 비교했을 때 필요한 통계적 보정을 다시 적용해도 의미 있는 차이는 하나도 남지 않아(원래도 1번뿐이었습니다), 패턴 3개로 고정해도 된다는 결론이 더 확실해집니다.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C3A8-5A29-A53F-496F-00CC9758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47ED0-971B-5504-0654-99D96012E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D47C0-EC90-A3BB-419D-CCBE73F38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체성분 절대값 3가지(VAT·SAT·Total Fat)에서, 성별·나이·키·몸무게만 썼을 때 대비 AEC 곡선 모양 정보를 전부 더했을 때 예측 설명력이 어떻게 바뀌는지입니다. VAT가 내부 0.523→0.620(+0.097)·외부 0.418→0.512(+0.093)로 가장 크게 좋아지고, Total Fat(내부+0.084·외부+0.039)·SAT(내부+0.055·외부+0.011)도 내부·외부 둘 다 좋아지는 방향입니다.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1ED4-F4A5-5E31-3A34-73ACB9A36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025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928F-546A-B198-5F31-B49CF0D5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2C980-E434-2F8A-CA00-D3657CF2F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E2D94-E69D-A99A-6E21-955D5E1D4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체성분 비율 6가지의 예측 설명력 변화입니다. VAT_TAMA_ratio가 내부 0.354→0.495(+0.141)·외부 0.307→0.389(+0.082)로 가장 크게 좋아지고, VAT_TotalFat_ratio(내부 0.642→0.703)·VAT_SAT_ratio(외부 +0.066)도 좋아지지만, SAT_TAMA_ratio·TotalFat_TAMA_ratio는 외부검증에서 오히려 각각 −0.041·−0.025로 나빠집니다.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63377-C637-DE16-BB7C-293F3E207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9868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성별·나이·키·몸무게에 AEC 정보를 더한 모델의 실제 분류성능(AUC, 1에 가까울수록 좋음)과 95% 신뢰구간입니다. 내부·외부 모두 9개 지표 전부 AUC가 올라갔고, 내부검증에서는 VAT가 0.894로 가장 높고 외부검증에서는 Total Fat이 0.889로 가장 높습니다(SAT 0.886, VAT 0.860 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B2FB-98DA-EE6D-2372-C61E6019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E13ED-17AC-88C2-C966-AC753AC93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03C7D-4F58-01E6-BFDE-1653319DE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성별·나이·키·몸무게만 썼을 때 대비 AEC를 더했을 때 내부검증 AUC가 얼마나 오르는지입니다. 9개 지표 전부 올라가며 VAT_SAT_ratio가 +0.081로 가장 많이 오르고, VAT_TotalFat_ratio(+0.073)·VAT_TAMA_ratio(+0.048)가 뒤를 잇는데, 이 상승폭들은 전부 통계적으로 확실한 차이입니다(p&lt;0.001). VAT는 +0.047(p&lt;0.001)로 절대값 지표 중 가장 많이 오르고, SAT는 +0.009로 유일하게 통계적으로 확실한 차이라고 보기 어렵습니다(p=0.353).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B4463-7195-E86F-B2DC-97EFFC9D9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5066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내부검증에서 확정해 그대로 고정한 모델을 외부 병원 데이터에 딱 한 번 검증한 결과입니다. 9개 지표 전부 AUC가 올라가며 VAT_TotalFat_ratio(+0.079)·VAT_SAT_ratio(+0.074)가 가장 많이 오릅니다(통계적으로 확실한 차이, p&lt;0.001). SAT(+0.013)·SAT_TAMA_ratio(+0.020)만 통계적으로 확실하다고 보기 애매한 경계에 있고(각각 p=0.098, p=0.051), 나머지 7개는 내부·외부 모두 통계적으로 확실합니다(p&lt;0.05). 내부·외부 각각 9번씩 비교한 것을 감안한 보정(다중비교 보정)을 적용해도 판정은 하나도 바뀌지 않습니다(내부 9개 중 8개, 외부 9개 중 7개가 확실 — 보정 전과 동일). 내부·외부를 합쳐 18개를 한꺼번에 보정하면 Total Fat의 내부 결과 1건만 경계에 살짝 걸립니다.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CT 장비 7종(내부 4곳·외부 7곳, 총 11개 조합)에서 각각 clinic4만 썼을 때 대비 AEC를 더했을 때 설명력(R²)·분류성능(AUC)이 9개 지표 평균으로 어떻게 바뀌는지 정리했습니다. AUC는 11곳 전부, 설명력은 10곳에서 좋아지고 SOMATOM Definition Flash(외부)만 설명력이 −0.024로 나빠집니다. 이 장비는 TAMA를 분모로 쓰는 비율 3가지와 SAT·Total Fat 절대값 등 9개 지표 중 5개에서 설명력이 떨어졌지만, 분류성능(AUC) 기준으로는 9개 전부 좋아져서 실제 판정 성능까지 나빠뜨리지는 않았습니다. 환자 수가 적은 장비는 추정값이 불안정할 수 있어 해석에 주의가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 곡선을 raw 그대로 쓸지, patient-wise로 정규화(환자 자신의 평균으로 나눔)해서 쓸지 비교했습니다. 단순 상관관계로 보면 patient-wise 정규화가 오히려 더 좋습니다 — 특히 지방 비율 지표(VAT/SAT 비율 등)와의 관련성이 뚜렷하게 올라갑니다(예: VAT_SAT_ratio 0.453→0.678). 반대로 절대적인 지방량(SAT)과는 상관이 떨어지는데, 정규화 과정에서 환자별 전체 레벨 정보가 지워지기 때문입니다. 하지만 실제로 정상/이상을 가르는 분류 성능(AUC)으로 보면 둘 사이에 의미 있는 차이가 없습니다 — 9개 지표 × 내부·외부 총 18번 비교했을 때 통계적으로 확실한 차이는 4번뿐이고, 그마저도 어느 쪽이 낫다는 일관된 방향이 없습니다. 즉 raw로 계속 진행해도 무방하다는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결과는 네 가지입니다. 첫째, AEC는 비율 예측에 가장 크게 기여해서 VAT_TAMA_ratio의 외부검증 설명력이 0.307에서 0.389까지 좋아집니다. 둘째, 분류에서도 예측(회귀)과 똑같은 조합이 내부검증 기준 가장 좋은 것으로 확인되어(이전 설명을 정정합니다), 9개 지표 중 7개는 내부·외부 모두 통계적으로 확실하고 SAT·SAT_TAMA_ratio만 외부에서 확인되지 않았습니다. 셋째, CT 장비 11개 조합 전체에서 이 결과가 재현되어 분류성능(AUC)은 11곳, 설명력(R²)은 10곳에서 좋아지고 SOMATOM Definition Flash 1곳만 설명력이 소폭 나빠졌습니다. 넷째, 곡선 압축 패턴 개수(FPCA 컴포넌트)를 3개로 고정해도 12개 대비 차이는 작습니다 — 예측(회귀)은 9개 지표 전부 12개일 때가 근소하게 더 좋지만(내부 평균 +0.009·외부 +0.017), 분류는 18번 비교 중 17번이 통계적으로 확실한 차이가 아니어서(SAT_SUM 외부만 p=0.042) 3개로 고정해도 실무적으로 문제없다는 것을 직접 확인했습니다. 여러 번 비교한 데 따른 통계적 보정을 적용해도 분류 결과의 판정은 그대로 유지됩니다. 다섯째, AEC 곡선을 raw 그대로 쓸지 patient-wise로 정규화해서 쓸지도 비교했는데, 단순 상관관계는 patient-wise 쪽이 더 높지만(특히 지방 비율 지표), 실제 분류 성능(AUC)에는 유의미한 차이가 없어 raw를 그대로 사용해도 무방하다는 것을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여기부터는 부록입니다. STEP0 회귀 결과를 체성분 7종별로 더 자세히 뜯어본 진단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SAT(피하지방)는 9개 feature 중 유일하게 내부·외부 모두 DeLong 검정에서 유의하지 않습니다(내부 p=0.353, 외부 p=0.098). AEC 모양 정보를 더해도 SAT 단독 예측력 개선은 통계적으로 확인되지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VAT(내장지방)는 내부·외부 모두 AUC가 약 0.047 상승하며 p&lt;0.001로 가장 강건하게 유의합니다. 절대 AUC도 9개 중 가장 높습니다(내부 0.894, 외부 0.860).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Total Fat(총지방량)은 내부 p=0.044, 외부 p=0.008로 두 코호트 모두 유의하지만, 개선폭 자체는 VAT보다 작습니다.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VAT/SAT ratio는 내부 기준 9개 feature 중 개선폭이 가장 큽니다(+0.081). 절대 AUC는 낮은 편이지만 AEC 추가 시 상대적 개선이 가장 두드러집니다.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VAT/TotalFat ratio는 외부 검증에서 개선폭이 가장 큽니다(+0.079). 내부·외부 모두 p&lt;0.001로 강건하게 유의합니다.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VAT/TAMA ratio는 절대 AUC도 높고(내부 0.890) 개선폭도 크며, 근육량 대비 내장지방이 얼마나 많은지를 나타내 임상적으로도 해석하기 쉬운 지표입니다.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SAT/TotalFat ratio는 내부·외부 모두 개선폭이 +0.037로 비슷해, 두 코호트에서 일관된 효과를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TotalFat/TAMA ratio는 외부 검증 개선폭이 내부보다 더 큰, 다른 지표들과는 다른 예외적인 패턴을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SAT/TAMA ratio는 외부 p=0.051로 유의성 경계선 바로 위에 있어, SAT 계열 지표는 전반적으로 AEC 효과가 상대적으로 약함을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3ADE-8B74-CA28-2E60-2FF3611D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B0C51-4613-DEF3-F42B-0B6063FCC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0CB95-71A0-E528-5297-C61F1AF71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체성분 절대값 3종의 스캐너별(7종, 11개 코호트) R² 비교입니다. VAT는 11곳 전부 개선(+0.015~+0.276, 외부 Revolution EVO·LightSpeed VCT에서 최대). Total Fat은 9곳 개선(외부 SOMATOM Definition Flash·Sensation 64 2곳 악화). SAT는 8곳만 개선돼 절대값 3종 중 스캐너 간 편차가 가장 큽니다. 점선은 스캐너 통합 시 R² 기준선입니다.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40BCC-CCAB-2F71-9A19-2EF458A43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24881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C20D-4CF5-5D37-0B6A-D5F0F097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EA70B-3D73-8479-21CF-71202EAEE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3CF56-BC0D-4E9B-E242-2D5222E0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비율 상위 3종(VAT_TotalFat·VAT_SAT·VAT_TAMA_ratio)의 스캐너별 R² 비교입니다. VAT_TotalFat·VAT_SAT_ratio는 11곳 전부 개선, VAT_TAMA_ratio는 9곳 개선(외부 SOMATOM Definition Flash·AS+ 2곳 소폭 악화). 세 지표 모두 표본이 작은 외부 스캐너(Revolution EVO n=149, Sensation 64 n=48)에서 개선폭이 가장 큽니다.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2607B-ADDB-7E8A-731B-84653A762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98546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373D4-A79D-8675-1498-976E9E51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381D9-D564-490C-20F9-26414C1FE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2485F-C475-0D69-5E1C-B40BF56C3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비율 하위 3종(TotalFat_TAMA·SAT_TotalFat·SAT_TAMA_ratio)의 스캐너별 R² 비교입니다. SAT_TotalFat_ratio는 11곳 전부 개선, TotalFat_TAMA_ratio는 7곳만 개선(4곳 악화, 최대 SOMATOM Definition Flash −0.133), SAT_TAMA_ratio는 5곳만 개선돼 6종 중 가장 불안정합니다. 참고로 VAT_TotalFat_ratio(슬라이드31)와 SAT_TotalFat_ratio의 R²가 스캐너별로 일치하는 건 VAT+SAT=Total Fat 관계상 수학적으로 같아지기 때문입니다(오류 아님).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5565A-80C3-B214-ECAE-7D7D0C417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620887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4175-CF06-D406-2227-25AA33BB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7C248-E2B9-8781-58CB-BF3E69FA9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C646A-8BC6-EA54-47CF-206AFDE2F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체성분 절대값 3종의 스캐너별 AUC 비교입니다. VAT는 10곳 개선(외부 SOMATOM Definition AS+만 악화, 최대개선 +0.080). Total Fat은 9곳 개선. SAT는 7곳만 개선돼 AUC 기준으로도 절대값 3종 중 가장 불안정합니다.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6305D-D1EF-1E66-9519-01E6CE5AF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34958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1D7D-D805-D95E-7697-CA6BA578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F6F81-F3AC-EF54-12B6-3AB4F9736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0A72E-E79A-C0E7-414C-0BE9E23D7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비율 상위 3종의 스캐너별 AUC 비교입니다. VAT_SAT_ratio는 11곳 전부 개선(외부 Sensation 64 +0.158로 9개 feature 중 최대). VAT_TotalFat·VAT_TAMA_ratio도 각각 10곳 개선됩니다.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2B566-ACFF-C150-EE34-36AC8D1A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8742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96F7-2463-38EE-D98C-304AC8D2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F26F4-A1BB-FA88-4749-0C3A4728F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EC3B8-8996-B847-8544-A6D1D1738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비율 하위 3종의 스캐너별 AUC 비교입니다. SAT_TotalFat·SAT_TAMA_ratio는 11곳 전부, TotalFat_TAMA_ratio는 10곳 개선됩니다. R²(슬라이드32)와 달리 AUC 기준으로는 세 지표 모두 안정적으로 개선돼, 이진분류가 회귀보다 스캐너 강건성이 높다는 결론을 뒷받침합니다.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80A3-22B4-C558-F23D-A440B5B0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70187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코호트의 기본 특성입니다. 내부(강남, n=1090)는 여성 비율이 64.2%로 외부(신촌, n=926)의 53.8%보다 높아, 두 병원의 환자 구성이 조금 다릅니다. 성별은 clinic4(성별·나이·키·몸무게) 중 체성분 예측력이 가장 강한 항목(슬라이드6, |r|=0.718)이라, 이 성비 차이가 본문에서 본 내부·외부 간 성능 격차의 일부를 설명할 수 있습니다. 연령·신장·체중·BMI는 두 코호트가 비슷합니다.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Results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of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Multiple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13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A568-1B3B-CA2F-F682-AF542053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5D7E-5B12-EE7F-2D27-D112735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A2E73-B7C0-AE73-6FBB-E862B229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8B7DAF-1ED7-D645-9CAA-09C1CC8E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FPCA 컴포넌트 수 = 3개도 합리적 선택</a:t>
            </a:r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dirty="0" err="1"/>
              <a:t>전탐색</a:t>
            </a:r>
            <a:r>
              <a:rPr lang="ko-KR" altLang="en-US" dirty="0"/>
              <a:t>(</a:t>
            </a:r>
            <a:r>
              <a:rPr lang="ko-KR" altLang="en-US" dirty="0" err="1"/>
              <a:t>n</a:t>
            </a:r>
            <a:r>
              <a:rPr lang="ko-KR" altLang="en-US" dirty="0"/>
              <a:t>=1~20) </a:t>
            </a:r>
            <a:r>
              <a:rPr lang="ko-KR" altLang="en-US" dirty="0" err="1"/>
              <a:t>best</a:t>
            </a:r>
            <a:r>
              <a:rPr lang="ko-KR" altLang="en-US" dirty="0"/>
              <a:t> </a:t>
            </a:r>
            <a:r>
              <a:rPr lang="ko-KR" altLang="en-US" dirty="0" err="1"/>
              <a:t>n</a:t>
            </a:r>
            <a:r>
              <a:rPr lang="ko-KR" altLang="en-US" dirty="0"/>
              <a:t>=12(R²=0.576), </a:t>
            </a:r>
            <a:r>
              <a:rPr lang="ko-KR" altLang="en-US" dirty="0" err="1"/>
              <a:t>n</a:t>
            </a:r>
            <a:r>
              <a:rPr lang="ko-KR" altLang="en-US" dirty="0"/>
              <a:t>=3(곡선분산 97% 설명) 대비 차이는 +0.011뿐</a:t>
            </a:r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지방계열 비율 예측·분류 모두 개선</a:t>
            </a:r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dirty="0"/>
              <a:t>VAT_TotalFat_ratio 외부 R² 0.520→0.598(+0.078)·VAT_SAT_ratio 외부 0.448→0.513(+0.065)</a:t>
            </a:r>
            <a:endParaRPr lang="en-US" altLang="ko-KR" dirty="0"/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dirty="0"/>
              <a:t>지방계열 6종(절대값 3+비율 3) 중 5종은 내부·외부 모두 유의(SAT만 외부 p=0.098로 미확인)</a:t>
            </a:r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스캐너 11개 조합(내부4·외부7) 전체 재현</a:t>
            </a:r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b="0" dirty="0"/>
              <a:t>AUC 11/11 개선·R² 10/11 개선(SOMATOM Definition Flash 외부 1곳만 R² −0.024)</a:t>
            </a:r>
          </a:p>
        </p:txBody>
      </p:sp>
    </p:spTree>
    <p:extLst>
      <p:ext uri="{BB962C8B-B14F-4D97-AF65-F5344CB8AC3E}">
        <p14:creationId xmlns:p14="http://schemas.microsoft.com/office/powerpoint/2010/main" val="418629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5B65-D819-B010-E512-17767E2C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9E3E-AFF8-62AC-4EA4-BF05B744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 Papers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30454E-EAE4-B981-B1DC-0246FD4A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Reference Papers 내용">
            <a:extLst>
              <a:ext uri="{FF2B5EF4-FFF2-40B4-BE49-F238E27FC236}">
                <a16:creationId xmlns:a16="http://schemas.microsoft.com/office/drawing/2014/main" id="{E206159C-9527-2D31-7009-C6960E14B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spcAft>
                <a:spcPts val="800"/>
              </a:spcAft>
              <a:buNone/>
            </a:pPr>
            <a:r>
              <a:rPr dirty="0"/>
              <a:t>① </a:t>
            </a:r>
            <a:r>
              <a:rPr dirty="0" err="1"/>
              <a:t>체성분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(Step1) — VAT/SAT·VAT/TAMA </a:t>
            </a:r>
            <a:r>
              <a:rPr dirty="0" err="1"/>
              <a:t>ratio가</a:t>
            </a:r>
            <a:r>
              <a:rPr dirty="0"/>
              <a:t> </a:t>
            </a:r>
            <a:r>
              <a:rPr dirty="0" err="1"/>
              <a:t>절대량보다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임상</a:t>
            </a:r>
            <a:r>
              <a:rPr dirty="0"/>
              <a:t> marker</a:t>
            </a:r>
          </a:p>
          <a:p>
            <a:pPr lvl="1"/>
            <a:r>
              <a:rPr dirty="0"/>
              <a:t>Kim DH et al., Am J Gastroenterol 2016 — CT</a:t>
            </a:r>
            <a:r>
              <a:rPr lang="ko-KR" altLang="en-US" dirty="0"/>
              <a:t>의</a:t>
            </a:r>
            <a:r>
              <a:rPr dirty="0"/>
              <a:t> VAT/SAT ratio, </a:t>
            </a:r>
            <a:r>
              <a:rPr dirty="0" err="1"/>
              <a:t>사망률·심장사건</a:t>
            </a:r>
            <a:r>
              <a:rPr dirty="0"/>
              <a:t> </a:t>
            </a:r>
            <a:r>
              <a:rPr dirty="0" err="1"/>
              <a:t>독립예측</a:t>
            </a:r>
            <a:endParaRPr dirty="0"/>
          </a:p>
          <a:p>
            <a:pPr lvl="1"/>
            <a:r>
              <a:rPr dirty="0"/>
              <a:t>Kim TN et al., Diabetes Res Clin </a:t>
            </a:r>
            <a:r>
              <a:rPr dirty="0" err="1"/>
              <a:t>Pract</a:t>
            </a:r>
            <a:r>
              <a:rPr dirty="0"/>
              <a:t> 2011 (KSOS, </a:t>
            </a:r>
            <a:r>
              <a:rPr dirty="0" err="1"/>
              <a:t>한국인</a:t>
            </a:r>
            <a:r>
              <a:rPr dirty="0"/>
              <a:t> </a:t>
            </a:r>
            <a:r>
              <a:rPr dirty="0" err="1"/>
              <a:t>코호트</a:t>
            </a:r>
            <a:r>
              <a:rPr dirty="0"/>
              <a:t>) — </a:t>
            </a:r>
            <a:r>
              <a:rPr dirty="0" err="1"/>
              <a:t>ASM/VFA</a:t>
            </a:r>
            <a:r>
              <a:rPr dirty="0"/>
              <a:t> ratio(근육/VAT)</a:t>
            </a:r>
            <a:r>
              <a:rPr lang="en-US" dirty="0"/>
              <a:t>,</a:t>
            </a:r>
            <a:r>
              <a:rPr dirty="0"/>
              <a:t> </a:t>
            </a:r>
            <a:r>
              <a:rPr dirty="0" err="1"/>
              <a:t>대사증후군·동맥경직도</a:t>
            </a:r>
            <a:endParaRPr dirty="0"/>
          </a:p>
          <a:p>
            <a:pPr marL="0" indent="0">
              <a:lnSpc>
                <a:spcPct val="160000"/>
              </a:lnSpc>
              <a:spcAft>
                <a:spcPts val="800"/>
              </a:spcAft>
              <a:buNone/>
            </a:pPr>
            <a:r>
              <a:rPr dirty="0"/>
              <a:t>② FPCA(Step2) — AEC </a:t>
            </a:r>
            <a:r>
              <a:rPr dirty="0" err="1"/>
              <a:t>곡선을</a:t>
            </a:r>
            <a:r>
              <a:rPr dirty="0"/>
              <a:t> </a:t>
            </a:r>
            <a:r>
              <a:rPr dirty="0" err="1"/>
              <a:t>주성분</a:t>
            </a:r>
            <a:r>
              <a:rPr dirty="0"/>
              <a:t> </a:t>
            </a:r>
            <a:r>
              <a:rPr dirty="0" err="1"/>
              <a:t>점수로</a:t>
            </a:r>
            <a:r>
              <a:rPr dirty="0"/>
              <a:t> </a:t>
            </a:r>
            <a:r>
              <a:rPr dirty="0" err="1"/>
              <a:t>압축</a:t>
            </a:r>
            <a:endParaRPr dirty="0"/>
          </a:p>
          <a:p>
            <a:pPr lvl="1"/>
            <a:r>
              <a:rPr dirty="0"/>
              <a:t>Ramsay JO, Silverman BW., Functional Data Analysis 2nd ed., Springer 2005 — FPCA </a:t>
            </a:r>
            <a:r>
              <a:rPr dirty="0" err="1"/>
              <a:t>원전</a:t>
            </a:r>
            <a:r>
              <a:rPr dirty="0"/>
              <a:t>, </a:t>
            </a:r>
            <a:r>
              <a:rPr dirty="0" err="1"/>
              <a:t>이산근사</a:t>
            </a:r>
            <a:r>
              <a:rPr dirty="0"/>
              <a:t> </a:t>
            </a:r>
            <a:r>
              <a:rPr dirty="0" err="1"/>
              <a:t>정당화</a:t>
            </a:r>
            <a:endParaRPr dirty="0"/>
          </a:p>
          <a:p>
            <a:pPr lvl="1"/>
            <a:r>
              <a:rPr dirty="0"/>
              <a:t>Yao F, Müller HG, Wang JL., JASA 100(470) 2005 — PACE(Sparse FPCA) 원논문, 본 연구는 등간격·촘촘 데이터라 dense 방법 A 사용(PACE 미적용)</a:t>
            </a:r>
          </a:p>
          <a:p>
            <a:pPr lvl="1"/>
            <a:r>
              <a:rPr dirty="0"/>
              <a:t>Marron JS et al., Statistical Science 30(4) 2015 — registration(위치 정렬) 문제 정리, 본 연구의 미확인 항목(슬라이스 위치 정렬 여부)과 </a:t>
            </a:r>
            <a:r>
              <a:rPr dirty="0" err="1"/>
              <a:t>직결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92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Research Flow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C716A-D4ED-F5EE-665C-D3BACD5FC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r>
              <a:rPr b="1" dirty="0"/>
              <a:t>5단계 </a:t>
            </a:r>
            <a:r>
              <a:rPr b="1" dirty="0" err="1"/>
              <a:t>파이프라인</a:t>
            </a:r>
            <a:r>
              <a:rPr b="1" dirty="0"/>
              <a:t> — Feature </a:t>
            </a:r>
            <a:r>
              <a:rPr b="1" dirty="0" err="1"/>
              <a:t>선정</a:t>
            </a:r>
            <a:r>
              <a:rPr b="1" dirty="0"/>
              <a:t> → FPCA → </a:t>
            </a:r>
            <a:r>
              <a:rPr b="1" dirty="0" err="1"/>
              <a:t>회귀</a:t>
            </a:r>
            <a:r>
              <a:rPr b="1" dirty="0"/>
              <a:t> </a:t>
            </a:r>
            <a:r>
              <a:rPr b="1" dirty="0" err="1"/>
              <a:t>성능비교</a:t>
            </a:r>
            <a:r>
              <a:rPr b="1" dirty="0"/>
              <a:t> → </a:t>
            </a:r>
            <a:r>
              <a:rPr b="1" dirty="0" err="1"/>
              <a:t>이진분류</a:t>
            </a:r>
            <a:r>
              <a:rPr b="1" dirty="0"/>
              <a:t> → </a:t>
            </a:r>
            <a:r>
              <a:rPr b="1" dirty="0" err="1"/>
              <a:t>스캐너</a:t>
            </a:r>
            <a:r>
              <a:rPr b="1" dirty="0"/>
              <a:t> </a:t>
            </a:r>
            <a:r>
              <a:rPr b="1" dirty="0" err="1"/>
              <a:t>검증</a:t>
            </a:r>
            <a:endParaRPr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DC32C-D15C-9776-A32D-99A4E0A1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86000" y="1900000"/>
            <a:ext cx="1900000" cy="2950000"/>
          </a:xfrm>
          <a:prstGeom prst="roundRect">
            <a:avLst/>
          </a:prstGeom>
          <a:solidFill>
            <a:srgbClr val="DBE9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0000" rIns="90000" bIns="70000" rtlCol="0" anchor="ctr"/>
          <a:lstStyle/>
          <a:p>
            <a:pPr algn="ctr"/>
            <a:r>
              <a:rPr sz="1400" b="1" dirty="0">
                <a:solidFill>
                  <a:srgbClr val="E2622E"/>
                </a:solidFill>
              </a:rPr>
              <a:t>STEP 0</a:t>
            </a:r>
            <a:endParaRPr lang="en-US" sz="1400" b="1" dirty="0">
              <a:solidFill>
                <a:srgbClr val="E2622E"/>
              </a:solidFill>
            </a:endParaRPr>
          </a:p>
          <a:p>
            <a:pPr algn="ctr"/>
            <a:endParaRPr sz="1400" b="1" dirty="0">
              <a:solidFill>
                <a:srgbClr val="E2622E"/>
              </a:solidFill>
            </a:endParaRPr>
          </a:p>
          <a:p>
            <a:pPr algn="ctr"/>
            <a:r>
              <a:rPr sz="1300" b="1" dirty="0">
                <a:solidFill>
                  <a:srgbClr val="161616"/>
                </a:solidFill>
              </a:rPr>
              <a:t>Output Feature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r>
              <a:rPr sz="1300" b="1" dirty="0" err="1">
                <a:solidFill>
                  <a:srgbClr val="161616"/>
                </a:solidFill>
              </a:rPr>
              <a:t>선정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endParaRPr sz="1300" b="1" dirty="0">
              <a:solidFill>
                <a:srgbClr val="161616"/>
              </a:solidFill>
            </a:endParaRP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지방계열</a:t>
            </a:r>
            <a:r>
              <a:rPr lang="en-US" sz="1050" dirty="0">
                <a:solidFill>
                  <a:srgbClr val="6B6A66"/>
                </a:solidFill>
              </a:rPr>
              <a:t> </a:t>
            </a:r>
            <a:r>
              <a:rPr lang="ko-KR" altLang="en-US" sz="1050" dirty="0">
                <a:solidFill>
                  <a:srgbClr val="6B6A66"/>
                </a:solidFill>
              </a:rPr>
              <a:t>확정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(</a:t>
            </a:r>
            <a:r>
              <a:rPr sz="1050" dirty="0" err="1">
                <a:solidFill>
                  <a:srgbClr val="6B6A66"/>
                </a:solidFill>
              </a:rPr>
              <a:t>SAT·VAT·TotalFat</a:t>
            </a:r>
            <a:r>
              <a:rPr sz="1050" dirty="0">
                <a:solidFill>
                  <a:srgbClr val="6B6A66"/>
                </a:solidFill>
              </a:rPr>
              <a:t>)</a:t>
            </a:r>
          </a:p>
          <a:p>
            <a:pPr algn="ctr"/>
            <a:r>
              <a:rPr sz="1050" dirty="0">
                <a:solidFill>
                  <a:srgbClr val="6B6A66"/>
                </a:solidFill>
              </a:rPr>
              <a:t> + clinic4·AEC </a:t>
            </a:r>
            <a:r>
              <a:rPr sz="1050" dirty="0" err="1">
                <a:solidFill>
                  <a:srgbClr val="6B6A66"/>
                </a:solidFill>
              </a:rPr>
              <a:t>상관확인</a:t>
            </a:r>
            <a:endParaRPr sz="1050" dirty="0">
              <a:solidFill>
                <a:srgbClr val="6B6A66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2486000" y="3165000"/>
            <a:ext cx="380000" cy="420000"/>
          </a:xfrm>
          <a:prstGeom prst="chevron">
            <a:avLst/>
          </a:prstGeom>
          <a:solidFill>
            <a:srgbClr val="6B6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66000" y="1900000"/>
            <a:ext cx="1900000" cy="2950000"/>
          </a:xfrm>
          <a:prstGeom prst="roundRect">
            <a:avLst/>
          </a:prstGeom>
          <a:solidFill>
            <a:srgbClr val="DBE9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0000" rIns="90000" bIns="70000" rtlCol="0" anchor="ctr"/>
          <a:lstStyle/>
          <a:p>
            <a:pPr algn="ctr"/>
            <a:r>
              <a:rPr sz="1400" b="1" dirty="0">
                <a:solidFill>
                  <a:srgbClr val="E2622E"/>
                </a:solidFill>
              </a:rPr>
              <a:t>STEP 1</a:t>
            </a:r>
            <a:endParaRPr lang="en-US" sz="1400" b="1" dirty="0">
              <a:solidFill>
                <a:srgbClr val="E2622E"/>
              </a:solidFill>
            </a:endParaRPr>
          </a:p>
          <a:p>
            <a:pPr algn="ctr"/>
            <a:endParaRPr sz="1400" b="1" dirty="0">
              <a:solidFill>
                <a:srgbClr val="E2622E"/>
              </a:solidFill>
            </a:endParaRPr>
          </a:p>
          <a:p>
            <a:pPr algn="ctr"/>
            <a:r>
              <a:rPr sz="1300" b="1" dirty="0">
                <a:solidFill>
                  <a:srgbClr val="161616"/>
                </a:solidFill>
              </a:rPr>
              <a:t>FPCA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endParaRPr sz="1300" b="1" dirty="0">
              <a:solidFill>
                <a:srgbClr val="16161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AEC-128 → </a:t>
            </a:r>
            <a:r>
              <a:rPr sz="1050" dirty="0" err="1">
                <a:solidFill>
                  <a:srgbClr val="6B6A66"/>
                </a:solidFill>
              </a:rPr>
              <a:t>주성분</a:t>
            </a:r>
            <a:r>
              <a:rPr sz="1050" dirty="0">
                <a:solidFill>
                  <a:srgbClr val="6B6A66"/>
                </a:solidFill>
              </a:rPr>
              <a:t> </a:t>
            </a:r>
            <a:r>
              <a:rPr sz="1050" dirty="0" err="1">
                <a:solidFill>
                  <a:srgbClr val="6B6A66"/>
                </a:solidFill>
              </a:rPr>
              <a:t>압축</a:t>
            </a:r>
            <a:endParaRPr sz="1050" dirty="0">
              <a:solidFill>
                <a:srgbClr val="6B6A66"/>
              </a:solidFill>
            </a:endParaRP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컴포넌트</a:t>
            </a:r>
            <a:r>
              <a:rPr sz="1050" dirty="0">
                <a:solidFill>
                  <a:srgbClr val="6B6A66"/>
                </a:solidFill>
              </a:rPr>
              <a:t> 수 </a:t>
            </a:r>
            <a:r>
              <a:rPr sz="1050" dirty="0" err="1">
                <a:solidFill>
                  <a:srgbClr val="6B6A66"/>
                </a:solidFill>
              </a:rPr>
              <a:t>탐색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(best </a:t>
            </a:r>
            <a:r>
              <a:rPr sz="1050">
                <a:solidFill>
                  <a:srgbClr val="6B6A66"/>
                </a:solidFill>
              </a:rPr>
              <a:t>n=</a:t>
            </a:r>
            <a:r>
              <a:rPr lang="en-US" sz="1050">
                <a:solidFill>
                  <a:srgbClr val="6B6A66"/>
                </a:solidFill>
              </a:rPr>
              <a:t>12</a:t>
            </a:r>
            <a:r>
              <a:rPr sz="1050">
                <a:solidFill>
                  <a:srgbClr val="6B6A66"/>
                </a:solidFill>
              </a:rPr>
              <a:t>)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lang="en-US" sz="1050" dirty="0">
              <a:solidFill>
                <a:srgbClr val="6B6A66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766000" y="3165000"/>
            <a:ext cx="380000" cy="420000"/>
          </a:xfrm>
          <a:prstGeom prst="chevron">
            <a:avLst/>
          </a:prstGeom>
          <a:solidFill>
            <a:srgbClr val="6B6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46000" y="1900000"/>
            <a:ext cx="1900000" cy="2950000"/>
          </a:xfrm>
          <a:prstGeom prst="roundRect">
            <a:avLst/>
          </a:prstGeom>
          <a:solidFill>
            <a:srgbClr val="DBE9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0000" rIns="90000" bIns="70000" rtlCol="0" anchor="ctr"/>
          <a:lstStyle/>
          <a:p>
            <a:pPr algn="ctr"/>
            <a:r>
              <a:rPr sz="1400" b="1" dirty="0">
                <a:solidFill>
                  <a:srgbClr val="E2622E"/>
                </a:solidFill>
              </a:rPr>
              <a:t>STEP 2</a:t>
            </a:r>
            <a:endParaRPr lang="en-US" sz="1400" b="1" dirty="0">
              <a:solidFill>
                <a:srgbClr val="E2622E"/>
              </a:solidFill>
            </a:endParaRPr>
          </a:p>
          <a:p>
            <a:pPr algn="ctr"/>
            <a:endParaRPr sz="1400" b="1" dirty="0">
              <a:solidFill>
                <a:srgbClr val="E2622E"/>
              </a:solidFill>
            </a:endParaRPr>
          </a:p>
          <a:p>
            <a:pPr algn="ctr"/>
            <a:r>
              <a:rPr sz="1300" b="1" dirty="0" err="1">
                <a:solidFill>
                  <a:srgbClr val="161616"/>
                </a:solidFill>
              </a:rPr>
              <a:t>회귀</a:t>
            </a:r>
            <a:r>
              <a:rPr sz="1300" b="1" dirty="0">
                <a:solidFill>
                  <a:srgbClr val="161616"/>
                </a:solidFill>
              </a:rPr>
              <a:t> </a:t>
            </a:r>
            <a:r>
              <a:rPr sz="1300" b="1" dirty="0" err="1">
                <a:solidFill>
                  <a:srgbClr val="161616"/>
                </a:solidFill>
              </a:rPr>
              <a:t>성능</a:t>
            </a:r>
            <a:r>
              <a:rPr sz="1300" b="1" dirty="0">
                <a:solidFill>
                  <a:srgbClr val="161616"/>
                </a:solidFill>
              </a:rPr>
              <a:t> </a:t>
            </a:r>
            <a:r>
              <a:rPr sz="1300" b="1" dirty="0" err="1">
                <a:solidFill>
                  <a:srgbClr val="161616"/>
                </a:solidFill>
              </a:rPr>
              <a:t>비교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endParaRPr sz="1300" b="1" dirty="0">
              <a:solidFill>
                <a:srgbClr val="16161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clinic4 vs +AEC</a:t>
            </a: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절대값</a:t>
            </a:r>
            <a:r>
              <a:rPr sz="1050" dirty="0">
                <a:solidFill>
                  <a:srgbClr val="6B6A66"/>
                </a:solidFill>
              </a:rPr>
              <a:t> 3종·비율 6종 R²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sz="1050" dirty="0">
              <a:solidFill>
                <a:srgbClr val="6B6A66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7046000" y="3165000"/>
            <a:ext cx="380000" cy="420000"/>
          </a:xfrm>
          <a:prstGeom prst="chevron">
            <a:avLst/>
          </a:prstGeom>
          <a:solidFill>
            <a:srgbClr val="6B6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26000" y="1900000"/>
            <a:ext cx="1900000" cy="2950000"/>
          </a:xfrm>
          <a:prstGeom prst="roundRect">
            <a:avLst/>
          </a:prstGeom>
          <a:solidFill>
            <a:srgbClr val="DBE9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0000" rIns="90000" bIns="70000" rtlCol="0" anchor="ctr"/>
          <a:lstStyle/>
          <a:p>
            <a:pPr algn="ctr"/>
            <a:r>
              <a:rPr sz="1400" b="1" dirty="0">
                <a:solidFill>
                  <a:srgbClr val="E2622E"/>
                </a:solidFill>
              </a:rPr>
              <a:t>STEP 3</a:t>
            </a:r>
            <a:endParaRPr lang="en-US" sz="1400" b="1" dirty="0">
              <a:solidFill>
                <a:srgbClr val="E2622E"/>
              </a:solidFill>
            </a:endParaRPr>
          </a:p>
          <a:p>
            <a:pPr algn="ctr"/>
            <a:endParaRPr sz="1400" b="1" dirty="0">
              <a:solidFill>
                <a:srgbClr val="E2622E"/>
              </a:solidFill>
            </a:endParaRPr>
          </a:p>
          <a:p>
            <a:pPr algn="ctr"/>
            <a:r>
              <a:rPr sz="1300" b="1" dirty="0" err="1">
                <a:solidFill>
                  <a:srgbClr val="161616"/>
                </a:solidFill>
              </a:rPr>
              <a:t>이진분류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endParaRPr sz="1300" b="1" dirty="0">
              <a:solidFill>
                <a:srgbClr val="161616"/>
              </a:solidFill>
            </a:endParaRP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회귀</a:t>
            </a:r>
            <a:r>
              <a:rPr sz="1050" dirty="0">
                <a:solidFill>
                  <a:srgbClr val="6B6A66"/>
                </a:solidFill>
              </a:rPr>
              <a:t> best </a:t>
            </a:r>
            <a:r>
              <a:rPr sz="1050" dirty="0" err="1">
                <a:solidFill>
                  <a:srgbClr val="6B6A66"/>
                </a:solidFill>
              </a:rPr>
              <a:t>feature로</a:t>
            </a:r>
            <a:endParaRPr sz="1050" dirty="0">
              <a:solidFill>
                <a:srgbClr val="6B6A6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Logistic Regression </a:t>
            </a:r>
            <a:r>
              <a:rPr sz="1050" dirty="0" err="1">
                <a:solidFill>
                  <a:srgbClr val="6B6A66"/>
                </a:solidFill>
              </a:rPr>
              <a:t>검증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r>
              <a:rPr sz="1050" dirty="0">
                <a:solidFill>
                  <a:srgbClr val="6B6A66"/>
                </a:solidFill>
              </a:rPr>
              <a:t>(라벨: 성별 mean+1SD 초과)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sz="1050" dirty="0">
              <a:solidFill>
                <a:srgbClr val="6B6A66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326000" y="3165000"/>
            <a:ext cx="380000" cy="420000"/>
          </a:xfrm>
          <a:prstGeom prst="chevron">
            <a:avLst/>
          </a:prstGeom>
          <a:solidFill>
            <a:srgbClr val="6B6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06000" y="1900000"/>
            <a:ext cx="1900000" cy="2950000"/>
          </a:xfrm>
          <a:prstGeom prst="roundRect">
            <a:avLst/>
          </a:prstGeom>
          <a:solidFill>
            <a:srgbClr val="DBE9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70000" rIns="90000" bIns="70000" rtlCol="0" anchor="ctr"/>
          <a:lstStyle/>
          <a:p>
            <a:pPr algn="ctr"/>
            <a:r>
              <a:rPr sz="1400" b="1" dirty="0">
                <a:solidFill>
                  <a:srgbClr val="E2622E"/>
                </a:solidFill>
              </a:rPr>
              <a:t>STEP 4</a:t>
            </a:r>
            <a:endParaRPr lang="en-US" sz="1400" b="1" dirty="0">
              <a:solidFill>
                <a:srgbClr val="E2622E"/>
              </a:solidFill>
            </a:endParaRPr>
          </a:p>
          <a:p>
            <a:pPr algn="ctr"/>
            <a:endParaRPr sz="1400" b="1" dirty="0">
              <a:solidFill>
                <a:srgbClr val="E2622E"/>
              </a:solidFill>
            </a:endParaRPr>
          </a:p>
          <a:p>
            <a:pPr algn="ctr"/>
            <a:r>
              <a:rPr sz="1300" b="1" dirty="0" err="1">
                <a:solidFill>
                  <a:srgbClr val="161616"/>
                </a:solidFill>
              </a:rPr>
              <a:t>스캐너별</a:t>
            </a:r>
            <a:r>
              <a:rPr sz="1300" b="1" dirty="0">
                <a:solidFill>
                  <a:srgbClr val="161616"/>
                </a:solidFill>
              </a:rPr>
              <a:t> </a:t>
            </a:r>
            <a:r>
              <a:rPr sz="1300" b="1" dirty="0" err="1">
                <a:solidFill>
                  <a:srgbClr val="161616"/>
                </a:solidFill>
              </a:rPr>
              <a:t>검증</a:t>
            </a:r>
            <a:endParaRPr lang="en-US" sz="1300" b="1" dirty="0">
              <a:solidFill>
                <a:srgbClr val="161616"/>
              </a:solidFill>
            </a:endParaRPr>
          </a:p>
          <a:p>
            <a:pPr algn="ctr"/>
            <a:endParaRPr sz="1300" b="1" dirty="0">
              <a:solidFill>
                <a:srgbClr val="161616"/>
              </a:solidFill>
            </a:endParaRP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장비</a:t>
            </a:r>
            <a:r>
              <a:rPr sz="1050" dirty="0">
                <a:solidFill>
                  <a:srgbClr val="6B6A66"/>
                </a:solidFill>
              </a:rPr>
              <a:t> 7</a:t>
            </a:r>
            <a:r>
              <a:rPr sz="1050">
                <a:solidFill>
                  <a:srgbClr val="6B6A66"/>
                </a:solidFill>
              </a:rPr>
              <a:t>종 R²</a:t>
            </a:r>
            <a:r>
              <a:rPr lang="en-US" sz="1050">
                <a:solidFill>
                  <a:srgbClr val="6B6A66"/>
                </a:solidFill>
              </a:rPr>
              <a:t> </a:t>
            </a:r>
            <a:r>
              <a:rPr sz="1050">
                <a:solidFill>
                  <a:srgbClr val="6B6A66"/>
                </a:solidFill>
              </a:rPr>
              <a:t>·</a:t>
            </a:r>
            <a:r>
              <a:rPr lang="en-US" sz="1050">
                <a:solidFill>
                  <a:srgbClr val="6B6A66"/>
                </a:solidFill>
              </a:rPr>
              <a:t> </a:t>
            </a:r>
            <a:r>
              <a:rPr sz="1050">
                <a:solidFill>
                  <a:srgbClr val="6B6A66"/>
                </a:solidFill>
              </a:rPr>
              <a:t>AUC</a:t>
            </a:r>
            <a:endParaRPr sz="1050" dirty="0">
              <a:solidFill>
                <a:srgbClr val="6B6A66"/>
              </a:solidFill>
            </a:endParaRPr>
          </a:p>
          <a:p>
            <a:pPr algn="ctr"/>
            <a:r>
              <a:rPr sz="1050" dirty="0" err="1">
                <a:solidFill>
                  <a:srgbClr val="6B6A66"/>
                </a:solidFill>
              </a:rPr>
              <a:t>재현성</a:t>
            </a:r>
            <a:r>
              <a:rPr sz="1050" dirty="0">
                <a:solidFill>
                  <a:srgbClr val="6B6A66"/>
                </a:solidFill>
              </a:rPr>
              <a:t> </a:t>
            </a:r>
            <a:r>
              <a:rPr sz="1050" dirty="0" err="1">
                <a:solidFill>
                  <a:srgbClr val="6B6A66"/>
                </a:solidFill>
              </a:rPr>
              <a:t>확인</a:t>
            </a:r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lang="en-US" sz="1050" dirty="0">
              <a:solidFill>
                <a:srgbClr val="6B6A66"/>
              </a:solidFill>
            </a:endParaRPr>
          </a:p>
          <a:p>
            <a:pPr algn="ctr"/>
            <a:endParaRPr sz="1050" dirty="0">
              <a:solidFill>
                <a:srgbClr val="6B6A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4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체성분</a:t>
            </a:r>
            <a:r>
              <a:rPr dirty="0"/>
              <a:t> </a:t>
            </a:r>
            <a:r>
              <a:rPr dirty="0" err="1"/>
              <a:t>비율</a:t>
            </a:r>
            <a:r>
              <a:rPr lang="en-US" dirty="0"/>
              <a:t> 6</a:t>
            </a:r>
            <a:r>
              <a:rPr lang="ko-KR" altLang="en-US"/>
              <a:t>종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2EFD9E8-7DD0-592E-3859-A844DA66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83B793A-4403-E915-B8D5-23604C94FF76}"/>
              </a:ext>
            </a:extLst>
          </p:cNvPr>
          <p:cNvGrpSpPr/>
          <p:nvPr/>
        </p:nvGrpSpPr>
        <p:grpSpPr>
          <a:xfrm>
            <a:off x="1203234" y="1380747"/>
            <a:ext cx="9785532" cy="4653275"/>
            <a:chOff x="1132114" y="1166949"/>
            <a:chExt cx="9785532" cy="4653275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2EBF50B-2956-82B9-2636-06EBADD501D7}"/>
                </a:ext>
              </a:extLst>
            </p:cNvPr>
            <p:cNvGrpSpPr/>
            <p:nvPr/>
          </p:nvGrpSpPr>
          <p:grpSpPr>
            <a:xfrm>
              <a:off x="1132114" y="1166949"/>
              <a:ext cx="2177143" cy="4653275"/>
              <a:chOff x="1132114" y="1166949"/>
              <a:chExt cx="2177143" cy="46532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253F55B-18BD-45DE-AECC-CF26E4F04D68}"/>
                  </a:ext>
                </a:extLst>
              </p:cNvPr>
              <p:cNvSpPr/>
              <p:nvPr/>
            </p:nvSpPr>
            <p:spPr>
              <a:xfrm>
                <a:off x="1132114" y="1166949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VAT</a:t>
                </a:r>
                <a:endParaRPr lang="ko-KR" altLang="en-US" dirty="0"/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D877127-0733-F07D-6491-3C0F0BB22608}"/>
                  </a:ext>
                </a:extLst>
              </p:cNvPr>
              <p:cNvSpPr/>
              <p:nvPr/>
            </p:nvSpPr>
            <p:spPr>
              <a:xfrm>
                <a:off x="1132114" y="2407435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SAT</a:t>
                </a:r>
                <a:endParaRPr lang="ko-KR" altLang="en-US" dirty="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782A3CE4-38D2-0166-ED38-610E31C2933A}"/>
                  </a:ext>
                </a:extLst>
              </p:cNvPr>
              <p:cNvSpPr/>
              <p:nvPr/>
            </p:nvSpPr>
            <p:spPr>
              <a:xfrm>
                <a:off x="1132114" y="3647921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Total Fat</a:t>
                </a:r>
                <a:endParaRPr lang="ko-KR" altLang="en-US" dirty="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2D5146B1-E509-DA31-B0E6-31D308E40D9E}"/>
                  </a:ext>
                </a:extLst>
              </p:cNvPr>
              <p:cNvSpPr/>
              <p:nvPr/>
            </p:nvSpPr>
            <p:spPr>
              <a:xfrm>
                <a:off x="1132114" y="4888407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TAMA</a:t>
                </a:r>
                <a:endParaRPr lang="ko-KR" altLang="en-US" dirty="0"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9F931D5-6188-D763-D0AD-3CA03B487E0B}"/>
                </a:ext>
              </a:extLst>
            </p:cNvPr>
            <p:cNvGrpSpPr/>
            <p:nvPr/>
          </p:nvGrpSpPr>
          <p:grpSpPr>
            <a:xfrm>
              <a:off x="5939246" y="1722606"/>
              <a:ext cx="4978400" cy="3412789"/>
              <a:chOff x="5529943" y="1722606"/>
              <a:chExt cx="4978400" cy="341278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83CECA00-D6CA-E868-B931-159A71CE4FAA}"/>
                  </a:ext>
                </a:extLst>
              </p:cNvPr>
              <p:cNvSpPr/>
              <p:nvPr/>
            </p:nvSpPr>
            <p:spPr>
              <a:xfrm>
                <a:off x="5529943" y="1722606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VAT / SAT</a:t>
                </a:r>
                <a:endParaRPr lang="ko-KR" altLang="en-US" dirty="0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B8EC75BE-A74F-6C65-B8E4-FC2CB5EF0F87}"/>
                  </a:ext>
                </a:extLst>
              </p:cNvPr>
              <p:cNvSpPr/>
              <p:nvPr/>
            </p:nvSpPr>
            <p:spPr>
              <a:xfrm>
                <a:off x="5529943" y="2963092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VAT / Total Fat</a:t>
                </a:r>
                <a:endParaRPr lang="ko-KR" altLang="en-US" dirty="0"/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6D2F3726-2002-FD36-FBDB-15555A3E99DA}"/>
                  </a:ext>
                </a:extLst>
              </p:cNvPr>
              <p:cNvSpPr/>
              <p:nvPr/>
            </p:nvSpPr>
            <p:spPr>
              <a:xfrm>
                <a:off x="5529943" y="4203578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VAT / TAMA</a:t>
                </a:r>
                <a:endParaRPr lang="ko-KR" altLang="en-US" dirty="0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D023BBC9-3256-9607-822D-2B4FDB8AE003}"/>
                  </a:ext>
                </a:extLst>
              </p:cNvPr>
              <p:cNvSpPr/>
              <p:nvPr/>
            </p:nvSpPr>
            <p:spPr>
              <a:xfrm>
                <a:off x="8331200" y="1722606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SAT / Total Fat</a:t>
                </a:r>
                <a:endParaRPr lang="ko-KR" altLang="en-US" dirty="0"/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4453AB73-4C4D-45C4-ABDE-6B22231F0336}"/>
                  </a:ext>
                </a:extLst>
              </p:cNvPr>
              <p:cNvSpPr/>
              <p:nvPr/>
            </p:nvSpPr>
            <p:spPr>
              <a:xfrm>
                <a:off x="8331200" y="2963092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SAT / TAMA</a:t>
                </a:r>
                <a:endParaRPr lang="ko-KR" altLang="en-US" dirty="0"/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D9A03694-4BB5-5613-47C8-E888368FDB74}"/>
                  </a:ext>
                </a:extLst>
              </p:cNvPr>
              <p:cNvSpPr/>
              <p:nvPr/>
            </p:nvSpPr>
            <p:spPr>
              <a:xfrm>
                <a:off x="8331200" y="4203578"/>
                <a:ext cx="2177143" cy="931817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Total Fat / TAMA</a:t>
                </a:r>
                <a:endParaRPr lang="ko-KR" altLang="en-US" dirty="0"/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27B7E22-784E-BE62-57A7-A0C3E36AFB9B}"/>
                </a:ext>
              </a:extLst>
            </p:cNvPr>
            <p:cNvGrpSpPr/>
            <p:nvPr/>
          </p:nvGrpSpPr>
          <p:grpSpPr>
            <a:xfrm>
              <a:off x="3609703" y="1632858"/>
              <a:ext cx="2029097" cy="3682152"/>
              <a:chOff x="3405051" y="1632858"/>
              <a:chExt cx="2029097" cy="3682152"/>
            </a:xfrm>
          </p:grpSpPr>
          <p:cxnSp>
            <p:nvCxnSpPr>
              <p:cNvPr id="25" name="연결선: 꺾임 24">
                <a:extLst>
                  <a:ext uri="{FF2B5EF4-FFF2-40B4-BE49-F238E27FC236}">
                    <a16:creationId xmlns:a16="http://schemas.microsoft.com/office/drawing/2014/main" id="{41950BF1-4333-A19D-4DE5-5199A6FD93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5051" y="1632858"/>
                <a:ext cx="2029097" cy="1796142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연결선: 꺾임 25">
                <a:extLst>
                  <a:ext uri="{FF2B5EF4-FFF2-40B4-BE49-F238E27FC236}">
                    <a16:creationId xmlns:a16="http://schemas.microsoft.com/office/drawing/2014/main" id="{4E9F5CFE-91BB-D86C-659D-0DAA4BC66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5051" y="3429000"/>
                <a:ext cx="2029097" cy="1886010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연결선: 꺾임 26">
                <a:extLst>
                  <a:ext uri="{FF2B5EF4-FFF2-40B4-BE49-F238E27FC236}">
                    <a16:creationId xmlns:a16="http://schemas.microsoft.com/office/drawing/2014/main" id="{AEC12111-5B1F-6C24-4905-13B3193ECA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5051" y="3429000"/>
                <a:ext cx="2029097" cy="684829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연결선: 꺾임 28">
                <a:extLst>
                  <a:ext uri="{FF2B5EF4-FFF2-40B4-BE49-F238E27FC236}">
                    <a16:creationId xmlns:a16="http://schemas.microsoft.com/office/drawing/2014/main" id="{13578028-2A6C-2090-34AF-F5FE5C00DD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5051" y="2873343"/>
                <a:ext cx="2029097" cy="555657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Feature ↔ 임상변수(clinic4) 상관관계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clinic4 </a:t>
            </a:r>
            <a:r>
              <a:rPr lang="ko-KR" altLang="en-US" b="1" dirty="0"/>
              <a:t>상관 최고</a:t>
            </a:r>
            <a:r>
              <a:rPr lang="en-US" altLang="ko-KR" b="1" dirty="0"/>
              <a:t>: </a:t>
            </a:r>
            <a:r>
              <a:rPr lang="en-US" b="1" dirty="0" err="1"/>
              <a:t>VAT_TotalFat_ratio·SAT_TotalFat_ratio</a:t>
            </a:r>
            <a:r>
              <a:rPr lang="en-US" b="1" dirty="0"/>
              <a:t> vs sex |r|=0.718 · VAT vs weight |r|=0.622(</a:t>
            </a:r>
            <a:r>
              <a:rPr lang="ko-KR" altLang="en-US" b="1" dirty="0"/>
              <a:t>내부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B9FD-2F8D-4B1A-9F56-2065623CDCB3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Picture 4" descr="output_feature_clinic4_correlation_heatmap.png"/>
          <p:cNvPicPr>
            <a:picLocks noChangeAspect="1"/>
          </p:cNvPicPr>
          <p:nvPr/>
        </p:nvPicPr>
        <p:blipFill>
          <a:blip r:embed="rId3"/>
          <a:srcRect t="20920"/>
          <a:stretch>
            <a:fillRect/>
          </a:stretch>
        </p:blipFill>
        <p:spPr>
          <a:xfrm>
            <a:off x="1635775" y="2316480"/>
            <a:ext cx="8920450" cy="3922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Feature ↔ AEC 구간별 상관관계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AEC </a:t>
            </a:r>
            <a:r>
              <a:rPr b="1" dirty="0" err="1"/>
              <a:t>구간상관</a:t>
            </a:r>
            <a:r>
              <a:rPr b="1" dirty="0"/>
              <a:t> </a:t>
            </a:r>
            <a:r>
              <a:rPr b="1" dirty="0" err="1"/>
              <a:t>최고</a:t>
            </a:r>
            <a:endParaRPr lang="en-US" b="1" dirty="0"/>
          </a:p>
          <a:p>
            <a:pPr lvl="1"/>
            <a:r>
              <a:rPr dirty="0" err="1"/>
              <a:t>VAT는</a:t>
            </a:r>
            <a:r>
              <a:rPr dirty="0"/>
              <a:t> 128분할 84~88번대 |r|≈0.629</a:t>
            </a:r>
            <a:endParaRPr lang="en-US" dirty="0"/>
          </a:p>
          <a:p>
            <a:pPr lvl="1"/>
            <a:r>
              <a:rPr dirty="0"/>
              <a:t>Total </a:t>
            </a:r>
            <a:r>
              <a:rPr dirty="0" err="1"/>
              <a:t>Fat은</a:t>
            </a:r>
            <a:r>
              <a:rPr dirty="0"/>
              <a:t> 128분할 69~73번대 |r|≈0.581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4142-0930-4BB9-99EC-279B54FDD9ED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" name="Picture 4" descr="output_feature_aec_segment_correlation_heatmap.png"/>
          <p:cNvPicPr>
            <a:picLocks noChangeAspect="1"/>
          </p:cNvPicPr>
          <p:nvPr/>
        </p:nvPicPr>
        <p:blipFill>
          <a:blip r:embed="rId3"/>
          <a:srcRect t="2259" r="9278" b="74858"/>
          <a:stretch>
            <a:fillRect/>
          </a:stretch>
        </p:blipFill>
        <p:spPr>
          <a:xfrm>
            <a:off x="670080" y="2776791"/>
            <a:ext cx="5091303" cy="3183741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4EDA582-2530-3FB2-D4E3-1FD88E8584AE}"/>
              </a:ext>
            </a:extLst>
          </p:cNvPr>
          <p:cNvGrpSpPr/>
          <p:nvPr/>
        </p:nvGrpSpPr>
        <p:grpSpPr>
          <a:xfrm>
            <a:off x="6177039" y="2776791"/>
            <a:ext cx="5091304" cy="3140300"/>
            <a:chOff x="7233220" y="1665153"/>
            <a:chExt cx="3417368" cy="2107823"/>
          </a:xfrm>
        </p:grpSpPr>
        <p:pic>
          <p:nvPicPr>
            <p:cNvPr id="12" name="Picture 4" descr="output_feature_aec_segment_correlation_heatmap.png">
              <a:extLst>
                <a:ext uri="{FF2B5EF4-FFF2-40B4-BE49-F238E27FC236}">
                  <a16:creationId xmlns:a16="http://schemas.microsoft.com/office/drawing/2014/main" id="{629B9525-7E44-1E93-2DAA-115FA7CB5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478" r="9278" b="50200"/>
            <a:stretch>
              <a:fillRect/>
            </a:stretch>
          </p:blipFill>
          <p:spPr>
            <a:xfrm>
              <a:off x="7233220" y="1781755"/>
              <a:ext cx="3417368" cy="1991221"/>
            </a:xfrm>
            <a:prstGeom prst="rect">
              <a:avLst/>
            </a:prstGeom>
          </p:spPr>
        </p:pic>
        <p:pic>
          <p:nvPicPr>
            <p:cNvPr id="8" name="Picture 4" descr="output_feature_aec_segment_correlation_heatmap.png">
              <a:extLst>
                <a:ext uri="{FF2B5EF4-FFF2-40B4-BE49-F238E27FC236}">
                  <a16:creationId xmlns:a16="http://schemas.microsoft.com/office/drawing/2014/main" id="{9D0EC982-C17D-C0B8-215C-123F64E38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259" r="9278" b="96180"/>
            <a:stretch>
              <a:fillRect/>
            </a:stretch>
          </p:blipFill>
          <p:spPr>
            <a:xfrm>
              <a:off x="7233220" y="1665153"/>
              <a:ext cx="3417368" cy="1457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FPCA란? — AEC 곡선을 요약하는 방법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A5E23D-DE3F-9EFA-95F6-5441B0BC1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dirty="0"/>
              <a:t>AEC-128 = </a:t>
            </a:r>
            <a:r>
              <a:rPr b="1" dirty="0" err="1"/>
              <a:t>환자별</a:t>
            </a:r>
            <a:r>
              <a:rPr b="1" dirty="0"/>
              <a:t> 128포인트 </a:t>
            </a:r>
            <a:r>
              <a:rPr b="1" dirty="0" err="1"/>
              <a:t>관전류</a:t>
            </a:r>
            <a:r>
              <a:rPr b="1" dirty="0"/>
              <a:t>(mA) </a:t>
            </a:r>
            <a:r>
              <a:rPr b="1" dirty="0" err="1"/>
              <a:t>이산곡선</a:t>
            </a:r>
            <a:r>
              <a:rPr b="1" dirty="0"/>
              <a:t>(</a:t>
            </a:r>
            <a:r>
              <a:rPr b="1" dirty="0" err="1"/>
              <a:t>등간격</a:t>
            </a:r>
            <a:r>
              <a:rPr b="1" dirty="0"/>
              <a:t> → </a:t>
            </a:r>
            <a:r>
              <a:rPr b="1" dirty="0" err="1"/>
              <a:t>표준</a:t>
            </a:r>
            <a:r>
              <a:rPr b="1" dirty="0"/>
              <a:t> </a:t>
            </a:r>
            <a:r>
              <a:rPr b="1" dirty="0" err="1"/>
              <a:t>PCA로</a:t>
            </a:r>
            <a:r>
              <a:rPr b="1" dirty="0"/>
              <a:t> </a:t>
            </a:r>
            <a:r>
              <a:rPr b="1" dirty="0" err="1"/>
              <a:t>이산근사</a:t>
            </a:r>
            <a:r>
              <a:rPr b="1" dirty="0"/>
              <a:t>)</a:t>
            </a:r>
          </a:p>
          <a:p>
            <a:pPr marL="457200" lvl="1" indent="0">
              <a:buNone/>
            </a:pPr>
            <a:r>
              <a:rPr dirty="0"/>
              <a:t>① </a:t>
            </a:r>
            <a:r>
              <a:rPr dirty="0" err="1"/>
              <a:t>평균곡선</a:t>
            </a:r>
            <a:r>
              <a:rPr dirty="0"/>
              <a:t> μ =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곡선의</a:t>
            </a:r>
            <a:r>
              <a:rPr dirty="0"/>
              <a:t> </a:t>
            </a:r>
            <a:r>
              <a:rPr dirty="0" err="1"/>
              <a:t>평균</a:t>
            </a:r>
            <a:endParaRPr dirty="0"/>
          </a:p>
          <a:p>
            <a:pPr marL="457200" lvl="1" indent="0">
              <a:buNone/>
            </a:pPr>
            <a:r>
              <a:rPr dirty="0"/>
              <a:t>② </a:t>
            </a:r>
            <a:r>
              <a:rPr dirty="0" err="1"/>
              <a:t>공분산</a:t>
            </a:r>
            <a:r>
              <a:rPr dirty="0"/>
              <a:t> </a:t>
            </a:r>
            <a:r>
              <a:rPr dirty="0" err="1"/>
              <a:t>고유분해</a:t>
            </a:r>
            <a:r>
              <a:rPr dirty="0"/>
              <a:t> → </a:t>
            </a:r>
            <a:r>
              <a:rPr dirty="0" err="1"/>
              <a:t>고유벡터</a:t>
            </a:r>
            <a:r>
              <a:rPr dirty="0"/>
              <a:t> φₖ(</a:t>
            </a:r>
            <a:r>
              <a:rPr dirty="0" err="1"/>
              <a:t>변형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)·</a:t>
            </a:r>
            <a:r>
              <a:rPr dirty="0" err="1"/>
              <a:t>고유값</a:t>
            </a:r>
            <a:r>
              <a:rPr dirty="0"/>
              <a:t> λₖ(</a:t>
            </a:r>
            <a:r>
              <a:rPr dirty="0" err="1"/>
              <a:t>분산기여도</a:t>
            </a:r>
            <a:r>
              <a:rPr dirty="0"/>
              <a:t>)</a:t>
            </a:r>
          </a:p>
          <a:p>
            <a:pPr marL="457200" lvl="1" indent="0">
              <a:buNone/>
            </a:pPr>
            <a:r>
              <a:rPr dirty="0"/>
              <a:t>③ </a:t>
            </a:r>
            <a:r>
              <a:rPr dirty="0" err="1"/>
              <a:t>개별곡선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= (</a:t>
            </a:r>
            <a:r>
              <a:rPr dirty="0" err="1"/>
              <a:t>곡선</a:t>
            </a:r>
            <a:r>
              <a:rPr dirty="0"/>
              <a:t>−μ)·φₖ </a:t>
            </a:r>
            <a:r>
              <a:rPr dirty="0" err="1"/>
              <a:t>내적</a:t>
            </a:r>
            <a:r>
              <a:rPr dirty="0"/>
              <a:t>(</a:t>
            </a:r>
            <a:r>
              <a:rPr dirty="0" err="1"/>
              <a:t>투영</a:t>
            </a:r>
            <a:r>
              <a:rPr dirty="0"/>
              <a:t>) → 128차원을 PCₖ </a:t>
            </a:r>
            <a:r>
              <a:rPr dirty="0" err="1"/>
              <a:t>소수</a:t>
            </a:r>
            <a:r>
              <a:rPr dirty="0"/>
              <a:t> </a:t>
            </a:r>
            <a:r>
              <a:rPr dirty="0" err="1"/>
              <a:t>값으로</a:t>
            </a:r>
            <a:r>
              <a:rPr dirty="0"/>
              <a:t> </a:t>
            </a:r>
            <a:r>
              <a:rPr dirty="0" err="1"/>
              <a:t>압축</a:t>
            </a:r>
            <a:endParaRPr dirty="0"/>
          </a:p>
          <a:p>
            <a:pPr marL="457200" lvl="1" indent="0">
              <a:buNone/>
            </a:pPr>
            <a:r>
              <a:rPr dirty="0"/>
              <a:t>④ </a:t>
            </a:r>
            <a:r>
              <a:rPr dirty="0" err="1"/>
              <a:t>시각화</a:t>
            </a:r>
            <a:r>
              <a:rPr dirty="0"/>
              <a:t> = μ ± √λₖ·φₖ (PCₖ </a:t>
            </a:r>
            <a:r>
              <a:rPr dirty="0" err="1"/>
              <a:t>방향</a:t>
            </a:r>
            <a:r>
              <a:rPr dirty="0"/>
              <a:t> 1SD </a:t>
            </a:r>
            <a:r>
              <a:rPr dirty="0" err="1"/>
              <a:t>변화</a:t>
            </a:r>
            <a:r>
              <a:rPr dirty="0"/>
              <a:t> </a:t>
            </a:r>
            <a:r>
              <a:rPr dirty="0" err="1"/>
              <a:t>곡선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FPCA란? — AEC 곡선을 요약하는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벡터 PCA와 동일한 논리 — 합(Σ) 대신 적분(∫), 고유벡터(v) 대신 고유함수(φ)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FD9E8-7DD0-592E-3859-A844DA66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B4FB-DFBB-49B5-8CF3-BCEEDD796CA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5" name="Picture 4" descr="tm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034" y="1844571"/>
            <a:ext cx="5069931" cy="427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B95B-3E62-83C2-6DEA-0768EF29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36A6-AA60-1728-7756-26591D32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FPCA란? — AEC 곡선을 요약하는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7FE31-AF9B-8C72-A122-50755262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μ(t) ± √λₖ·φₖ(t) = PCₖ </a:t>
            </a:r>
            <a:r>
              <a:rPr b="1" dirty="0" err="1"/>
              <a:t>방향</a:t>
            </a:r>
            <a:r>
              <a:rPr b="1" dirty="0"/>
              <a:t> 1SD </a:t>
            </a:r>
            <a:r>
              <a:rPr b="1" dirty="0" err="1"/>
              <a:t>변화</a:t>
            </a:r>
            <a:r>
              <a:rPr b="1" dirty="0"/>
              <a:t> </a:t>
            </a:r>
            <a:r>
              <a:rPr b="1" dirty="0" err="1"/>
              <a:t>곡선</a:t>
            </a:r>
            <a:endParaRPr lang="en-US" b="1" dirty="0"/>
          </a:p>
          <a:p>
            <a:r>
              <a:rPr b="1" dirty="0" err="1"/>
              <a:t>분산설명</a:t>
            </a:r>
            <a:r>
              <a:rPr b="1" dirty="0"/>
              <a:t>: PC1 84.3%·PC2 10.5%·PC3 2.6%·PC4 1.1%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81E541-F346-87FE-4B35-C9E1CFDF8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8352"/>
            <a:ext cx="12192000" cy="26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9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FPCA란? — AEC 곡선을 요약하는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 점수 = (환자 곡선−평균곡선)×고유함수를 슬라이스별로 곱해 합산 — 실측 ξ1=2997.2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FD9E8-7DD0-592E-3859-A844DA66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1400-8B7B-484E-AE37-D42C95D350A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5" name="Picture 4" descr="tmp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677" y="1960918"/>
            <a:ext cx="4566646" cy="427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곡선 FPCA 컴포넌트 수 선택 근거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FF373-5089-FB1F-F514-8914F85B8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n=1..20 각각 PCA(n_components=n, fold별 train에서만 fit)+clinic4 → 5-fold OOF 회귀 R² 평균 → argmax(내부전용) · best n=12(R²=0.576), n=3(분산97%) 대비 +0.011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2EFD9E8-7DD0-592E-3859-A844DA66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BB4F3E-4005-ED8F-E741-318E5480C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318694"/>
            <a:ext cx="7315200" cy="3920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 n=3 vs n=12 - 회귀·분류 실제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회귀는</a:t>
            </a:r>
            <a:r>
              <a:rPr dirty="0"/>
              <a:t> n=12가 9종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근소</a:t>
            </a:r>
            <a:r>
              <a:rPr dirty="0"/>
              <a:t> </a:t>
            </a:r>
            <a:r>
              <a:rPr dirty="0" err="1"/>
              <a:t>우세</a:t>
            </a:r>
            <a:r>
              <a:rPr dirty="0"/>
              <a:t>(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+0.009·외부 </a:t>
            </a:r>
            <a:r>
              <a:rPr dirty="0" err="1"/>
              <a:t>평균</a:t>
            </a:r>
            <a:r>
              <a:rPr dirty="0"/>
              <a:t> +0.017) · </a:t>
            </a:r>
            <a:r>
              <a:rPr dirty="0" err="1"/>
              <a:t>분류는</a:t>
            </a:r>
            <a:r>
              <a:rPr dirty="0"/>
              <a:t> DeLong 18개 중 17개 </a:t>
            </a:r>
            <a:r>
              <a:rPr dirty="0" err="1"/>
              <a:t>n.s</a:t>
            </a:r>
            <a:r>
              <a:rPr dirty="0"/>
              <a:t>. — n=3 </a:t>
            </a:r>
            <a:r>
              <a:rPr dirty="0" err="1"/>
              <a:t>고정</a:t>
            </a:r>
            <a:r>
              <a:rPr dirty="0"/>
              <a:t>, </a:t>
            </a:r>
            <a:r>
              <a:rPr dirty="0" err="1"/>
              <a:t>문제없음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2EFD9E8-7DD0-592E-3859-A844DA66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0EAF-A7F9-4C52-AC38-D94CE58AE4D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6" name="Picture 5" descr="fpca_n3_vs_n12_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877598"/>
            <a:ext cx="7315200" cy="2802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18F0-02C9-4FD7-3613-B8F272B7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06CA-89C7-7F7D-03C5-684FB83A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</a:t>
            </a:r>
            <a:r>
              <a:rPr lang="ko-KR" altLang="en-US" dirty="0"/>
              <a:t>별 </a:t>
            </a:r>
            <a:r>
              <a:rPr lang="en-US" altLang="ko-KR" dirty="0"/>
              <a:t>R</a:t>
            </a:r>
            <a:r>
              <a:rPr lang="en-US" altLang="ko-KR" baseline="30000" dirty="0"/>
              <a:t>2</a:t>
            </a:r>
            <a:r>
              <a:rPr lang="ko-KR" altLang="en-US" dirty="0"/>
              <a:t> 비교 </a:t>
            </a:r>
            <a:r>
              <a:rPr lang="en-US" altLang="ko-KR" dirty="0"/>
              <a:t>- </a:t>
            </a:r>
            <a:r>
              <a:rPr lang="ko-KR" altLang="en-US" dirty="0"/>
              <a:t>절대값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CEC089-FE04-C56D-D108-CDE3D287B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clinic4+AEC(</a:t>
            </a:r>
            <a:r>
              <a:rPr lang="ko-KR" altLang="en-US" b="1" dirty="0"/>
              <a:t>전체결합</a:t>
            </a:r>
            <a:r>
              <a:rPr lang="en-US" altLang="ko-KR" b="1" dirty="0"/>
              <a:t>) R²: VAT 0.523→0.620(</a:t>
            </a:r>
            <a:r>
              <a:rPr lang="ko-KR" altLang="en-US" b="1" dirty="0"/>
              <a:t>내부</a:t>
            </a:r>
            <a:r>
              <a:rPr lang="en-US" altLang="ko-KR" b="1" dirty="0"/>
              <a:t>)·0.418→0.512(</a:t>
            </a:r>
            <a:r>
              <a:rPr lang="ko-KR" altLang="en-US" b="1" dirty="0"/>
              <a:t>외부</a:t>
            </a:r>
            <a:r>
              <a:rPr lang="en-US" altLang="ko-KR" b="1" dirty="0"/>
              <a:t>)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4907320-11A9-6974-B509-B5DCD88C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17E078-B434-EAA3-7AD0-981541F27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00" y="1679605"/>
            <a:ext cx="11520000" cy="45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7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9A41-434A-D8C8-D8AB-AC73B507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69C58D33-A85F-92D0-CB55-E49A3B9F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00" y="1679605"/>
            <a:ext cx="11520000" cy="45941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A4C9C-30A7-877B-09D5-380EA7D9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</a:t>
            </a:r>
            <a:r>
              <a:rPr lang="ko-KR" altLang="en-US" dirty="0"/>
              <a:t>별 </a:t>
            </a:r>
            <a:r>
              <a:rPr lang="en-US" altLang="ko-KR" dirty="0"/>
              <a:t>R</a:t>
            </a:r>
            <a:r>
              <a:rPr lang="en-US" altLang="ko-KR" baseline="30000" dirty="0"/>
              <a:t>2</a:t>
            </a:r>
            <a:r>
              <a:rPr lang="ko-KR" altLang="en-US" dirty="0"/>
              <a:t> 비교 </a:t>
            </a:r>
            <a:r>
              <a:rPr lang="en-US" altLang="ko-KR" dirty="0"/>
              <a:t>- </a:t>
            </a:r>
            <a:r>
              <a:rPr lang="ko-KR" altLang="en-US" dirty="0"/>
              <a:t>비율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6265E-B10E-5E84-E038-054C4135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VAT/TAMA 외부 R² 0.307→0.389 최대개선 · VAT/TotalFat 내부 0.642→0.703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49B418-DBB0-7438-1C91-189174C4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24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AUC 원값(95% 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 AUC 0.757~0.894 · External AUC 0.708~0.889 · 전 feature clinic4 </a:t>
            </a:r>
            <a:r>
              <a:rPr b="1" dirty="0" err="1"/>
              <a:t>대비</a:t>
            </a:r>
            <a:r>
              <a:rPr b="1" dirty="0"/>
              <a:t> +AEC </a:t>
            </a:r>
            <a:r>
              <a:rPr b="1" dirty="0" err="1"/>
              <a:t>방향</a:t>
            </a:r>
            <a:r>
              <a:rPr b="1" dirty="0"/>
              <a:t> </a:t>
            </a:r>
            <a:r>
              <a:rPr b="1" dirty="0" err="1"/>
              <a:t>일관</a:t>
            </a:r>
            <a:endParaRPr b="1" dirty="0"/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1B6-021E-43E9-8074-41910F61F8F2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D454E9-2E26-3786-7365-E1518B27C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5064"/>
            <a:ext cx="12192000" cy="28761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4B1D-2CBB-6CED-1EB5-CA9D2C81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F716-57A0-660B-CE4C-131F3C3D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</a:t>
            </a:r>
            <a:r>
              <a:rPr lang="ko-KR" altLang="en-US" dirty="0"/>
              <a:t>성능 비교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84F8A-5C4E-4A7A-CF57-1539F1F2C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Internal ΔAUC 전 지표 양(+) · SAT만 n.s.(p=0.353) · VAT_SAT_ratio +0.081 </a:t>
            </a:r>
            <a:r>
              <a:rPr lang="en-US" altLang="ko-KR" b="1" dirty="0" err="1"/>
              <a:t>최대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EE40B8F-76DC-8DB4-8345-E91D95C8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6A67C4-8084-B2FB-E7B6-122E05D9F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8169"/>
            <a:ext cx="12192000" cy="433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24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성능 비교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2D2F0C-10EB-95CB-CACA-D47F5B372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External </a:t>
            </a:r>
            <a:r>
              <a:rPr lang="el-GR" altLang="ko-KR" b="1" dirty="0"/>
              <a:t>Δ</a:t>
            </a:r>
            <a:r>
              <a:rPr lang="en-US" altLang="ko-KR" b="1" dirty="0"/>
              <a:t>AUC </a:t>
            </a:r>
            <a:r>
              <a:rPr lang="ko-KR" altLang="en-US" b="1" dirty="0"/>
              <a:t>전 지표 양</a:t>
            </a:r>
            <a:r>
              <a:rPr lang="en-US" altLang="ko-KR" b="1" dirty="0"/>
              <a:t>(+) · SAT(p=0.098)·</a:t>
            </a:r>
            <a:r>
              <a:rPr lang="en-US" altLang="ko-KR" b="1" dirty="0" err="1"/>
              <a:t>SAT_TAMA_ratio</a:t>
            </a:r>
            <a:r>
              <a:rPr lang="en-US" altLang="ko-KR" b="1" dirty="0"/>
              <a:t>(p=0.051) </a:t>
            </a:r>
            <a:r>
              <a:rPr lang="en-US" altLang="ko-KR" b="1" dirty="0" err="1"/>
              <a:t>n.s</a:t>
            </a:r>
            <a:r>
              <a:rPr lang="en-US" altLang="ko-KR" b="1" dirty="0"/>
              <a:t>.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ACFA5B2-A85A-A4F5-ECB0-6B61F784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46B985-55E2-871D-E7CC-B8079CE2C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8169"/>
            <a:ext cx="12192000" cy="43307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스캐너별 성능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AUC 11개 </a:t>
            </a:r>
            <a:r>
              <a:rPr dirty="0" err="1"/>
              <a:t>스캐너</a:t>
            </a:r>
            <a:r>
              <a:rPr dirty="0"/>
              <a:t> 행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· R²는 10/11 </a:t>
            </a:r>
            <a:r>
              <a:rPr dirty="0" err="1"/>
              <a:t>개선</a:t>
            </a:r>
            <a:r>
              <a:rPr dirty="0"/>
              <a:t>(SOMATOM Definition Flash </a:t>
            </a:r>
            <a:r>
              <a:rPr dirty="0" err="1"/>
              <a:t>외부만</a:t>
            </a:r>
            <a:r>
              <a:rPr dirty="0"/>
              <a:t> −0.024)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6DE400-C256-47D5-BA4A-0B825F63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55401"/>
              </p:ext>
            </p:extLst>
          </p:nvPr>
        </p:nvGraphicFramePr>
        <p:xfrm>
          <a:off x="536000" y="1750000"/>
          <a:ext cx="11120000" cy="430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8333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Cohort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Scanner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R²(clinic4)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ysClr val="windowText" lastClr="000000"/>
                          </a:solidFill>
                        </a:rPr>
                        <a:t>R²(+AEC)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ysClr val="windowText" lastClr="000000"/>
                          </a:solidFill>
                        </a:rPr>
                        <a:t>ΔR²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AUC(clinic4)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AUC(+AEC)</a:t>
                      </a:r>
                    </a:p>
                  </a:txBody>
                  <a:tcPr marL="45000" marR="45000"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ΔAUC</a:t>
                      </a:r>
                    </a:p>
                  </a:txBody>
                  <a:tcPr marL="45000" marR="45000" marT="20000" marB="2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internal(</a:t>
                      </a:r>
                      <a:r>
                        <a:rPr sz="1000" b="0" dirty="0" err="1">
                          <a:solidFill>
                            <a:srgbClr val="161616"/>
                          </a:solidFill>
                        </a:rPr>
                        <a:t>강남</a:t>
                      </a:r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)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Ingenuity Core 128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202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0.550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0.600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+0.050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0.832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0.874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+0.043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ctr"/>
                      <a:endParaRPr sz="2000" dirty="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Revolution CT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317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0.546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0.604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+0.058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0.846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0.881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+0.035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ctr"/>
                      <a:endParaRPr sz="2000" dirty="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SOMATOM Definition AS+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182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0.368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0.452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+0.084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0.775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0.818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+0.042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ctr"/>
                      <a:endParaRPr sz="2000" dirty="0"/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Sensation 64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380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0.503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0.611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+0.108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0.789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0.851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+0.062</a:t>
                      </a:r>
                    </a:p>
                  </a:txBody>
                  <a:tcPr marL="45000" marR="45000" marT="20000" marB="20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external(</a:t>
                      </a:r>
                      <a:r>
                        <a:rPr sz="1000" b="0" dirty="0" err="1">
                          <a:solidFill>
                            <a:srgbClr val="161616"/>
                          </a:solidFill>
                        </a:rPr>
                        <a:t>신촌</a:t>
                      </a:r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)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LightSpeed VCT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50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0.487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0.595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+0.107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0.798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0.860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+0.062</a:t>
                      </a:r>
                    </a:p>
                  </a:txBody>
                  <a:tcPr marL="45000" marR="45000" marT="20000" marB="20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Revolution EVO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149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0.225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0.397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+0.171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0.742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0.790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+0.048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SOMATOM Definition AS+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166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0.572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0.584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+0.011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0.827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0.857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+0.029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SOMATOM Definition Flash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228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0.570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0.545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1473F"/>
                          </a:solidFill>
                        </a:rPr>
                        <a:t>-0.024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0.829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0.852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+0.022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SOMATOM Force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123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0.552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0.600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+0.048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0.834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0.870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+0.036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333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Sensation 64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48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0.356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0.395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+0.039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0.788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0.833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BAF7A"/>
                          </a:solidFill>
                        </a:rPr>
                        <a:t>+0.045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337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61616"/>
                          </a:solidFill>
                        </a:rPr>
                        <a:t>iCT</a:t>
                      </a:r>
                      <a:r>
                        <a:rPr sz="1000" b="0" dirty="0">
                          <a:solidFill>
                            <a:srgbClr val="161616"/>
                          </a:solidFill>
                        </a:rPr>
                        <a:t> 256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135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0.502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0.546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AF7A"/>
                          </a:solidFill>
                        </a:rPr>
                        <a:t>+0.044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0.767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</a:rPr>
                        <a:t>0.816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BAF7A"/>
                          </a:solidFill>
                        </a:rPr>
                        <a:t>+0.049</a:t>
                      </a:r>
                    </a:p>
                  </a:txBody>
                  <a:tcPr marL="45000" marR="45000" marT="20000" marB="2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5D7E-5B12-EE7F-2D27-D112735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AEC </a:t>
            </a:r>
            <a:r>
              <a:rPr dirty="0" err="1"/>
              <a:t>전처리</a:t>
            </a:r>
            <a:r>
              <a:rPr dirty="0"/>
              <a:t> Raw vs </a:t>
            </a:r>
            <a:r>
              <a:rPr lang="en-US" dirty="0"/>
              <a:t>Patient-wise</a:t>
            </a:r>
            <a:r>
              <a:rPr dirty="0"/>
              <a:t> — </a:t>
            </a:r>
            <a:r>
              <a:rPr dirty="0" err="1"/>
              <a:t>상관·분류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E72CD2-81D6-E4A4-7AB6-851063A4E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상관관계(내부, AEC 8구간평균 </a:t>
            </a:r>
            <a:r>
              <a:rPr lang="ko-KR" altLang="en-US" dirty="0" err="1"/>
              <a:t>vs</a:t>
            </a:r>
            <a:r>
              <a:rPr lang="ko-KR" altLang="en-US" dirty="0"/>
              <a:t> </a:t>
            </a:r>
            <a:r>
              <a:rPr lang="ko-KR" altLang="en-US" dirty="0" err="1"/>
              <a:t>output</a:t>
            </a:r>
            <a:r>
              <a:rPr lang="ko-KR" altLang="en-US" dirty="0"/>
              <a:t> </a:t>
            </a:r>
            <a:r>
              <a:rPr lang="ko-KR" altLang="en-US" dirty="0" err="1"/>
              <a:t>feature</a:t>
            </a:r>
            <a:r>
              <a:rPr lang="ko-KR" altLang="en-US" dirty="0"/>
              <a:t> </a:t>
            </a:r>
            <a:r>
              <a:rPr lang="ko-KR" altLang="en-US" dirty="0" err="1"/>
              <a:t>max|r</a:t>
            </a:r>
            <a:r>
              <a:rPr lang="ko-KR" altLang="en-US" dirty="0"/>
              <a:t>|) — </a:t>
            </a:r>
            <a:r>
              <a:rPr lang="ko-KR" altLang="en-US" dirty="0" err="1"/>
              <a:t>patient-wise가</a:t>
            </a:r>
            <a:r>
              <a:rPr lang="ko-KR" altLang="en-US" dirty="0"/>
              <a:t> 비율계열 크게 개선</a:t>
            </a:r>
            <a:endParaRPr lang="en-US" altLang="ko-KR" dirty="0"/>
          </a:p>
          <a:p>
            <a:pPr>
              <a:lnSpc>
                <a:spcPct val="160000"/>
              </a:lnSpc>
              <a:spcAft>
                <a:spcPts val="800"/>
              </a:spcAft>
            </a:pPr>
            <a:endParaRPr lang="en-US" altLang="ko-KR" dirty="0"/>
          </a:p>
          <a:p>
            <a:pPr>
              <a:lnSpc>
                <a:spcPct val="160000"/>
              </a:lnSpc>
              <a:spcAft>
                <a:spcPts val="800"/>
              </a:spcAft>
            </a:pPr>
            <a:endParaRPr lang="en-US" altLang="ko-KR" dirty="0"/>
          </a:p>
          <a:p>
            <a:pPr>
              <a:lnSpc>
                <a:spcPct val="160000"/>
              </a:lnSpc>
              <a:spcAft>
                <a:spcPts val="800"/>
              </a:spcAft>
            </a:pPr>
            <a:endParaRPr lang="ko-KR" altLang="en-US" dirty="0"/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분류 성능(clinic4+FPCA </a:t>
            </a:r>
            <a:r>
              <a:rPr lang="ko-KR" altLang="en-US" dirty="0" err="1"/>
              <a:t>n</a:t>
            </a:r>
            <a:r>
              <a:rPr lang="ko-KR" altLang="en-US" dirty="0"/>
              <a:t>=3 </a:t>
            </a:r>
            <a:r>
              <a:rPr lang="ko-KR" altLang="en-US" dirty="0" err="1"/>
              <a:t>logistic</a:t>
            </a:r>
            <a:r>
              <a:rPr lang="ko-KR" altLang="en-US" dirty="0"/>
              <a:t> AUC) — </a:t>
            </a:r>
            <a:r>
              <a:rPr lang="ko-KR" altLang="en-US" dirty="0" err="1"/>
              <a:t>raw</a:t>
            </a:r>
            <a:r>
              <a:rPr lang="ko-KR" altLang="en-US" dirty="0"/>
              <a:t>/</a:t>
            </a:r>
            <a:r>
              <a:rPr lang="en-US" altLang="ko-KR" dirty="0"/>
              <a:t>patient-wise</a:t>
            </a:r>
            <a:r>
              <a:rPr lang="ko-KR" altLang="en-US" dirty="0"/>
              <a:t> 실질적 차이 없음</a:t>
            </a:r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dirty="0"/>
              <a:t>내부 평균 0.854→0.856·외부 0.838→0.837 · </a:t>
            </a:r>
            <a:r>
              <a:rPr lang="ko-KR" altLang="en-US" dirty="0" err="1"/>
              <a:t>DeLong</a:t>
            </a:r>
            <a:r>
              <a:rPr lang="ko-KR" altLang="en-US" dirty="0"/>
              <a:t> 18개 중 4개만 유의(</a:t>
            </a:r>
            <a:r>
              <a:rPr lang="ko-KR" altLang="en-US" dirty="0" err="1"/>
              <a:t>p</a:t>
            </a:r>
            <a:r>
              <a:rPr lang="ko-KR" altLang="en-US" dirty="0"/>
              <a:t>&lt;0.05), 개선 방향도 혼재</a:t>
            </a:r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lang="ko-KR" altLang="en-US" dirty="0"/>
              <a:t>결론 — </a:t>
            </a:r>
            <a:r>
              <a:rPr lang="ko-KR" altLang="en-US" dirty="0" err="1"/>
              <a:t>Raw</a:t>
            </a:r>
            <a:r>
              <a:rPr lang="ko-KR" altLang="en-US" dirty="0"/>
              <a:t> 유지, </a:t>
            </a:r>
            <a:r>
              <a:rPr lang="ko-KR" altLang="en-US" dirty="0" err="1"/>
              <a:t>patient-wise</a:t>
            </a:r>
            <a:r>
              <a:rPr lang="ko-KR" altLang="en-US" dirty="0"/>
              <a:t> 정규화는 불필요</a:t>
            </a:r>
          </a:p>
          <a:p>
            <a:pPr lvl="1">
              <a:lnSpc>
                <a:spcPct val="160000"/>
              </a:lnSpc>
              <a:spcAft>
                <a:spcPts val="500"/>
              </a:spcAft>
            </a:pPr>
            <a:r>
              <a:rPr lang="ko-KR" altLang="en-US" dirty="0"/>
              <a:t>상관은 </a:t>
            </a:r>
            <a:r>
              <a:rPr lang="en-US" altLang="ko-KR" dirty="0"/>
              <a:t>patient-wise</a:t>
            </a:r>
            <a:r>
              <a:rPr lang="ko-KR" altLang="en-US" dirty="0"/>
              <a:t>가 형태-비율 대응관계를 선명히 하지만, 실제 진단분류 성능엔 이득 없음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A2E73-B7C0-AE73-6FBB-E862B229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5EB6-1D30-47CF-819E-9F794AA3887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380049"/>
              </p:ext>
            </p:extLst>
          </p:nvPr>
        </p:nvGraphicFramePr>
        <p:xfrm>
          <a:off x="916717" y="1858617"/>
          <a:ext cx="10358565" cy="157038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290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1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2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7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23461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Total Fat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/>
                        <a:t>VAT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 err="1"/>
                        <a:t>TotalFat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/>
                        <a:t>VAT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/>
                        <a:t>VAT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/>
                        <a:t>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 err="1"/>
                        <a:t>TotalFat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/>
                        <a:t>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/>
                        <a:t>SAT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 err="1"/>
                        <a:t>TotalFat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sng" dirty="0"/>
                        <a:t>SAT</a:t>
                      </a:r>
                      <a:endParaRPr lang="en-US" sz="1200" b="1" u="sng" dirty="0"/>
                    </a:p>
                    <a:p>
                      <a:pPr algn="ctr"/>
                      <a:r>
                        <a:rPr sz="1200" b="1" dirty="0"/>
                        <a:t>TAMA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61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0.463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0.488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0.488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0.267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61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patient-wise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0.609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0.286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F4B9-717A-0D35-3760-D5D94A1C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769D-A280-F2B9-5FAA-54C3E943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0436FBC-B753-7F46-FA13-7C336C9E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B23DE8-EEB7-5682-E1F8-DABB32DFE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ko-KR" altLang="en-US" dirty="0"/>
              <a:t>① 비율 예측 개선 최대 — VAT_TAMA_ratio 외부 R² 0.307→0.389</a:t>
            </a:r>
          </a:p>
          <a:p>
            <a:pPr marL="0" indent="0">
              <a:buNone/>
            </a:pPr>
            <a:r>
              <a:rPr lang="ko-KR" altLang="en-US" dirty="0"/>
              <a:t>② 이진분류 = 회귀와 동일 최적 조합(정정) — 9종 중 7종 내부·외부 유의</a:t>
            </a:r>
          </a:p>
          <a:p>
            <a:pPr lvl="1"/>
            <a:r>
              <a:rPr lang="ko-KR" altLang="en-US" dirty="0"/>
              <a:t>SAT(p=0.098)·SAT_TAMA_ratio(p=0.051) 2종만 외부 유의성 미확인</a:t>
            </a:r>
          </a:p>
          <a:p>
            <a:pPr marL="0" indent="0">
              <a:buNone/>
            </a:pPr>
            <a:r>
              <a:rPr lang="ko-KR" altLang="en-US" dirty="0"/>
              <a:t>③ 스캐너 11개 조합(내부4·외부7) 전체 재현</a:t>
            </a:r>
          </a:p>
          <a:p>
            <a:pPr lvl="1"/>
            <a:r>
              <a:rPr lang="ko-KR" altLang="en-US" dirty="0"/>
              <a:t>AUC 11/11·R² 10/11 개선, SOMATOM Definition Flash 외부 1곳만 R² −0.024(AUC 기준으로는 이 곳도 개선)</a:t>
            </a:r>
          </a:p>
          <a:p>
            <a:pPr marL="0" indent="0">
              <a:buNone/>
            </a:pPr>
            <a:r>
              <a:rPr lang="ko-KR" altLang="en-US" dirty="0"/>
              <a:t>④ FPCA n=3 고정 vs n=12 — 실제 차이는 미미</a:t>
            </a:r>
          </a:p>
          <a:p>
            <a:pPr lvl="1"/>
            <a:r>
              <a:rPr lang="ko-KR" altLang="en-US" dirty="0"/>
              <a:t>회귀는 n=12가 9종 전부 근소 우세(내부 평균 +0.009·외부 +0.017), 분류는 DeLong 18개 중 17개 n.s.(SAT_SUM 외부만 p=0.042)</a:t>
            </a:r>
          </a:p>
          <a:p>
            <a:pPr marL="0" indent="0">
              <a:buNone/>
            </a:pPr>
            <a:r>
              <a:rPr lang="ko-KR" altLang="en-US" dirty="0"/>
              <a:t>⑤ AEC 전처리 Raw vs Patient-wise — 분류 성능 차이 없음</a:t>
            </a:r>
          </a:p>
          <a:p>
            <a:pPr lvl="1"/>
            <a:r>
              <a:rPr lang="ko-KR" altLang="en-US" dirty="0"/>
              <a:t>상관관계는 patient-wise가 비율계열에서 개선(평균|r| 0.474→0.543)이나 분류 AUC는 raw와 동등(DeLong 18개 중 4개만 유의)</a:t>
            </a:r>
          </a:p>
        </p:txBody>
      </p:sp>
    </p:spTree>
    <p:extLst>
      <p:ext uri="{BB962C8B-B14F-4D97-AF65-F5344CB8AC3E}">
        <p14:creationId xmlns:p14="http://schemas.microsoft.com/office/powerpoint/2010/main" val="2289948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SAT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3A0-97B3-49A1-A90A-ABB0B2E25F7D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5" name="Picture 4" descr="sat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88" y="1202251"/>
            <a:ext cx="10615024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VAT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DF40-5BCA-4E36-89AE-AEB84F66955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5" name="Picture 4" descr="vat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88" y="1202251"/>
            <a:ext cx="10615024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Total Fat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44FB0-95F8-4B71-B6CB-DADDAFB22BA2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5" name="Picture 4" descr="total_fat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VAT/SAT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05BD-A43B-405C-9DF6-DCBE6D8507D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5" name="Picture 4" descr="vat_sat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ROC Curve — VAT/</a:t>
            </a:r>
            <a:r>
              <a:rPr dirty="0" err="1"/>
              <a:t>TotalFat</a:t>
            </a:r>
            <a:r>
              <a:rPr dirty="0"/>
              <a:t>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F9EC-AF77-42BA-897A-F625E496DAB2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5" name="Picture 4" descr="vat_totalfat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VAT/TAMA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E3A2-9E94-4C88-8A99-205B18A58E8E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5" name="Picture 4" descr="vat_tama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SAT/TotalFat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E575D-E2A4-470A-B112-BD64578DEE8A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5" name="Picture 4" descr="sat_totalfat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TotalFat/TAMA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05E0-3E30-4907-886C-F222CDB8ABE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5" name="Picture 4" descr="totalfat_tama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SAT/TAMA ratio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8F37-6811-429A-B415-F965F56556CF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5" name="Picture 4" descr="sat_tama_ratio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2" y="1202251"/>
            <a:ext cx="10624435" cy="44534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43ACE-7563-DD2D-166C-8473555D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5AFD-EC68-389C-E9A6-200D0AC7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– R</a:t>
            </a:r>
            <a:r>
              <a:rPr lang="en-US" altLang="ko-KR" baseline="30000" dirty="0"/>
              <a:t>2</a:t>
            </a:r>
            <a:endParaRPr baseline="300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8FF79DE-29E5-B5FE-7329-D985975A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FBEC61A-81DB-2924-8A98-D2CBF8324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29" y="235132"/>
            <a:ext cx="6589397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5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5E20-51E2-B7BA-2F60-ECD66280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047E-DFAA-CBCB-2B00-1059CE4C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– R</a:t>
            </a:r>
            <a:r>
              <a:rPr lang="en-US" altLang="ko-KR" baseline="30000" dirty="0"/>
              <a:t>2</a:t>
            </a:r>
            <a:endParaRPr baseline="300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70CCB26-92EE-D18F-5C28-7ADE8386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9B6E79-79DE-A163-B826-302A420DB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29" y="235132"/>
            <a:ext cx="6589397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97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63E6-D518-AE5A-ADB6-A41B5D20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D71A-FE36-ACC9-512E-B7E62062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– R</a:t>
            </a:r>
            <a:r>
              <a:rPr lang="en-US" altLang="ko-KR" baseline="30000" dirty="0"/>
              <a:t>2</a:t>
            </a:r>
            <a:endParaRPr baseline="300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9A9AEE3-DB47-EE39-5BCC-A387F0FC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10AD87-43B5-9C7E-16DA-05B04F65C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28" y="235132"/>
            <a:ext cx="6589397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12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E978-B04E-ACD3-8EB8-BBCE3D9D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96B3-50F0-DA60-9F2F-BE1062FF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- AUC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BC89794-8CC1-9B14-A024-04A4F10E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1818A-6809-FBDD-2666-C2132F75C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632" y="897468"/>
            <a:ext cx="714873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0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3A50-5A68-081E-5F98-292D1B2C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29E3-FF73-D7CF-7E0A-1943CEA3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- AUC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9C181A-6B85-FAA8-44A0-677B59A7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3E4A3C-1C5B-0AC3-3E34-1997AC262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7" y="897468"/>
            <a:ext cx="715008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6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00BE-E3D3-7D40-4B77-C56BD6B7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71-FA4A-932B-DC99-8F9C36CC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스캐너별 성능 비교 </a:t>
            </a:r>
            <a:r>
              <a:rPr lang="en-US" altLang="ko-KR" dirty="0"/>
              <a:t>- AUC</a:t>
            </a:r>
            <a:endParaRPr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0511BC1-662D-DC89-C2D5-6B77B76F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1D52B69-5B4A-B7F9-6ECC-E0CD15213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7" y="897468"/>
            <a:ext cx="715008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4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연구대상군 특성 (Table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내부·외부 코호트 인구통계 비교 — 여성비율 외부가 10.4%p 낮음(53.8% vs 64.2%)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6000" y="1750000"/>
          <a:ext cx="1112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777">
                <a:tc>
                  <a:txBody>
                    <a:bodyPr/>
                    <a:lstStyle/>
                    <a:p>
                      <a:r>
                        <a:rPr sz="12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Internal (강남)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External (신촌)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N (전체)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성별 (남/여)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390 / 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428 / 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여성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53.8%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연령 (세)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57.0 ± 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59.5 ± 12.7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신장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162.2 ± 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162.5 ± 8.6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체중 (kg)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61.9 ± 10.6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61.8 ± 11.4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200" b="0"/>
                        <a:t>BMI (kg/m²)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23.5 ±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23.3 ± 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84">
                <a:tc>
                  <a:txBody>
                    <a:bodyPr/>
                    <a:lstStyle/>
                    <a:p>
                      <a:r>
                        <a:rPr sz="1200" b="0"/>
                        <a:t>주요 스캐너 수(n≥20)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16DE400-C256-47D5-BA4A-0B825F63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6922</TotalTime>
  <Words>4870</Words>
  <Application>Microsoft Office PowerPoint</Application>
  <PresentationFormat>와이드스크린</PresentationFormat>
  <Paragraphs>374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Arial</vt:lpstr>
      <vt:lpstr>KoPub돋움체 Medium</vt:lpstr>
      <vt:lpstr>KoPub돋움체 Bold</vt:lpstr>
      <vt:lpstr>Office 테마</vt:lpstr>
      <vt:lpstr>PowerPoint 프레젠테이션</vt:lpstr>
      <vt:lpstr>Research Summary</vt:lpstr>
      <vt:lpstr>Reference Papers</vt:lpstr>
      <vt:lpstr>Research Flow</vt:lpstr>
      <vt:lpstr>체성분 비율 6종</vt:lpstr>
      <vt:lpstr>Output Feature ↔ 임상변수(clinic4) 상관관계</vt:lpstr>
      <vt:lpstr>Output Feature ↔ AEC 구간별 상관관계</vt:lpstr>
      <vt:lpstr>FPCA란? — AEC 곡선을 요약하는 방법</vt:lpstr>
      <vt:lpstr>FPCA란? — AEC 곡선을 요약하는 방법</vt:lpstr>
      <vt:lpstr>FPCA란? — AEC 곡선을 요약하는 방법</vt:lpstr>
      <vt:lpstr>FPCA란? — AEC 곡선을 요약하는 방법</vt:lpstr>
      <vt:lpstr>AEC 곡선 FPCA 컴포넌트 수 선택 근거</vt:lpstr>
      <vt:lpstr>FPCA n=3 vs n=12 - 회귀·분류 실제 비교</vt:lpstr>
      <vt:lpstr>Feature별 R2 비교 - 절대값</vt:lpstr>
      <vt:lpstr>Feature별 R2 비교 - 비율</vt:lpstr>
      <vt:lpstr>Logistic Regression AUC 원값(95% CI)</vt:lpstr>
      <vt:lpstr>Logistic Regression 성능 비교</vt:lpstr>
      <vt:lpstr>Logistic Regression 성능 비교</vt:lpstr>
      <vt:lpstr>스캐너별 성능 요약</vt:lpstr>
      <vt:lpstr>AEC 전처리 Raw vs Patient-wise — 상관·분류 비교</vt:lpstr>
      <vt:lpstr>Conclusion</vt:lpstr>
      <vt:lpstr>PowerPoint 프레젠테이션</vt:lpstr>
      <vt:lpstr>ROC Curve — SAT</vt:lpstr>
      <vt:lpstr>ROC Curve — VAT</vt:lpstr>
      <vt:lpstr>ROC Curve — Total Fat</vt:lpstr>
      <vt:lpstr>ROC Curve — VAT/SAT ratio</vt:lpstr>
      <vt:lpstr>ROC Curve — VAT/TotalFat ratio</vt:lpstr>
      <vt:lpstr>ROC Curve — VAT/TAMA ratio</vt:lpstr>
      <vt:lpstr>ROC Curve — SAT/TotalFat ratio</vt:lpstr>
      <vt:lpstr>ROC Curve — TotalFat/TAMA ratio</vt:lpstr>
      <vt:lpstr>ROC Curve — SAT/TAMA ratio</vt:lpstr>
      <vt:lpstr>스캐너별 성능 비교 – R2</vt:lpstr>
      <vt:lpstr>스캐너별 성능 비교 – R2</vt:lpstr>
      <vt:lpstr>스캐너별 성능 비교 – R2</vt:lpstr>
      <vt:lpstr>스캐너별 성능 비교 - AUC</vt:lpstr>
      <vt:lpstr>스캐너별 성능 비교 - AUC</vt:lpstr>
      <vt:lpstr>스캐너별 성능 비교 - AUC</vt:lpstr>
      <vt:lpstr>연구대상군 특성 (Table 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2026-08-13T05:09:00Z</dcterms:modified>
</cp:coreProperties>
</file>
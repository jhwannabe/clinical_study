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657" r:id="rId3"/>
    <p:sldId id="646" r:id="rId4"/>
    <p:sldId id="645" r:id="rId5"/>
    <p:sldId id="648" r:id="rId6"/>
    <p:sldId id="656" r:id="rId7"/>
    <p:sldId id="650" r:id="rId8"/>
    <p:sldId id="651" r:id="rId9"/>
    <p:sldId id="652" r:id="rId10"/>
    <p:sldId id="653" r:id="rId11"/>
    <p:sldId id="658" r:id="rId12"/>
    <p:sldId id="659" r:id="rId13"/>
    <p:sldId id="660" r:id="rId14"/>
    <p:sldId id="654" r:id="rId15"/>
    <p:sldId id="487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18"/>
    </p:embeddedFont>
    <p:embeddedFont>
      <p:font typeface="KoPub돋움체 Medium" panose="00000600000000000000" pitchFamily="2" charset="-127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57"/>
            <p14:sldId id="646"/>
            <p14:sldId id="645"/>
            <p14:sldId id="648"/>
            <p14:sldId id="656"/>
            <p14:sldId id="650"/>
            <p14:sldId id="651"/>
            <p14:sldId id="652"/>
            <p14:sldId id="653"/>
            <p14:sldId id="658"/>
            <p14:sldId id="659"/>
            <p14:sldId id="660"/>
            <p14:sldId id="654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7:06:25.807" v="3604" actId="1076"/>
      <pc:docMkLst>
        <pc:docMk/>
      </pc:docMkLst>
      <pc:sldChg chg="modSp mod modNotes modNotesTx">
        <pc:chgData name="janghoon jun" userId="056a5883350c2f5e" providerId="LiveId" clId="{6DA654A6-03B0-40F7-A259-B276216985A6}" dt="2026-08-14T06:48:19.852" v="3532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4:43:52.078" v="331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4T06:48:19.852" v="353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55:28.768" v="3244" actId="47"/>
        <pc:sldMkLst>
          <pc:docMk/>
          <pc:sldMk cId="1829245646" sldId="618"/>
        </pc:sldMkLst>
      </pc:sldChg>
      <pc:sldChg chg="delSp modSp del mod ord modNotes">
        <pc:chgData name="janghoon jun" userId="056a5883350c2f5e" providerId="LiveId" clId="{6DA654A6-03B0-40F7-A259-B276216985A6}" dt="2026-08-14T01:55:28.043" v="3243" actId="47"/>
        <pc:sldMkLst>
          <pc:docMk/>
          <pc:sldMk cId="1017926003" sldId="619"/>
        </pc:sldMkLst>
      </pc:sldChg>
      <pc:sldChg chg="addSp delSp modSp del mod modNotes">
        <pc:chgData name="janghoon jun" userId="056a5883350c2f5e" providerId="LiveId" clId="{6DA654A6-03B0-40F7-A259-B276216985A6}" dt="2026-08-14T01:55:29.093" v="3245" actId="47"/>
        <pc:sldMkLst>
          <pc:docMk/>
          <pc:sldMk cId="0" sldId="639"/>
        </pc:sldMkLst>
      </pc:sldChg>
      <pc:sldChg chg="addSp delSp modSp del mod chgLayout modNotes">
        <pc:chgData name="janghoon jun" userId="056a5883350c2f5e" providerId="LiveId" clId="{6DA654A6-03B0-40F7-A259-B276216985A6}" dt="2026-08-14T01:55:31.464" v="3252" actId="47"/>
        <pc:sldMkLst>
          <pc:docMk/>
          <pc:sldMk cId="0" sldId="642"/>
        </pc:sldMkLst>
      </pc:sldChg>
      <pc:sldChg chg="addSp delSp modSp add del mod ord modNotes modNotesTx">
        <pc:chgData name="janghoon jun" userId="056a5883350c2f5e" providerId="LiveId" clId="{6DA654A6-03B0-40F7-A259-B276216985A6}" dt="2026-08-14T06:42:25.329" v="3500" actId="47"/>
        <pc:sldMkLst>
          <pc:docMk/>
          <pc:sldMk cId="4186292439" sldId="643"/>
        </pc:sldMkLst>
        <pc:spChg chg="mod">
          <ac:chgData name="janghoon jun" userId="056a5883350c2f5e" providerId="LiveId" clId="{6DA654A6-03B0-40F7-A259-B276216985A6}" dt="2026-08-14T01:55:19.523" v="3241" actId="6549"/>
          <ac:spMkLst>
            <pc:docMk/>
            <pc:sldMk cId="4186292439" sldId="643"/>
            <ac:spMk id="2" creationId="{8D695D7E-5B12-EE7F-2D27-D112735D3DF1}"/>
          </ac:spMkLst>
        </pc:spChg>
        <pc:spChg chg="add mod">
          <ac:chgData name="janghoon jun" userId="056a5883350c2f5e" providerId="LiveId" clId="{6DA654A6-03B0-40F7-A259-B276216985A6}" dt="2026-08-14T06:41:59.195" v="3499" actId="6549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del mod modNotes">
        <pc:chgData name="janghoon jun" userId="056a5883350c2f5e" providerId="LiveId" clId="{6DA654A6-03B0-40F7-A259-B276216985A6}" dt="2026-08-14T06:10:52.070" v="3373" actId="47"/>
        <pc:sldMkLst>
          <pc:docMk/>
          <pc:sldMk cId="0" sldId="644"/>
        </pc:sldMkLst>
        <pc:spChg chg="mod">
          <ac:chgData name="janghoon jun" userId="056a5883350c2f5e" providerId="LiveId" clId="{6DA654A6-03B0-40F7-A259-B276216985A6}" dt="2026-08-14T06:07:13.826" v="3348" actId="6549"/>
          <ac:spMkLst>
            <pc:docMk/>
            <pc:sldMk cId="0" sldId="644"/>
            <ac:spMk id="2" creationId="{00000000-0000-0000-0000-000000000000}"/>
          </ac:spMkLst>
        </pc:spChg>
        <pc:picChg chg="mod ord">
          <ac:chgData name="janghoon jun" userId="056a5883350c2f5e" providerId="LiveId" clId="{6DA654A6-03B0-40F7-A259-B276216985A6}" dt="2026-08-14T06:07:02.100" v="3337" actId="1076"/>
          <ac:picMkLst>
            <pc:docMk/>
            <pc:sldMk cId="0" sldId="644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4T06:43:27.078" v="3528" actId="20577"/>
        <pc:sldMkLst>
          <pc:docMk/>
          <pc:sldMk cId="0" sldId="645"/>
        </pc:sldMkLst>
        <pc:spChg chg="mod">
          <ac:chgData name="janghoon jun" userId="056a5883350c2f5e" providerId="LiveId" clId="{6DA654A6-03B0-40F7-A259-B276216985A6}" dt="2026-08-14T06:43:27.078" v="3528" actId="20577"/>
          <ac:spMkLst>
            <pc:docMk/>
            <pc:sldMk cId="0" sldId="64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8-14T05:08:25.368" v="3326" actId="478"/>
          <ac:spMkLst>
            <pc:docMk/>
            <pc:sldMk cId="0" sldId="645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10:32.306" v="3369"/>
          <ac:spMkLst>
            <pc:docMk/>
            <pc:sldMk cId="0" sldId="645"/>
            <ac:spMk id="6" creationId="{2EE77B89-6FC1-46C9-FCA8-D569F72C24D2}"/>
          </ac:spMkLst>
        </pc:spChg>
        <pc:spChg chg="add del mod">
          <ac:chgData name="janghoon jun" userId="056a5883350c2f5e" providerId="LiveId" clId="{6DA654A6-03B0-40F7-A259-B276216985A6}" dt="2026-08-14T05:08:25.972" v="3327" actId="478"/>
          <ac:spMkLst>
            <pc:docMk/>
            <pc:sldMk cId="0" sldId="645"/>
            <ac:spMk id="6" creationId="{A22BB08F-DD74-0388-2492-23686689050A}"/>
          </ac:spMkLst>
        </pc:spChg>
        <pc:picChg chg="del mod">
          <ac:chgData name="janghoon jun" userId="056a5883350c2f5e" providerId="LiveId" clId="{6DA654A6-03B0-40F7-A259-B276216985A6}" dt="2026-08-14T06:09:15.187" v="3363" actId="478"/>
          <ac:picMkLst>
            <pc:docMk/>
            <pc:sldMk cId="0" sldId="645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10:43.998" v="3372" actId="1076"/>
          <ac:picMkLst>
            <pc:docMk/>
            <pc:sldMk cId="0" sldId="645"/>
            <ac:picMk id="5" creationId="{66B9F178-A999-D9EE-A624-4D55B352437A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148" v="3254" actId="47"/>
        <pc:sldMkLst>
          <pc:docMk/>
          <pc:sldMk cId="238947098" sldId="645"/>
        </pc:sldMkLst>
      </pc:sldChg>
      <pc:sldChg chg="modSp mod ord">
        <pc:chgData name="janghoon jun" userId="056a5883350c2f5e" providerId="LiveId" clId="{6DA654A6-03B0-40F7-A259-B276216985A6}" dt="2026-08-14T06:35:18.862" v="3401" actId="1076"/>
        <pc:sldMkLst>
          <pc:docMk/>
          <pc:sldMk cId="0" sldId="646"/>
        </pc:sldMkLst>
        <pc:spChg chg="mod">
          <ac:chgData name="janghoon jun" userId="056a5883350c2f5e" providerId="LiveId" clId="{6DA654A6-03B0-40F7-A259-B276216985A6}" dt="2026-08-14T06:34:43.398" v="3397" actId="6549"/>
          <ac:spMkLst>
            <pc:docMk/>
            <pc:sldMk cId="0" sldId="646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5:18.862" v="3401" actId="1076"/>
          <ac:picMkLst>
            <pc:docMk/>
            <pc:sldMk cId="0" sldId="646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466" v="3255" actId="47"/>
        <pc:sldMkLst>
          <pc:docMk/>
          <pc:sldMk cId="3356245462" sldId="646"/>
        </pc:sldMkLst>
      </pc:sldChg>
      <pc:sldChg chg="modSp del mod">
        <pc:chgData name="janghoon jun" userId="056a5883350c2f5e" providerId="LiveId" clId="{6DA654A6-03B0-40F7-A259-B276216985A6}" dt="2026-08-14T06:10:58.904" v="3374" actId="47"/>
        <pc:sldMkLst>
          <pc:docMk/>
          <pc:sldMk cId="0" sldId="647"/>
        </pc:sldMkLst>
        <pc:picChg chg="mod">
          <ac:chgData name="janghoon jun" userId="056a5883350c2f5e" providerId="LiveId" clId="{6DA654A6-03B0-40F7-A259-B276216985A6}" dt="2026-08-14T06:08:54.038" v="3362" actId="1076"/>
          <ac:picMkLst>
            <pc:docMk/>
            <pc:sldMk cId="0" sldId="647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0.762" v="3271" actId="47"/>
        <pc:sldMkLst>
          <pc:docMk/>
          <pc:sldMk cId="314155230" sldId="647"/>
        </pc:sldMkLst>
      </pc:sldChg>
      <pc:sldChg chg="addSp delSp modSp mod">
        <pc:chgData name="janghoon jun" userId="056a5883350c2f5e" providerId="LiveId" clId="{6DA654A6-03B0-40F7-A259-B276216985A6}" dt="2026-08-14T06:40:59.618" v="3496" actId="1076"/>
        <pc:sldMkLst>
          <pc:docMk/>
          <pc:sldMk cId="0" sldId="648"/>
        </pc:sldMkLst>
        <pc:spChg chg="mod">
          <ac:chgData name="janghoon jun" userId="056a5883350c2f5e" providerId="LiveId" clId="{6DA654A6-03B0-40F7-A259-B276216985A6}" dt="2026-08-14T06:40:41.613" v="3489" actId="20577"/>
          <ac:spMkLst>
            <pc:docMk/>
            <pc:sldMk cId="0" sldId="648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4" creationId="{FE4BA54B-CC5C-3574-6659-6C8E807DD199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7" creationId="{401F5E15-9BAD-EC84-B611-BE37CACA435B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9" creationId="{D2CC564D-7421-FDFC-4C92-338AAC00EC81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11" creationId="{F9F8BACD-CA19-B111-607F-E6A81DFE3DD0}"/>
          </ac:spMkLst>
        </pc:spChg>
        <pc:spChg chg="add del mod">
          <ac:chgData name="janghoon jun" userId="056a5883350c2f5e" providerId="LiveId" clId="{6DA654A6-03B0-40F7-A259-B276216985A6}" dt="2026-08-14T06:40:46.259" v="3492"/>
          <ac:spMkLst>
            <pc:docMk/>
            <pc:sldMk cId="0" sldId="648"/>
            <ac:spMk id="12" creationId="{67DCC017-BE51-8E47-E9D2-C7597490201B}"/>
          </ac:spMkLst>
        </pc:spChg>
        <pc:grpChg chg="add mod">
          <ac:chgData name="janghoon jun" userId="056a5883350c2f5e" providerId="LiveId" clId="{6DA654A6-03B0-40F7-A259-B276216985A6}" dt="2026-08-14T06:40:50.562" v="3494" actId="164"/>
          <ac:grpSpMkLst>
            <pc:docMk/>
            <pc:sldMk cId="0" sldId="648"/>
            <ac:grpSpMk id="13" creationId="{6C11F562-D6E5-A8DD-B44E-E45D00B1A7E7}"/>
          </ac:grpSpMkLst>
        </pc:grpChg>
        <pc:grpChg chg="add mod">
          <ac:chgData name="janghoon jun" userId="056a5883350c2f5e" providerId="LiveId" clId="{6DA654A6-03B0-40F7-A259-B276216985A6}" dt="2026-08-14T06:40:59.618" v="3496" actId="1076"/>
          <ac:grpSpMkLst>
            <pc:docMk/>
            <pc:sldMk cId="0" sldId="648"/>
            <ac:grpSpMk id="14" creationId="{AE1F5747-A0BE-D5B7-82C4-5EA459C27747}"/>
          </ac:grpSpMkLst>
        </pc:grpChg>
        <pc:picChg chg="del">
          <ac:chgData name="janghoon jun" userId="056a5883350c2f5e" providerId="LiveId" clId="{6DA654A6-03B0-40F7-A259-B276216985A6}" dt="2026-08-14T06:07:35.103" v="3357" actId="478"/>
          <ac:picMkLst>
            <pc:docMk/>
            <pc:sldMk cId="0" sldId="648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40:50.562" v="3494" actId="164"/>
          <ac:picMkLst>
            <pc:docMk/>
            <pc:sldMk cId="0" sldId="648"/>
            <ac:picMk id="6" creationId="{BDE1ACDC-BAD8-F200-3D91-518B390490FB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0.807" v="3250" actId="47"/>
        <pc:sldMkLst>
          <pc:docMk/>
          <pc:sldMk cId="3609397919" sldId="648"/>
        </pc:sldMkLst>
      </pc:sldChg>
      <pc:sldChg chg="addSp delSp modSp add del mod chgLayout modNotes">
        <pc:chgData name="janghoon jun" userId="056a5883350c2f5e" providerId="LiveId" clId="{6DA654A6-03B0-40F7-A259-B276216985A6}" dt="2026-08-14T01:55:42.061" v="3275" actId="47"/>
        <pc:sldMkLst>
          <pc:docMk/>
          <pc:sldMk cId="369026705" sldId="649"/>
        </pc:sldMkLst>
      </pc:sldChg>
      <pc:sldChg chg="modSp mod">
        <pc:chgData name="janghoon jun" userId="056a5883350c2f5e" providerId="LiveId" clId="{6DA654A6-03B0-40F7-A259-B276216985A6}" dt="2026-08-14T06:38:09.884" v="3455" actId="1076"/>
        <pc:sldMkLst>
          <pc:docMk/>
          <pc:sldMk cId="0" sldId="650"/>
        </pc:sldMkLst>
        <pc:spChg chg="mod">
          <ac:chgData name="janghoon jun" userId="056a5883350c2f5e" providerId="LiveId" clId="{6DA654A6-03B0-40F7-A259-B276216985A6}" dt="2026-08-14T06:38:06.769" v="3454" actId="6549"/>
          <ac:spMkLst>
            <pc:docMk/>
            <pc:sldMk cId="0" sldId="650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8:09.884" v="3455" actId="1076"/>
          <ac:picMkLst>
            <pc:docMk/>
            <pc:sldMk cId="0" sldId="650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2.505" v="3276" actId="47"/>
        <pc:sldMkLst>
          <pc:docMk/>
          <pc:sldMk cId="191594372" sldId="650"/>
        </pc:sldMkLst>
      </pc:sldChg>
      <pc:sldChg chg="modSp mod">
        <pc:chgData name="janghoon jun" userId="056a5883350c2f5e" providerId="LiveId" clId="{6DA654A6-03B0-40F7-A259-B276216985A6}" dt="2026-08-14T06:38:15.028" v="3456" actId="6549"/>
        <pc:sldMkLst>
          <pc:docMk/>
          <pc:sldMk cId="0" sldId="651"/>
        </pc:sldMkLst>
        <pc:spChg chg="mod">
          <ac:chgData name="janghoon jun" userId="056a5883350c2f5e" providerId="LiveId" clId="{6DA654A6-03B0-40F7-A259-B276216985A6}" dt="2026-08-14T06:38:15.028" v="3456" actId="6549"/>
          <ac:spMkLst>
            <pc:docMk/>
            <pc:sldMk cId="0" sldId="651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22.033" v="3384" actId="1076"/>
          <ac:picMkLst>
            <pc:docMk/>
            <pc:sldMk cId="0" sldId="651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8:24.256" v="3458" actId="6549"/>
        <pc:sldMkLst>
          <pc:docMk/>
          <pc:sldMk cId="0" sldId="652"/>
        </pc:sldMkLst>
        <pc:spChg chg="mod">
          <ac:chgData name="janghoon jun" userId="056a5883350c2f5e" providerId="LiveId" clId="{6DA654A6-03B0-40F7-A259-B276216985A6}" dt="2026-08-14T06:38:24.256" v="3458" actId="6549"/>
          <ac:spMkLst>
            <pc:docMk/>
            <pc:sldMk cId="0" sldId="652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31.567" v="3386" actId="1076"/>
          <ac:picMkLst>
            <pc:docMk/>
            <pc:sldMk cId="0" sldId="652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3.097" v="3257" actId="47"/>
        <pc:sldMkLst>
          <pc:docMk/>
          <pc:sldMk cId="3101624389" sldId="652"/>
        </pc:sldMkLst>
      </pc:sldChg>
      <pc:sldChg chg="addSp delSp modSp mod modNotesTx">
        <pc:chgData name="janghoon jun" userId="056a5883350c2f5e" providerId="LiveId" clId="{6DA654A6-03B0-40F7-A259-B276216985A6}" dt="2026-08-14T06:52:34.974" v="3543" actId="6549"/>
        <pc:sldMkLst>
          <pc:docMk/>
          <pc:sldMk cId="0" sldId="653"/>
        </pc:sldMkLst>
        <pc:spChg chg="del">
          <ac:chgData name="janghoon jun" userId="056a5883350c2f5e" providerId="LiveId" clId="{6DA654A6-03B0-40F7-A259-B276216985A6}" dt="2026-08-14T06:19:07.320" v="3390" actId="478"/>
          <ac:spMkLst>
            <pc:docMk/>
            <pc:sldMk cId="0" sldId="653"/>
            <ac:spMk id="3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8-14T06:19:08.655" v="3391" actId="478"/>
          <ac:spMkLst>
            <pc:docMk/>
            <pc:sldMk cId="0" sldId="653"/>
            <ac:spMk id="6" creationId="{9A442B27-ADB1-49FC-C345-2F16C565E342}"/>
          </ac:spMkLst>
        </pc:spChg>
        <pc:picChg chg="mod">
          <ac:chgData name="janghoon jun" userId="056a5883350c2f5e" providerId="LiveId" clId="{6DA654A6-03B0-40F7-A259-B276216985A6}" dt="2026-08-14T06:19:17.691" v="3395" actId="1076"/>
          <ac:picMkLst>
            <pc:docMk/>
            <pc:sldMk cId="0" sldId="653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9:39.789" v="3482" actId="6549"/>
        <pc:sldMkLst>
          <pc:docMk/>
          <pc:sldMk cId="0" sldId="654"/>
        </pc:sldMkLst>
        <pc:spChg chg="mod">
          <ac:chgData name="janghoon jun" userId="056a5883350c2f5e" providerId="LiveId" clId="{6DA654A6-03B0-40F7-A259-B276216985A6}" dt="2026-08-14T06:39:39.789" v="3482" actId="6549"/>
          <ac:spMkLst>
            <pc:docMk/>
            <pc:sldMk cId="0" sldId="654"/>
            <ac:spMk id="3" creationId="{00000000-0000-0000-0000-000000000000}"/>
          </ac:spMkLst>
        </pc:spChg>
      </pc:sldChg>
      <pc:sldChg chg="addSp delSp modSp del mod chgLayout modNotes">
        <pc:chgData name="janghoon jun" userId="056a5883350c2f5e" providerId="LiveId" clId="{6DA654A6-03B0-40F7-A259-B276216985A6}" dt="2026-08-14T01:55:33.437" v="3258" actId="47"/>
        <pc:sldMkLst>
          <pc:docMk/>
          <pc:sldMk cId="0" sldId="655"/>
        </pc:sldMkLst>
      </pc:sldChg>
      <pc:sldChg chg="delSp add del mod">
        <pc:chgData name="janghoon jun" userId="056a5883350c2f5e" providerId="LiveId" clId="{6DA654A6-03B0-40F7-A259-B276216985A6}" dt="2026-08-14T06:08:31.563" v="3360" actId="47"/>
        <pc:sldMkLst>
          <pc:docMk/>
          <pc:sldMk cId="1542492226" sldId="655"/>
        </pc:sldMkLst>
        <pc:picChg chg="del">
          <ac:chgData name="janghoon jun" userId="056a5883350c2f5e" providerId="LiveId" clId="{6DA654A6-03B0-40F7-A259-B276216985A6}" dt="2026-08-14T05:08:22.780" v="3325" actId="478"/>
          <ac:picMkLst>
            <pc:docMk/>
            <pc:sldMk cId="1542492226" sldId="655"/>
            <ac:picMk id="4" creationId="{E91FBC9F-B2B9-A293-7AEA-23BE16D5443E}"/>
          </ac:picMkLst>
        </pc:picChg>
      </pc:sldChg>
      <pc:sldChg chg="modSp del mod modNotes">
        <pc:chgData name="janghoon jun" userId="056a5883350c2f5e" providerId="LiveId" clId="{6DA654A6-03B0-40F7-A259-B276216985A6}" dt="2026-08-14T06:37:45.062" v="3451" actId="6549"/>
        <pc:sldMkLst>
          <pc:docMk/>
          <pc:sldMk cId="0" sldId="656"/>
        </pc:sldMkLst>
        <pc:spChg chg="mod">
          <ac:chgData name="janghoon jun" userId="056a5883350c2f5e" providerId="LiveId" clId="{6DA654A6-03B0-40F7-A259-B276216985A6}" dt="2026-08-14T06:37:45.062" v="3451" actId="6549"/>
          <ac:spMkLst>
            <pc:docMk/>
            <pc:sldMk cId="0" sldId="656"/>
            <ac:spMk id="3" creationId="{00000000-0000-0000-0000-000000000000}"/>
          </ac:spMkLst>
        </pc:spChg>
      </pc:sldChg>
      <pc:sldChg chg="addSp delSp modSp del mod modNotes">
        <pc:chgData name="janghoon jun" userId="056a5883350c2f5e" providerId="LiveId" clId="{6DA654A6-03B0-40F7-A259-B276216985A6}" dt="2026-08-14T06:51:25.897" v="3542" actId="20577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4T06:51:25.897" v="3542" actId="20577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delSp modSp add del mod">
        <pc:chgData name="janghoon jun" userId="056a5883350c2f5e" providerId="LiveId" clId="{6DA654A6-03B0-40F7-A259-B276216985A6}" dt="2026-08-14T06:40:03.529" v="3483" actId="47"/>
        <pc:sldMkLst>
          <pc:docMk/>
          <pc:sldMk cId="3467848413" sldId="657"/>
        </pc:sldMkLst>
        <pc:spChg chg="mod">
          <ac:chgData name="janghoon jun" userId="056a5883350c2f5e" providerId="LiveId" clId="{6DA654A6-03B0-40F7-A259-B276216985A6}" dt="2026-08-14T06:39:22.730" v="3481" actId="5793"/>
          <ac:spMkLst>
            <pc:docMk/>
            <pc:sldMk cId="3467848413" sldId="657"/>
            <ac:spMk id="3" creationId="{4F1FB1FC-2D18-0BD5-34B6-576C76EACAD6}"/>
          </ac:spMkLst>
        </pc:spChg>
        <pc:picChg chg="del">
          <ac:chgData name="janghoon jun" userId="056a5883350c2f5e" providerId="LiveId" clId="{6DA654A6-03B0-40F7-A259-B276216985A6}" dt="2026-08-14T06:19:04.882" v="3389" actId="478"/>
          <ac:picMkLst>
            <pc:docMk/>
            <pc:sldMk cId="3467848413" sldId="657"/>
            <ac:picMk id="4" creationId="{207F3DCE-1B51-B9FF-6D6F-4F4D6A10F121}"/>
          </ac:picMkLst>
        </pc:picChg>
      </pc:sldChg>
      <pc:sldChg chg="addSp delSp modSp add mod">
        <pc:chgData name="janghoon jun" userId="056a5883350c2f5e" providerId="LiveId" clId="{6DA654A6-03B0-40F7-A259-B276216985A6}" dt="2026-08-14T07:06:25.807" v="3604" actId="1076"/>
        <pc:sldMkLst>
          <pc:docMk/>
          <pc:sldMk cId="3400705677" sldId="658"/>
        </pc:sldMkLst>
        <pc:spChg chg="add del mod">
          <ac:chgData name="janghoon jun" userId="056a5883350c2f5e" providerId="LiveId" clId="{6DA654A6-03B0-40F7-A259-B276216985A6}" dt="2026-08-14T07:06:23.623" v="3603" actId="20577"/>
          <ac:spMkLst>
            <pc:docMk/>
            <pc:sldMk cId="3400705677" sldId="658"/>
            <ac:spMk id="2" creationId="{536E7455-4619-46A5-1D4E-BDEF16EEDD35}"/>
          </ac:spMkLst>
        </pc:spChg>
        <pc:spChg chg="add del mod">
          <ac:chgData name="janghoon jun" userId="056a5883350c2f5e" providerId="LiveId" clId="{6DA654A6-03B0-40F7-A259-B276216985A6}" dt="2026-08-14T07:02:41.920" v="3551" actId="478"/>
          <ac:spMkLst>
            <pc:docMk/>
            <pc:sldMk cId="3400705677" sldId="658"/>
            <ac:spMk id="5" creationId="{1A9BA92A-7C03-C877-48CF-E4B83F614F96}"/>
          </ac:spMkLst>
        </pc:spChg>
        <pc:picChg chg="del">
          <ac:chgData name="janghoon jun" userId="056a5883350c2f5e" providerId="LiveId" clId="{6DA654A6-03B0-40F7-A259-B276216985A6}" dt="2026-08-14T07:02:31.512" v="3545" actId="478"/>
          <ac:picMkLst>
            <pc:docMk/>
            <pc:sldMk cId="3400705677" sldId="658"/>
            <ac:picMk id="4" creationId="{6CC4FD35-37C3-DE0C-B971-BDCBB1A3AFB1}"/>
          </ac:picMkLst>
        </pc:picChg>
        <pc:picChg chg="add del">
          <ac:chgData name="janghoon jun" userId="056a5883350c2f5e" providerId="LiveId" clId="{6DA654A6-03B0-40F7-A259-B276216985A6}" dt="2026-08-14T07:02:41.207" v="3549" actId="22"/>
          <ac:picMkLst>
            <pc:docMk/>
            <pc:sldMk cId="3400705677" sldId="658"/>
            <ac:picMk id="7" creationId="{B4EF0FF1-5B31-2BEF-0BFB-05A501B266D4}"/>
          </ac:picMkLst>
        </pc:picChg>
        <pc:picChg chg="add mod">
          <ac:chgData name="janghoon jun" userId="056a5883350c2f5e" providerId="LiveId" clId="{6DA654A6-03B0-40F7-A259-B276216985A6}" dt="2026-08-14T07:06:25.807" v="3604" actId="1076"/>
          <ac:picMkLst>
            <pc:docMk/>
            <pc:sldMk cId="3400705677" sldId="658"/>
            <ac:picMk id="9" creationId="{725C7C8D-EAAF-1F2D-762D-B3FAE0ABF394}"/>
          </ac:picMkLst>
        </pc:picChg>
      </pc:sldChg>
      <pc:sldChg chg="addSp delSp modSp add mod">
        <pc:chgData name="janghoon jun" userId="056a5883350c2f5e" providerId="LiveId" clId="{6DA654A6-03B0-40F7-A259-B276216985A6}" dt="2026-08-14T07:04:32.303" v="3578" actId="1076"/>
        <pc:sldMkLst>
          <pc:docMk/>
          <pc:sldMk cId="3154054274" sldId="659"/>
        </pc:sldMkLst>
        <pc:spChg chg="del">
          <ac:chgData name="janghoon jun" userId="056a5883350c2f5e" providerId="LiveId" clId="{6DA654A6-03B0-40F7-A259-B276216985A6}" dt="2026-08-14T07:03:36.676" v="3566" actId="478"/>
          <ac:spMkLst>
            <pc:docMk/>
            <pc:sldMk cId="3154054274" sldId="659"/>
            <ac:spMk id="2" creationId="{637F9F45-DFBC-23D0-31B5-E9897E8EAC74}"/>
          </ac:spMkLst>
        </pc:spChg>
        <pc:spChg chg="add del mod">
          <ac:chgData name="janghoon jun" userId="056a5883350c2f5e" providerId="LiveId" clId="{6DA654A6-03B0-40F7-A259-B276216985A6}" dt="2026-08-14T07:03:02.218" v="3560"/>
          <ac:spMkLst>
            <pc:docMk/>
            <pc:sldMk cId="3154054274" sldId="659"/>
            <ac:spMk id="3" creationId="{7B2B3B22-7FE0-D330-8C36-9FDE7B4FB752}"/>
          </ac:spMkLst>
        </pc:spChg>
        <pc:spChg chg="add del mod">
          <ac:chgData name="janghoon jun" userId="056a5883350c2f5e" providerId="LiveId" clId="{6DA654A6-03B0-40F7-A259-B276216985A6}" dt="2026-08-14T07:03:37.210" v="3567" actId="478"/>
          <ac:spMkLst>
            <pc:docMk/>
            <pc:sldMk cId="3154054274" sldId="659"/>
            <ac:spMk id="7" creationId="{BE1BD0B7-386B-6CF8-2895-4227305BBCA2}"/>
          </ac:spMkLst>
        </pc:spChg>
        <pc:picChg chg="add mod modCrop">
          <ac:chgData name="janghoon jun" userId="056a5883350c2f5e" providerId="LiveId" clId="{6DA654A6-03B0-40F7-A259-B276216985A6}" dt="2026-08-14T07:04:32.303" v="3578" actId="1076"/>
          <ac:picMkLst>
            <pc:docMk/>
            <pc:sldMk cId="3154054274" sldId="659"/>
            <ac:picMk id="5" creationId="{F4BC1582-A692-442B-93E2-1B1B246BA3A6}"/>
          </ac:picMkLst>
        </pc:picChg>
        <pc:picChg chg="del">
          <ac:chgData name="janghoon jun" userId="056a5883350c2f5e" providerId="LiveId" clId="{6DA654A6-03B0-40F7-A259-B276216985A6}" dt="2026-08-14T07:02:48.845" v="3554" actId="478"/>
          <ac:picMkLst>
            <pc:docMk/>
            <pc:sldMk cId="3154054274" sldId="659"/>
            <ac:picMk id="9" creationId="{A584C26B-0C64-CD83-9248-2F64F2ED9D7A}"/>
          </ac:picMkLst>
        </pc:picChg>
      </pc:sldChg>
      <pc:sldChg chg="addSp delSp modSp add mod">
        <pc:chgData name="janghoon jun" userId="056a5883350c2f5e" providerId="LiveId" clId="{6DA654A6-03B0-40F7-A259-B276216985A6}" dt="2026-08-14T07:04:40.336" v="3581" actId="1076"/>
        <pc:sldMkLst>
          <pc:docMk/>
          <pc:sldMk cId="88362061" sldId="660"/>
        </pc:sldMkLst>
        <pc:spChg chg="del">
          <ac:chgData name="janghoon jun" userId="056a5883350c2f5e" providerId="LiveId" clId="{6DA654A6-03B0-40F7-A259-B276216985A6}" dt="2026-08-14T07:04:09.557" v="3570" actId="478"/>
          <ac:spMkLst>
            <pc:docMk/>
            <pc:sldMk cId="88362061" sldId="660"/>
            <ac:spMk id="2" creationId="{EBFC54B7-3AE4-6073-70DE-C35A55813A21}"/>
          </ac:spMkLst>
        </pc:spChg>
        <pc:spChg chg="add del mod">
          <ac:chgData name="janghoon jun" userId="056a5883350c2f5e" providerId="LiveId" clId="{6DA654A6-03B0-40F7-A259-B276216985A6}" dt="2026-08-14T07:04:10.264" v="3571" actId="478"/>
          <ac:spMkLst>
            <pc:docMk/>
            <pc:sldMk cId="88362061" sldId="660"/>
            <ac:spMk id="4" creationId="{C854109C-4D8F-4AD3-ABE6-8E66D69C0525}"/>
          </ac:spMkLst>
        </pc:spChg>
        <pc:spChg chg="add del mod">
          <ac:chgData name="janghoon jun" userId="056a5883350c2f5e" providerId="LiveId" clId="{6DA654A6-03B0-40F7-A259-B276216985A6}" dt="2026-08-14T07:04:16.157" v="3574"/>
          <ac:spMkLst>
            <pc:docMk/>
            <pc:sldMk cId="88362061" sldId="660"/>
            <ac:spMk id="5" creationId="{2F83AD77-2840-5F79-AE82-B491E39D18B1}"/>
          </ac:spMkLst>
        </pc:spChg>
        <pc:picChg chg="add mod modCrop">
          <ac:chgData name="janghoon jun" userId="056a5883350c2f5e" providerId="LiveId" clId="{6DA654A6-03B0-40F7-A259-B276216985A6}" dt="2026-08-14T07:04:40.336" v="3581" actId="1076"/>
          <ac:picMkLst>
            <pc:docMk/>
            <pc:sldMk cId="88362061" sldId="660"/>
            <ac:picMk id="7" creationId="{D6C8801E-F737-5A0D-38EE-51652B7D41BB}"/>
          </ac:picMkLst>
        </pc:picChg>
      </pc:sldChg>
      <pc:sldChg chg="add del">
        <pc:chgData name="janghoon jun" userId="056a5883350c2f5e" providerId="LiveId" clId="{6DA654A6-03B0-40F7-A259-B276216985A6}" dt="2026-08-14T07:02:57.078" v="3557"/>
        <pc:sldMkLst>
          <pc:docMk/>
          <pc:sldMk cId="3575295449" sldId="661"/>
        </pc:sldMkLst>
      </pc:sldChg>
      <pc:sldChg chg="addSp delSp modSp del mod modNotes">
        <pc:chgData name="janghoon jun" userId="056a5883350c2f5e" providerId="LiveId" clId="{6DA654A6-03B0-40F7-A259-B276216985A6}" dt="2026-08-14T01:55:32.785" v="3256" actId="47"/>
        <pc:sldMkLst>
          <pc:docMk/>
          <pc:sldMk cId="0" sldId="662"/>
        </pc:sldMkLst>
      </pc:sldChg>
      <pc:sldChg chg="addSp delSp modSp del mod modNotes">
        <pc:chgData name="janghoon jun" userId="056a5883350c2f5e" providerId="LiveId" clId="{6DA654A6-03B0-40F7-A259-B276216985A6}" dt="2026-08-14T01:55:38.232" v="3262" actId="47"/>
        <pc:sldMkLst>
          <pc:docMk/>
          <pc:sldMk cId="0" sldId="663"/>
        </pc:sldMkLst>
      </pc:sldChg>
      <pc:sldChg chg="addSp delSp modSp del mod modNotes">
        <pc:chgData name="janghoon jun" userId="056a5883350c2f5e" providerId="LiveId" clId="{6DA654A6-03B0-40F7-A259-B276216985A6}" dt="2026-08-14T01:55:38.621" v="3263" actId="47"/>
        <pc:sldMkLst>
          <pc:docMk/>
          <pc:sldMk cId="0" sldId="664"/>
        </pc:sldMkLst>
      </pc:sldChg>
      <pc:sldChg chg="addSp delSp modSp del mod modNotes">
        <pc:chgData name="janghoon jun" userId="056a5883350c2f5e" providerId="LiveId" clId="{6DA654A6-03B0-40F7-A259-B276216985A6}" dt="2026-08-14T01:55:38.955" v="3264" actId="47"/>
        <pc:sldMkLst>
          <pc:docMk/>
          <pc:sldMk cId="0" sldId="665"/>
        </pc:sldMkLst>
      </pc:sldChg>
      <pc:sldChg chg="addSp delSp modSp del mod modNotes">
        <pc:chgData name="janghoon jun" userId="056a5883350c2f5e" providerId="LiveId" clId="{6DA654A6-03B0-40F7-A259-B276216985A6}" dt="2026-08-14T01:55:39.256" v="3265" actId="47"/>
        <pc:sldMkLst>
          <pc:docMk/>
          <pc:sldMk cId="0" sldId="666"/>
        </pc:sldMkLst>
      </pc:sldChg>
      <pc:sldChg chg="addSp delSp modSp del mod modNotes">
        <pc:chgData name="janghoon jun" userId="056a5883350c2f5e" providerId="LiveId" clId="{6DA654A6-03B0-40F7-A259-B276216985A6}" dt="2026-08-14T01:55:39.557" v="3266" actId="47"/>
        <pc:sldMkLst>
          <pc:docMk/>
          <pc:sldMk cId="0" sldId="667"/>
        </pc:sldMkLst>
      </pc:sldChg>
      <pc:sldChg chg="addSp delSp modSp del mod modNotes">
        <pc:chgData name="janghoon jun" userId="056a5883350c2f5e" providerId="LiveId" clId="{6DA654A6-03B0-40F7-A259-B276216985A6}" dt="2026-08-14T01:55:39.816" v="3267" actId="47"/>
        <pc:sldMkLst>
          <pc:docMk/>
          <pc:sldMk cId="0" sldId="668"/>
        </pc:sldMkLst>
      </pc:sldChg>
      <pc:sldChg chg="addSp delSp modSp del mod modNotes">
        <pc:chgData name="janghoon jun" userId="056a5883350c2f5e" providerId="LiveId" clId="{6DA654A6-03B0-40F7-A259-B276216985A6}" dt="2026-08-14T01:55:40.066" v="3268" actId="47"/>
        <pc:sldMkLst>
          <pc:docMk/>
          <pc:sldMk cId="0" sldId="669"/>
        </pc:sldMkLst>
      </pc:sldChg>
      <pc:sldChg chg="addSp delSp modSp del mod modNotes">
        <pc:chgData name="janghoon jun" userId="056a5883350c2f5e" providerId="LiveId" clId="{6DA654A6-03B0-40F7-A259-B276216985A6}" dt="2026-08-14T01:55:40.287" v="3269" actId="47"/>
        <pc:sldMkLst>
          <pc:docMk/>
          <pc:sldMk cId="0" sldId="670"/>
        </pc:sldMkLst>
      </pc:sldChg>
      <pc:sldChg chg="addSp delSp modSp del mod modNotes">
        <pc:chgData name="janghoon jun" userId="056a5883350c2f5e" providerId="LiveId" clId="{6DA654A6-03B0-40F7-A259-B276216985A6}" dt="2026-08-14T01:55:40.522" v="3270" actId="47"/>
        <pc:sldMkLst>
          <pc:docMk/>
          <pc:sldMk cId="0" sldId="671"/>
        </pc:sldMkLst>
      </pc:sldChg>
      <pc:sldChg chg="addSp delSp modSp add del mod modNotes">
        <pc:chgData name="janghoon jun" userId="056a5883350c2f5e" providerId="LiveId" clId="{6DA654A6-03B0-40F7-A259-B276216985A6}" dt="2026-08-14T01:55:41.763" v="3274" actId="47"/>
        <pc:sldMkLst>
          <pc:docMk/>
          <pc:sldMk cId="232030861" sldId="672"/>
        </pc:sldMkLst>
      </pc:sldChg>
      <pc:sldChg chg="addSp delSp modSp add del mod modNotes">
        <pc:chgData name="janghoon jun" userId="056a5883350c2f5e" providerId="LiveId" clId="{6DA654A6-03B0-40F7-A259-B276216985A6}" dt="2026-08-14T01:55:41.285" v="3273" actId="47"/>
        <pc:sldMkLst>
          <pc:docMk/>
          <pc:sldMk cId="3615412384" sldId="673"/>
        </pc:sldMkLst>
      </pc:sldChg>
      <pc:sldChg chg="addSp delSp modSp add del mod ord modNotes">
        <pc:chgData name="janghoon jun" userId="056a5883350c2f5e" providerId="LiveId" clId="{6DA654A6-03B0-40F7-A259-B276216985A6}" dt="2026-08-14T01:55:41.021" v="3272" actId="47"/>
        <pc:sldMkLst>
          <pc:docMk/>
          <pc:sldMk cId="3139197864" sldId="674"/>
        </pc:sldMkLst>
      </pc:sldChg>
      <pc:sldChg chg="addSp delSp modSp add del mod modNotes">
        <pc:chgData name="janghoon jun" userId="056a5883350c2f5e" providerId="LiveId" clId="{6DA654A6-03B0-40F7-A259-B276216985A6}" dt="2026-08-14T01:55:36.103" v="3261" actId="47"/>
        <pc:sldMkLst>
          <pc:docMk/>
          <pc:sldMk cId="2289948881" sldId="675"/>
        </pc:sldMkLst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del mod modNotes">
        <pc:chgData name="janghoon jun" userId="056a5883350c2f5e" providerId="LiveId" clId="{6DA654A6-03B0-40F7-A259-B276216985A6}" dt="2026-08-14T01:55:33.845" v="3259" actId="47"/>
        <pc:sldMkLst>
          <pc:docMk/>
          <pc:sldMk cId="0" sldId="677"/>
        </pc:sldMkLst>
      </pc:sldChg>
      <pc:sldChg chg="modSp del mod modNotes">
        <pc:chgData name="janghoon jun" userId="056a5883350c2f5e" providerId="LiveId" clId="{6DA654A6-03B0-40F7-A259-B276216985A6}" dt="2026-08-14T01:55:30.472" v="3249" actId="47"/>
        <pc:sldMkLst>
          <pc:docMk/>
          <pc:sldMk cId="0" sldId="678"/>
        </pc:sldMkLst>
      </pc:sldChg>
      <pc:sldChg chg="modSp del mod modNotes">
        <pc:chgData name="janghoon jun" userId="056a5883350c2f5e" providerId="LiveId" clId="{6DA654A6-03B0-40F7-A259-B276216985A6}" dt="2026-08-14T01:55:31.100" v="3251" actId="47"/>
        <pc:sldMkLst>
          <pc:docMk/>
          <pc:sldMk cId="0" sldId="679"/>
        </pc:sldMkLst>
      </pc:sldChg>
      <pc:sldChg chg="del modNotes">
        <pc:chgData name="janghoon jun" userId="056a5883350c2f5e" providerId="LiveId" clId="{6DA654A6-03B0-40F7-A259-B276216985A6}" dt="2026-08-14T01:55:31.852" v="3253" actId="47"/>
        <pc:sldMkLst>
          <pc:docMk/>
          <pc:sldMk cId="0" sldId="680"/>
        </pc:sldMkLst>
      </pc:sldChg>
      <pc:sldChg chg="del modNotes">
        <pc:chgData name="janghoon jun" userId="056a5883350c2f5e" providerId="LiveId" clId="{6DA654A6-03B0-40F7-A259-B276216985A6}" dt="2026-08-14T01:55:43.340" v="3277" actId="47"/>
        <pc:sldMkLst>
          <pc:docMk/>
          <pc:sldMk cId="0" sldId="681"/>
        </pc:sldMkLst>
      </pc:sldChg>
      <pc:sldChg chg="addSp delSp modSp del mod chgLayout modNotes">
        <pc:chgData name="janghoon jun" userId="056a5883350c2f5e" providerId="LiveId" clId="{6DA654A6-03B0-40F7-A259-B276216985A6}" dt="2026-08-14T01:55:34.151" v="3260" actId="4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BE4E-BF9F-F068-50C6-36538A68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017B-D8A7-CA4B-105C-8CF8C45D28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DF051-7F31-9D89-5FEB-695FBD99F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1A0EE-1ABE-1102-346B-D70FFEF7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079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651E-ECD4-BA0D-2E4E-6A8281ED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33028-D22E-D6DA-2230-3E49C7B35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8FB71-3CD0-D66F-1D84-6C5AC1229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4C69-0E1D-1788-7BA0-CADEABBBB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781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A498-CEEA-C556-CE24-3E7B1B27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A098E-F3F7-3B31-828F-A3701AF21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791ED-BFA2-E493-4AB6-511CADC2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5FDC-268E-4F56-17E1-BBDA72BC4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5101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Disease Association Analysis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1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[n=12 비교본] clinic4에 AEC 정보를 더하면 예측력이 개선되나, 최적 조합은 FPCA가 아님</a:t>
            </a:r>
            <a:endParaRPr b="1" dirty="0"/>
          </a:p>
          <a:p>
            <a:pPr lvl="1"/>
            <a:r>
              <a:t>External: HTN·DM·CKD 3개 질환 모두 AUC 유의개선(Δ+0.013~+0.035, 전부 p&lt;0.05) — n=6본과 달리 CKD도 유의(p=0.0006)</a:t>
            </a:r>
          </a:p>
          <a:p>
            <a:pPr lvl="1"/>
            <a:r>
              <a:t>Internal: DM 유의(p=0.031), HTN 경계선(p=0.088), CKD 비유의(p=0.300)</a:t>
            </a:r>
          </a:p>
          <a:p>
            <a:pPr lvl="1"/>
            <a:r>
              <a:t>3질환 모두 실제 채택 조합은 FPCA가 아니라 상하위50%비율 — n=12 FPCA는 internal OOF 기준 열세</a:t>
            </a:r>
          </a:p>
          <a:p>
            <a:pPr lvl="1"/>
            <a:r>
              <a:t>검증 원칙: 모델은 internal OOF로만 선택, external은 동결모델 1회 검증</a:t>
            </a:r>
          </a:p>
          <a:p>
            <a:pPr lvl="1"/>
            <a:r>
              <a:t>한계: CT 장비 종류별 성능 편차 존재, n 선택에 따라 결론이 달라짐(n=6본과 비교)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 컴포넌트 수 선택 근거 (n=12, 비교본)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AEC 곡선을 숫자 12개로 요약 — elbow 참고값(n=3)보다 훨씬 넉넉하게 채택(n=6 대비 비교본)</a:t>
            </a:r>
            <a:endParaRPr b="1" dirty="0"/>
          </a:p>
          <a:p>
            <a:pPr lvl="1"/>
            <a:r>
              <a:t>예측 성능이 아닌 '곡선 모양' 자체의 꺾이는 지점(elbow)은 참고용으로만 계산</a:t>
            </a:r>
          </a:p>
          <a:p>
            <a:pPr lvl="1"/>
            <a:r>
              <a:t>elbow(Kneedle) 참고값은 n=3(chord-거리 0.611, 최대)이나, 이 비교본은 n=12로 채택</a:t>
            </a:r>
          </a:p>
          <a:p>
            <a:pPr lvl="1"/>
            <a:r>
              <a:t>n=12에서 분산의 99.9% 설명(n=6의 99.4%보다 근소하게 높음, 추가 이득은 미미)</a:t>
            </a:r>
          </a:p>
          <a:p>
            <a:pPr lvl="1"/>
            <a:r>
              <a:t>누적분산: n=1 84.3%, n=3(elbow 참고) 97.36%, n=6 99.42%, n=12(채택) 99.91%</a:t>
            </a:r>
          </a:p>
        </p:txBody>
      </p:sp>
      <p:pic>
        <p:nvPicPr>
          <p:cNvPr id="4" name="Picture 3" descr="fpca_component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182" y="3623578"/>
            <a:ext cx="9023635" cy="3115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dirty="0" err="1"/>
              <a:t>후보별</a:t>
            </a:r>
            <a:r>
              <a:rPr dirty="0"/>
              <a:t> AUC </a:t>
            </a:r>
            <a:r>
              <a:rPr lang="ko-KR" altLang="en-US" dirty="0"/>
              <a:t>비교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E77B89-6FC1-46C9-FCA8-D569F72C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b="1" dirty="0"/>
              <a:t>AEC </a:t>
            </a:r>
            <a:r>
              <a:rPr b="1" dirty="0" err="1"/>
              <a:t>정보를</a:t>
            </a:r>
            <a:r>
              <a:rPr b="1" dirty="0"/>
              <a:t> </a:t>
            </a:r>
            <a:r>
              <a:rPr b="1" dirty="0" err="1"/>
              <a:t>더하면</a:t>
            </a:r>
            <a:r>
              <a:rPr b="1" dirty="0"/>
              <a:t> </a:t>
            </a:r>
            <a:r>
              <a:rPr b="1" dirty="0" err="1"/>
              <a:t>항상</a:t>
            </a:r>
            <a:r>
              <a:rPr b="1" dirty="0"/>
              <a:t> 더 </a:t>
            </a:r>
            <a:r>
              <a:rPr b="1" dirty="0" err="1"/>
              <a:t>좋아진다</a:t>
            </a:r>
            <a:endParaRPr b="1" dirty="0"/>
          </a:p>
          <a:p>
            <a:pPr lvl="1"/>
            <a:r>
              <a:rPr dirty="0"/>
              <a:t>4가지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clinic4보다 AUC </a:t>
            </a:r>
            <a:r>
              <a:rPr dirty="0" err="1"/>
              <a:t>높음</a:t>
            </a:r>
            <a:endParaRPr dirty="0"/>
          </a:p>
          <a:p>
            <a:pPr lvl="1"/>
            <a:r>
              <a:rPr dirty="0" err="1"/>
              <a:t>질환·병원</a:t>
            </a:r>
            <a:r>
              <a:rPr dirty="0"/>
              <a:t> </a:t>
            </a:r>
            <a:r>
              <a:rPr dirty="0" err="1"/>
              <a:t>상관없이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패턴</a:t>
            </a:r>
            <a:endParaRPr dirty="0"/>
          </a:p>
        </p:txBody>
      </p:sp>
      <p:pic>
        <p:nvPicPr>
          <p:cNvPr id="7" name="Picture 6" descr="clinic_aec_disease_auc_comparis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036" y="1958007"/>
            <a:ext cx="6815937" cy="4363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AUC 비교표 — Internal &amp; External (DeLong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Internal: DM만 확실히 개선, HTN·CKD는 비유의</a:t>
            </a:r>
            <a:endParaRPr b="1" dirty="0"/>
          </a:p>
          <a:p>
            <a:pPr lvl="1"/>
            <a:r>
              <a:t>External: 3개 질환 모두 유의하게 개선</a:t>
            </a:r>
          </a:p>
          <a:p>
            <a:pPr lvl="1"/>
            <a:r>
              <a:t>다른 병원 데이터에서도 AEC 추가 효과 재현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E1F5747-A0BE-D5B7-82C4-5EA459C27747}"/>
              </a:ext>
            </a:extLst>
          </p:cNvPr>
          <p:cNvGrpSpPr/>
          <p:nvPr/>
        </p:nvGrpSpPr>
        <p:grpSpPr>
          <a:xfrm>
            <a:off x="0" y="3216966"/>
            <a:ext cx="12192000" cy="2650435"/>
            <a:chOff x="0" y="3584713"/>
            <a:chExt cx="12192000" cy="26504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DE1ACDC-BAD8-F200-3D91-518B39049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84713"/>
              <a:ext cx="12192000" cy="2650435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C11F562-D6E5-A8DD-B44E-E45D00B1A7E7}"/>
                </a:ext>
              </a:extLst>
            </p:cNvPr>
            <p:cNvGrpSpPr/>
            <p:nvPr/>
          </p:nvGrpSpPr>
          <p:grpSpPr>
            <a:xfrm>
              <a:off x="112642" y="4621696"/>
              <a:ext cx="11973341" cy="1250215"/>
              <a:chOff x="112642" y="4621696"/>
              <a:chExt cx="11973341" cy="1250215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E4BA54B-CC5C-3574-6659-6C8E807DD199}"/>
                  </a:ext>
                </a:extLst>
              </p:cNvPr>
              <p:cNvSpPr/>
              <p:nvPr/>
            </p:nvSpPr>
            <p:spPr>
              <a:xfrm>
                <a:off x="119270" y="4621696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01F5E15-9BAD-EC84-B611-BE37CACA435B}"/>
                  </a:ext>
                </a:extLst>
              </p:cNvPr>
              <p:cNvSpPr/>
              <p:nvPr/>
            </p:nvSpPr>
            <p:spPr>
              <a:xfrm>
                <a:off x="112643" y="5127534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D2CC564D-7421-FDFC-4C92-338AAC00EC81}"/>
                  </a:ext>
                </a:extLst>
              </p:cNvPr>
              <p:cNvSpPr/>
              <p:nvPr/>
            </p:nvSpPr>
            <p:spPr>
              <a:xfrm>
                <a:off x="112642" y="5379141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9F8BACD-CA19-B111-607F-E6A81DFE3DD0}"/>
                  </a:ext>
                </a:extLst>
              </p:cNvPr>
              <p:cNvSpPr/>
              <p:nvPr/>
            </p:nvSpPr>
            <p:spPr>
              <a:xfrm>
                <a:off x="112642" y="5623433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분류 Threshold 기준 — Youden's 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양성</a:t>
            </a:r>
            <a:r>
              <a:rPr b="1" dirty="0"/>
              <a:t>/</a:t>
            </a:r>
            <a:r>
              <a:rPr b="1" dirty="0" err="1"/>
              <a:t>음성을</a:t>
            </a:r>
            <a:r>
              <a:rPr b="1" dirty="0"/>
              <a:t> </a:t>
            </a:r>
            <a:r>
              <a:rPr b="1" dirty="0" err="1"/>
              <a:t>가르는</a:t>
            </a:r>
            <a:r>
              <a:rPr b="1" dirty="0"/>
              <a:t> </a:t>
            </a:r>
            <a:r>
              <a:rPr b="1" dirty="0" err="1"/>
              <a:t>기준</a:t>
            </a:r>
            <a:r>
              <a:rPr b="1" dirty="0"/>
              <a:t>: Youden's J</a:t>
            </a:r>
            <a:endParaRPr lang="en-US" altLang="ko-KR" dirty="0"/>
          </a:p>
          <a:p>
            <a:pPr lvl="1"/>
            <a:r>
              <a:rPr lang="en-US" altLang="ko-KR" b="1" dirty="0"/>
              <a:t>Youden's J = Sensitivity + Specificity − 1 </a:t>
            </a:r>
            <a:r>
              <a:rPr lang="ko-KR" altLang="en-US" b="1" dirty="0"/>
              <a:t>최대화 지점</a:t>
            </a:r>
            <a:endParaRPr b="1" dirty="0"/>
          </a:p>
          <a:p>
            <a:pPr lvl="1"/>
            <a:r>
              <a:rPr dirty="0" err="1"/>
              <a:t>민감도·특이도의</a:t>
            </a:r>
            <a:r>
              <a:rPr dirty="0"/>
              <a:t> </a:t>
            </a:r>
            <a:r>
              <a:rPr dirty="0" err="1"/>
              <a:t>균형점</a:t>
            </a:r>
            <a:r>
              <a:rPr dirty="0"/>
              <a:t> — </a:t>
            </a:r>
            <a:r>
              <a:rPr dirty="0" err="1"/>
              <a:t>민감도</a:t>
            </a:r>
            <a:r>
              <a:rPr dirty="0"/>
              <a:t> 90%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아님</a:t>
            </a:r>
            <a:endParaRPr dirty="0"/>
          </a:p>
          <a:p>
            <a:pPr lvl="1"/>
            <a:r>
              <a:rPr lang="en-US" altLang="ko-KR" dirty="0"/>
              <a:t>threshold </a:t>
            </a:r>
            <a:r>
              <a:rPr lang="ko-KR" altLang="en-US" dirty="0"/>
              <a:t>탐색</a:t>
            </a:r>
            <a:r>
              <a:rPr lang="en-US" altLang="ko-KR" dirty="0"/>
              <a:t>: internal OOF</a:t>
            </a:r>
            <a:r>
              <a:rPr lang="ko-KR" altLang="en-US" dirty="0"/>
              <a:t>에서만 → </a:t>
            </a:r>
            <a:r>
              <a:rPr lang="en-US" altLang="ko-KR" dirty="0"/>
              <a:t>external</a:t>
            </a:r>
            <a:r>
              <a:rPr lang="ko-KR" altLang="en-US" dirty="0"/>
              <a:t>은 </a:t>
            </a:r>
            <a:r>
              <a:rPr lang="ko-KR" altLang="en-US" dirty="0" err="1"/>
              <a:t>재탐색</a:t>
            </a:r>
            <a:r>
              <a:rPr lang="ko-KR" altLang="en-US" dirty="0"/>
              <a:t> 없이 동결 적용</a:t>
            </a:r>
          </a:p>
          <a:p>
            <a:pPr lvl="1"/>
            <a:r>
              <a:rPr lang="en-US" altLang="ko-KR" dirty="0"/>
              <a:t>clinic4 / clinic4+AEC(best)</a:t>
            </a:r>
            <a:r>
              <a:rPr lang="ko-KR" altLang="en-US" dirty="0"/>
              <a:t>는 각자 독립적으로 </a:t>
            </a:r>
            <a:r>
              <a:rPr lang="en-US" altLang="ko-KR" dirty="0"/>
              <a:t>threshold </a:t>
            </a:r>
            <a:r>
              <a:rPr lang="ko-KR" altLang="en-US" dirty="0"/>
              <a:t>산출</a:t>
            </a:r>
            <a:r>
              <a:rPr lang="en-US" altLang="ko-KR" dirty="0"/>
              <a:t>(</a:t>
            </a:r>
            <a:r>
              <a:rPr lang="ko-KR" altLang="en-US" dirty="0"/>
              <a:t>서로 다른 값</a:t>
            </a:r>
            <a:r>
              <a:rPr lang="en-US" altLang="ko-KR" dirty="0"/>
              <a:t>)</a:t>
            </a:r>
          </a:p>
          <a:p>
            <a:pPr lvl="1"/>
            <a:r>
              <a:rPr dirty="0" err="1"/>
              <a:t>대안</a:t>
            </a:r>
            <a:r>
              <a:rPr dirty="0"/>
              <a:t>: </a:t>
            </a:r>
            <a:r>
              <a:rPr dirty="0" err="1"/>
              <a:t>고정</a:t>
            </a:r>
            <a:r>
              <a:rPr dirty="0"/>
              <a:t> Sensitivity 90%(</a:t>
            </a:r>
            <a:r>
              <a:rPr dirty="0" err="1"/>
              <a:t>검진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) — 본 </a:t>
            </a:r>
            <a:r>
              <a:rPr dirty="0" err="1"/>
              <a:t>분석은</a:t>
            </a:r>
            <a:r>
              <a:rPr dirty="0"/>
              <a:t> </a:t>
            </a:r>
            <a:r>
              <a:rPr dirty="0" err="1"/>
              <a:t>미채택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HTN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HTN: 다른 병원(External)에서 개선 효과가 더 뚜렷(Δ+0.013, p=0.037)</a:t>
            </a:r>
            <a:endParaRPr b="1" dirty="0"/>
          </a:p>
          <a:p>
            <a:pPr lvl="1"/>
            <a:r>
              <a:t>Internal은 근소한 개선, 경계선 수준(Δ+0.008, p=0.088)</a:t>
            </a:r>
          </a:p>
          <a:p>
            <a:pPr lvl="1"/>
            <a:r>
              <a:t>Se/Sp/Acc(clinic4+AEC) — Internal 0.787/0.717/0.739, External 0.739/0.625/0.677</a:t>
            </a:r>
          </a:p>
          <a:p>
            <a:pPr lvl="1"/>
            <a:r>
              <a:t>cf. clinic4 — Internal 0.793/0.707/0.733, External 0.736/0.599/0.662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39" y="3074336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DM: 가장 일관되고 확실한 개선(Internal Δ+0.017 p=0.031, External Δ+0.032 p=0.002)</a:t>
            </a:r>
            <a:endParaRPr b="1" dirty="0"/>
          </a:p>
          <a:p>
            <a:pPr lvl="1"/>
            <a:r>
              <a:t>Internal·External 두 병원 모두에서 유의하게 개선 — 이 조합은 상하위50%비율(FPCA 아님)</a:t>
            </a:r>
          </a:p>
          <a:p>
            <a:pPr lvl="1"/>
            <a:r>
              <a:t>Se/Sp/Acc(clinic4+AEC) — Internal 0.775/0.623/0.651, External 0.751/0.554/0.615</a:t>
            </a:r>
          </a:p>
          <a:p>
            <a:pPr lvl="1"/>
            <a:r>
              <a:t>cf. clinic4 — Internal 0.755/0.624/0.649, External 0.705/0.530/0.584</a:t>
            </a:r>
          </a:p>
        </p:txBody>
      </p:sp>
      <p:pic>
        <p:nvPicPr>
          <p:cNvPr id="4" name="Picture 3" descr="dm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139" y="3103329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CKD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CKD: External에서 뚜렷하게 개선(Δ+0.035, p&lt;0.001), Internal은 비유의(Δ+0.012, p=0.300)</a:t>
            </a:r>
            <a:endParaRPr b="1" dirty="0"/>
          </a:p>
          <a:p>
            <a:pPr lvl="1"/>
            <a:r>
              <a:t>n=6 비교본과 달리 이 조합(상하위50%비율)에서는 External이 확실히 유의 — 조합·n 선택에 결론이 민감</a:t>
            </a:r>
          </a:p>
          <a:p>
            <a:pPr lvl="1"/>
            <a:r>
              <a:t>Se/Sp/Acc(clinic4+AEC) — Internal 0.807/0.684/0.694, External 0.625/0.579/0.588</a:t>
            </a:r>
          </a:p>
          <a:p>
            <a:pPr lvl="1"/>
            <a:r>
              <a:t>cf. clinic4 — Internal 0.783/0.664/0.673, External 0.613/0.565/0.573</a:t>
            </a:r>
          </a:p>
        </p:txBody>
      </p:sp>
      <p:pic>
        <p:nvPicPr>
          <p:cNvPr id="4" name="Picture 3" descr="ckd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138" y="3076531"/>
            <a:ext cx="7993723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스캐너별 서브그룹 AUC (n≥30)</a:t>
            </a:r>
          </a:p>
        </p:txBody>
      </p:sp>
      <p:pic>
        <p:nvPicPr>
          <p:cNvPr id="3" name="Picture 2" descr="scanner_subgroup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016" y="897468"/>
            <a:ext cx="7203967" cy="5440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D8B2-5B4E-48C8-EB8C-D84F520A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455-4619-46A5-1D4E-BDEF16EE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스캐너별</a:t>
            </a:r>
            <a:r>
              <a:rPr dirty="0"/>
              <a:t> </a:t>
            </a:r>
            <a:r>
              <a:rPr dirty="0" err="1"/>
              <a:t>서브그룹</a:t>
            </a:r>
            <a:r>
              <a:rPr dirty="0"/>
              <a:t> </a:t>
            </a:r>
            <a:r>
              <a:rPr lang="en-US" dirty="0"/>
              <a:t>Sens/Spec/Acc </a:t>
            </a:r>
            <a:r>
              <a:rPr lang="ko-KR" altLang="en-US" dirty="0"/>
              <a:t>비교</a:t>
            </a:r>
            <a:endParaRPr dirty="0"/>
          </a:p>
        </p:txBody>
      </p:sp>
      <p:pic>
        <p:nvPicPr>
          <p:cNvPr id="3" name="Picture 2" descr="scanner_subgroup_se_sp_acc_tabl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03937"/>
            <a:ext cx="12192000" cy="51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0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73DD-745F-7193-DD8F-773E19BC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nner_subgroup_se_sp_acc_tabl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0" y="192126"/>
            <a:ext cx="11880000" cy="62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5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A1E-04B6-D687-AAAA-04A97529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nner_subgroup_se_sp_acc_tabl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0" y="188843"/>
            <a:ext cx="11880000" cy="62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[n=12 비교본] AEC 정보 추가는 External에서 3개 질환 모두 유의, 다만 최적 조합은 FPCA가 아님</a:t>
            </a:r>
            <a:endParaRPr b="1" dirty="0"/>
          </a:p>
          <a:p>
            <a:pPr lvl="1"/>
            <a:r>
              <a:t>External: HTN·DM·CKD 모두 유의개선(전부 p&lt;0.05)</a:t>
            </a:r>
          </a:p>
          <a:p>
            <a:pPr lvl="1"/>
            <a:r>
              <a:t>Internal: DM만 확실, HTN은 경계선, CKD는 비유의</a:t>
            </a:r>
          </a:p>
          <a:p>
            <a:pPr lvl="1"/>
            <a:r>
              <a:t>요약 방법: 3질환 모두 최종 채택 조합은 상하위50%비율 — FPCA(n=12)는 candidate 중 최적이 아니었음</a:t>
            </a:r>
          </a:p>
          <a:p>
            <a:pPr lvl="1"/>
            <a:r>
              <a:t>FPCA 단독 성능은 n=6보다 n=12에서 오히려 낮음(HTN/DM/CKD 전부) — 과적합 시사</a:t>
            </a:r>
          </a:p>
          <a:p>
            <a:pPr lvl="1"/>
            <a:r>
              <a:t>다만 CT 장비 종류에 따른 성능 편차는 남아있어 추가 검증 필요</a:t>
            </a:r>
          </a:p>
          <a:p>
            <a:pPr lvl="1"/>
            <a:r>
              <a:t>External Δ: CKD +0.035(p&lt;0.001) · DM +0.032(p=0.002) · HTN +0.013(p=0.037) — 3질환 전부 유의</a:t>
            </a:r>
          </a:p>
          <a:p>
            <a:pPr lvl="1"/>
            <a:r>
              <a:t>Internal Δ: DM +0.017(p=0.031) · HTN +0.008(p=0.088) · CKD +0.012(p=0.300)</a:t>
            </a:r>
          </a:p>
          <a:p>
            <a:pPr lvl="1"/>
            <a:r>
              <a:t>모델선택: 질환별 internal OOF AUC만 사용, external은 동결모델 1회 검증(다중비교 낙관편향 방지)</a:t>
            </a:r>
          </a:p>
          <a:p>
            <a:pPr lvl="1"/>
            <a:r>
              <a:t>Se/Sp/Acc threshold: Youden's J(internal 산출 → external 동결 적용)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716</Words>
  <Application>Microsoft Office PowerPoint</Application>
  <PresentationFormat>와이드스크린</PresentationFormat>
  <Paragraphs>61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KoPub돋움체 Medium</vt:lpstr>
      <vt:lpstr>Arial</vt:lpstr>
      <vt:lpstr>KoPub돋움체 Bold</vt:lpstr>
      <vt:lpstr>Office 테마</vt:lpstr>
      <vt:lpstr>PowerPoint 프레젠테이션</vt:lpstr>
      <vt:lpstr>Research Summary</vt:lpstr>
      <vt:lpstr>FPCA 컴포넌트 수 선택 근거 (n=3, elbow)</vt:lpstr>
      <vt:lpstr>AEC Feature 후보별 AUC 비교</vt:lpstr>
      <vt:lpstr>AUC 비교표 — Internal &amp; External (DeLong test)</vt:lpstr>
      <vt:lpstr>분류 Threshold 기준 — Youden's J</vt:lpstr>
      <vt:lpstr>HTN — ROC Curve (Internal / External)</vt:lpstr>
      <vt:lpstr>DM — ROC Curve (Internal / External)</vt:lpstr>
      <vt:lpstr>CKD — ROC Curve (Internal / External)</vt:lpstr>
      <vt:lpstr>스캐너별 서브그룹 AUC (n≥30)</vt:lpstr>
      <vt:lpstr>스캐너별 서브그룹 Sens/Spec/Acc 비교</vt:lpstr>
      <vt:lpstr>PowerPoint 프레젠테이션</vt:lpstr>
      <vt:lpstr>PowerPoint 프레젠테이션</vt:lpstr>
      <vt:lpstr>Summary &amp; 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2026-08-14T07:06:28Z</dcterms:modified>
</cp:coreProperties>
</file>
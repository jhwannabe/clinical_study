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495" r:id="rId3"/>
    <p:sldId id="507" r:id="rId4"/>
    <p:sldId id="481" r:id="rId5"/>
    <p:sldId id="534" r:id="rId6"/>
    <p:sldId id="514" r:id="rId7"/>
    <p:sldId id="519" r:id="rId8"/>
    <p:sldId id="535" r:id="rId9"/>
    <p:sldId id="479" r:id="rId10"/>
  </p:sldIdLst>
  <p:sldSz cx="12192000" cy="6858000"/>
  <p:notesSz cx="6858000" cy="9144000"/>
  <p:embeddedFontLst>
    <p:embeddedFont>
      <p:font typeface="KoPub돋움체 Bold" panose="00000800000000000000" pitchFamily="2" charset="-127"/>
      <p:bold r:id="rId12"/>
    </p:embeddedFont>
    <p:embeddedFont>
      <p:font typeface="KoPub돋움체 Medium" panose="00000600000000000000" pitchFamily="2" charset="-127"/>
      <p:regular r:id="rId1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97B6DF2-66C3-4074-9053-F9AA00FED5D5}">
          <p14:sldIdLst>
            <p14:sldId id="256"/>
            <p14:sldId id="495"/>
            <p14:sldId id="507"/>
            <p14:sldId id="481"/>
            <p14:sldId id="534"/>
            <p14:sldId id="514"/>
            <p14:sldId id="519"/>
            <p14:sldId id="535"/>
            <p14:sldId id="47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전장훈" initials="전" lastIdx="19" clrIdx="0">
    <p:extLst>
      <p:ext uri="{19B8F6BF-5375-455C-9EA6-DF929625EA0E}">
        <p15:presenceInfo xmlns:p15="http://schemas.microsoft.com/office/powerpoint/2012/main" userId="전장훈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7DD0"/>
    <a:srgbClr val="1F346B"/>
    <a:srgbClr val="023670"/>
    <a:srgbClr val="17A5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273" autoAdjust="0"/>
  </p:normalViewPr>
  <p:slideViewPr>
    <p:cSldViewPr snapToGrid="0">
      <p:cViewPr varScale="1">
        <p:scale>
          <a:sx n="105" d="100"/>
          <a:sy n="105" d="100"/>
        </p:scale>
        <p:origin x="774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ghoon jun" userId="056a5883350c2f5e" providerId="LiveId" clId="{6DA654A6-03B0-40F7-A259-B276216985A6}"/>
    <pc:docChg chg="undo redo custSel addSld delSld modSld modSection">
      <pc:chgData name="janghoon jun" userId="056a5883350c2f5e" providerId="LiveId" clId="{6DA654A6-03B0-40F7-A259-B276216985A6}" dt="2026-07-08T06:46:14.575" v="5364"/>
      <pc:docMkLst>
        <pc:docMk/>
      </pc:docMkLst>
      <pc:sldChg chg="modSp mod">
        <pc:chgData name="janghoon jun" userId="056a5883350c2f5e" providerId="LiveId" clId="{6DA654A6-03B0-40F7-A259-B276216985A6}" dt="2026-07-08T05:33:53.531" v="3728" actId="207"/>
        <pc:sldMkLst>
          <pc:docMk/>
          <pc:sldMk cId="0" sldId="256"/>
        </pc:sldMkLst>
        <pc:spChg chg="mod">
          <ac:chgData name="janghoon jun" userId="056a5883350c2f5e" providerId="LiveId" clId="{6DA654A6-03B0-40F7-A259-B276216985A6}" dt="2026-07-08T05:33:53.531" v="3728" actId="207"/>
          <ac:spMkLst>
            <pc:docMk/>
            <pc:sldMk cId="0" sldId="256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33:53.531" v="3728" actId="207"/>
          <ac:spMkLst>
            <pc:docMk/>
            <pc:sldMk cId="0" sldId="256"/>
            <ac:spMk id="3" creationId="{00000000-0000-0000-0000-000000000000}"/>
          </ac:spMkLst>
        </pc:spChg>
      </pc:sldChg>
      <pc:sldChg chg="modSp mod modNotesTx">
        <pc:chgData name="janghoon jun" userId="056a5883350c2f5e" providerId="LiveId" clId="{6DA654A6-03B0-40F7-A259-B276216985A6}" dt="2026-07-07T05:53:01.136" v="2952" actId="20577"/>
        <pc:sldMkLst>
          <pc:docMk/>
          <pc:sldMk cId="1998851532" sldId="256"/>
        </pc:sldMkLst>
        <pc:spChg chg="mod">
          <ac:chgData name="janghoon jun" userId="056a5883350c2f5e" providerId="LiveId" clId="{6DA654A6-03B0-40F7-A259-B276216985A6}" dt="2026-07-07T05:52:56.148" v="2948" actId="20577"/>
          <ac:spMkLst>
            <pc:docMk/>
            <pc:sldMk cId="1998851532" sldId="256"/>
            <ac:spMk id="4" creationId="{4C14D9A0-1BB9-428F-B273-3CE24758593B}"/>
          </ac:spMkLst>
        </pc:spChg>
        <pc:spChg chg="mod">
          <ac:chgData name="janghoon jun" userId="056a5883350c2f5e" providerId="LiveId" clId="{6DA654A6-03B0-40F7-A259-B276216985A6}" dt="2026-07-07T05:53:01.136" v="2952" actId="20577"/>
          <ac:spMkLst>
            <pc:docMk/>
            <pc:sldMk cId="1998851532" sldId="256"/>
            <ac:spMk id="5" creationId="{94B21C1C-F3A0-440B-961E-968F2C77FB2A}"/>
          </ac:spMkLst>
        </pc:spChg>
      </pc:sldChg>
      <pc:sldChg chg="addSp delSp modSp mod">
        <pc:chgData name="janghoon jun" userId="056a5883350c2f5e" providerId="LiveId" clId="{6DA654A6-03B0-40F7-A259-B276216985A6}" dt="2026-07-08T05:43:45.659" v="4097" actId="15"/>
        <pc:sldMkLst>
          <pc:docMk/>
          <pc:sldMk cId="0" sldId="257"/>
        </pc:sldMkLst>
        <pc:spChg chg="mod">
          <ac:chgData name="janghoon jun" userId="056a5883350c2f5e" providerId="LiveId" clId="{6DA654A6-03B0-40F7-A259-B276216985A6}" dt="2026-07-08T05:34:40.941" v="3768" actId="20577"/>
          <ac:spMkLst>
            <pc:docMk/>
            <pc:sldMk cId="0" sldId="257"/>
            <ac:spMk id="2" creationId="{00000000-0000-0000-0000-000000000000}"/>
          </ac:spMkLst>
        </pc:spChg>
        <pc:spChg chg="del">
          <ac:chgData name="janghoon jun" userId="056a5883350c2f5e" providerId="LiveId" clId="{6DA654A6-03B0-40F7-A259-B276216985A6}" dt="2026-07-08T05:34:32.979" v="3753" actId="478"/>
          <ac:spMkLst>
            <pc:docMk/>
            <pc:sldMk cId="0" sldId="257"/>
            <ac:spMk id="3" creationId="{00000000-0000-0000-0000-000000000000}"/>
          </ac:spMkLst>
        </pc:spChg>
        <pc:spChg chg="del">
          <ac:chgData name="janghoon jun" userId="056a5883350c2f5e" providerId="LiveId" clId="{6DA654A6-03B0-40F7-A259-B276216985A6}" dt="2026-07-08T05:34:29.459" v="3752" actId="478"/>
          <ac:spMkLst>
            <pc:docMk/>
            <pc:sldMk cId="0" sldId="257"/>
            <ac:spMk id="4" creationId="{00000000-0000-0000-0000-000000000000}"/>
          </ac:spMkLst>
        </pc:spChg>
        <pc:spChg chg="del">
          <ac:chgData name="janghoon jun" userId="056a5883350c2f5e" providerId="LiveId" clId="{6DA654A6-03B0-40F7-A259-B276216985A6}" dt="2026-07-08T05:34:29.459" v="3752" actId="478"/>
          <ac:spMkLst>
            <pc:docMk/>
            <pc:sldMk cId="0" sldId="257"/>
            <ac:spMk id="5" creationId="{00000000-0000-0000-0000-000000000000}"/>
          </ac:spMkLst>
        </pc:spChg>
        <pc:spChg chg="del">
          <ac:chgData name="janghoon jun" userId="056a5883350c2f5e" providerId="LiveId" clId="{6DA654A6-03B0-40F7-A259-B276216985A6}" dt="2026-07-08T05:34:29.459" v="3752" actId="478"/>
          <ac:spMkLst>
            <pc:docMk/>
            <pc:sldMk cId="0" sldId="257"/>
            <ac:spMk id="6" creationId="{00000000-0000-0000-0000-000000000000}"/>
          </ac:spMkLst>
        </pc:spChg>
        <pc:spChg chg="del">
          <ac:chgData name="janghoon jun" userId="056a5883350c2f5e" providerId="LiveId" clId="{6DA654A6-03B0-40F7-A259-B276216985A6}" dt="2026-07-08T05:34:29.459" v="3752" actId="478"/>
          <ac:spMkLst>
            <pc:docMk/>
            <pc:sldMk cId="0" sldId="257"/>
            <ac:spMk id="7" creationId="{00000000-0000-0000-0000-000000000000}"/>
          </ac:spMkLst>
        </pc:spChg>
        <pc:spChg chg="add mod">
          <ac:chgData name="janghoon jun" userId="056a5883350c2f5e" providerId="LiveId" clId="{6DA654A6-03B0-40F7-A259-B276216985A6}" dt="2026-07-08T05:43:45.659" v="4097" actId="15"/>
          <ac:spMkLst>
            <pc:docMk/>
            <pc:sldMk cId="0" sldId="257"/>
            <ac:spMk id="9" creationId="{CDE98734-B61B-52A9-4AC8-3A3A0C7E6EAE}"/>
          </ac:spMkLst>
        </pc:spChg>
      </pc:sldChg>
      <pc:sldChg chg="addSp delSp modSp del mod">
        <pc:chgData name="janghoon jun" userId="056a5883350c2f5e" providerId="LiveId" clId="{6DA654A6-03B0-40F7-A259-B276216985A6}" dt="2026-07-08T05:51:26.233" v="4277" actId="47"/>
        <pc:sldMkLst>
          <pc:docMk/>
          <pc:sldMk cId="0" sldId="258"/>
        </pc:sldMkLst>
        <pc:spChg chg="mod">
          <ac:chgData name="janghoon jun" userId="056a5883350c2f5e" providerId="LiveId" clId="{6DA654A6-03B0-40F7-A259-B276216985A6}" dt="2026-07-08T05:45:13.417" v="4173" actId="20577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janghoon jun" userId="056a5883350c2f5e" providerId="LiveId" clId="{6DA654A6-03B0-40F7-A259-B276216985A6}" dt="2026-07-08T05:51:16.445" v="4274" actId="478"/>
          <ac:spMkLst>
            <pc:docMk/>
            <pc:sldMk cId="0" sldId="258"/>
            <ac:spMk id="3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1:23.393" v="4276" actId="1076"/>
          <ac:spMkLst>
            <pc:docMk/>
            <pc:sldMk cId="0" sldId="258"/>
            <ac:spMk id="4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1:23.393" v="4276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1:23.393" v="4276" actId="1076"/>
          <ac:spMkLst>
            <pc:docMk/>
            <pc:sldMk cId="0" sldId="258"/>
            <ac:spMk id="7" creationId="{00000000-0000-0000-0000-000000000000}"/>
          </ac:spMkLst>
        </pc:spChg>
        <pc:spChg chg="add del mod">
          <ac:chgData name="janghoon jun" userId="056a5883350c2f5e" providerId="LiveId" clId="{6DA654A6-03B0-40F7-A259-B276216985A6}" dt="2026-07-08T05:51:18.243" v="4275" actId="478"/>
          <ac:spMkLst>
            <pc:docMk/>
            <pc:sldMk cId="0" sldId="258"/>
            <ac:spMk id="9" creationId="{EC8AC9C5-BC86-B8DF-827C-DAFEE8EE56B9}"/>
          </ac:spMkLst>
        </pc:spChg>
        <pc:graphicFrameChg chg="mod">
          <ac:chgData name="janghoon jun" userId="056a5883350c2f5e" providerId="LiveId" clId="{6DA654A6-03B0-40F7-A259-B276216985A6}" dt="2026-07-08T05:51:23.393" v="4276" actId="1076"/>
          <ac:graphicFrameMkLst>
            <pc:docMk/>
            <pc:sldMk cId="0" sldId="258"/>
            <ac:graphicFrameMk id="5" creationId="{00000000-0000-0000-0000-000000000000}"/>
          </ac:graphicFrameMkLst>
        </pc:graphicFrameChg>
      </pc:sldChg>
      <pc:sldChg chg="modSp add del mod">
        <pc:chgData name="janghoon jun" userId="056a5883350c2f5e" providerId="LiveId" clId="{6DA654A6-03B0-40F7-A259-B276216985A6}" dt="2026-07-08T05:45:43.786" v="4178" actId="47"/>
        <pc:sldMkLst>
          <pc:docMk/>
          <pc:sldMk cId="0" sldId="259"/>
        </pc:sldMkLst>
        <pc:spChg chg="mod">
          <ac:chgData name="janghoon jun" userId="056a5883350c2f5e" providerId="LiveId" clId="{6DA654A6-03B0-40F7-A259-B276216985A6}" dt="2026-07-08T05:45:29.838" v="4175" actId="20577"/>
          <ac:spMkLst>
            <pc:docMk/>
            <pc:sldMk cId="0" sldId="259"/>
            <ac:spMk id="2" creationId="{00000000-0000-0000-0000-000000000000}"/>
          </ac:spMkLst>
        </pc:spChg>
      </pc:sldChg>
      <pc:sldChg chg="modSp del mod">
        <pc:chgData name="janghoon jun" userId="056a5883350c2f5e" providerId="LiveId" clId="{6DA654A6-03B0-40F7-A259-B276216985A6}" dt="2026-07-08T05:46:52.228" v="4185" actId="47"/>
        <pc:sldMkLst>
          <pc:docMk/>
          <pc:sldMk cId="0" sldId="260"/>
        </pc:sldMkLst>
        <pc:spChg chg="mod">
          <ac:chgData name="janghoon jun" userId="056a5883350c2f5e" providerId="LiveId" clId="{6DA654A6-03B0-40F7-A259-B276216985A6}" dt="2026-07-08T05:45:49.064" v="4180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46:11.423" v="4184" actId="14100"/>
          <ac:spMkLst>
            <pc:docMk/>
            <pc:sldMk cId="0" sldId="260"/>
            <ac:spMk id="4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46:06.972" v="4183" actId="107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46:06.972" v="4183" actId="107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46:06.972" v="4183" actId="1076"/>
          <ac:spMkLst>
            <pc:docMk/>
            <pc:sldMk cId="0" sldId="260"/>
            <ac:spMk id="15" creationId="{00000000-0000-0000-0000-000000000000}"/>
          </ac:spMkLst>
        </pc:spChg>
      </pc:sldChg>
      <pc:sldChg chg="addSp delSp modSp mod">
        <pc:chgData name="janghoon jun" userId="056a5883350c2f5e" providerId="LiveId" clId="{6DA654A6-03B0-40F7-A259-B276216985A6}" dt="2026-07-08T06:00:00.079" v="4418" actId="20577"/>
        <pc:sldMkLst>
          <pc:docMk/>
          <pc:sldMk cId="0" sldId="261"/>
        </pc:sldMkLst>
        <pc:spChg chg="mod">
          <ac:chgData name="janghoon jun" userId="056a5883350c2f5e" providerId="LiveId" clId="{6DA654A6-03B0-40F7-A259-B276216985A6}" dt="2026-07-08T06:00:00.079" v="4418" actId="20577"/>
          <ac:spMkLst>
            <pc:docMk/>
            <pc:sldMk cId="0" sldId="261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48:47.021" v="4222" actId="20577"/>
          <ac:spMkLst>
            <pc:docMk/>
            <pc:sldMk cId="0" sldId="261"/>
            <ac:spMk id="3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1:44.611" v="4278" actId="164"/>
          <ac:spMkLst>
            <pc:docMk/>
            <pc:sldMk cId="0" sldId="261"/>
            <ac:spMk id="4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1:44.611" v="4278" actId="164"/>
          <ac:spMkLst>
            <pc:docMk/>
            <pc:sldMk cId="0" sldId="261"/>
            <ac:spMk id="5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1:44.611" v="4278" actId="164"/>
          <ac:spMkLst>
            <pc:docMk/>
            <pc:sldMk cId="0" sldId="261"/>
            <ac:spMk id="6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1:44.611" v="4278" actId="164"/>
          <ac:spMkLst>
            <pc:docMk/>
            <pc:sldMk cId="0" sldId="261"/>
            <ac:spMk id="7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1:44.611" v="4278" actId="164"/>
          <ac:spMkLst>
            <pc:docMk/>
            <pc:sldMk cId="0" sldId="261"/>
            <ac:spMk id="8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1:44.611" v="4278" actId="164"/>
          <ac:spMkLst>
            <pc:docMk/>
            <pc:sldMk cId="0" sldId="261"/>
            <ac:spMk id="9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1:44.611" v="4278" actId="164"/>
          <ac:spMkLst>
            <pc:docMk/>
            <pc:sldMk cId="0" sldId="261"/>
            <ac:spMk id="10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1:44.611" v="4278" actId="164"/>
          <ac:spMkLst>
            <pc:docMk/>
            <pc:sldMk cId="0" sldId="261"/>
            <ac:spMk id="11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48:23.941" v="4215" actId="1076"/>
          <ac:spMkLst>
            <pc:docMk/>
            <pc:sldMk cId="0" sldId="261"/>
            <ac:spMk id="12" creationId="{00000000-0000-0000-0000-000000000000}"/>
          </ac:spMkLst>
        </pc:spChg>
        <pc:spChg chg="del">
          <ac:chgData name="janghoon jun" userId="056a5883350c2f5e" providerId="LiveId" clId="{6DA654A6-03B0-40F7-A259-B276216985A6}" dt="2026-07-08T05:48:11.777" v="4212" actId="478"/>
          <ac:spMkLst>
            <pc:docMk/>
            <pc:sldMk cId="0" sldId="261"/>
            <ac:spMk id="13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48:20.454" v="4214" actId="1076"/>
          <ac:spMkLst>
            <pc:docMk/>
            <pc:sldMk cId="0" sldId="261"/>
            <ac:spMk id="14" creationId="{00000000-0000-0000-0000-000000000000}"/>
          </ac:spMkLst>
        </pc:spChg>
        <pc:grpChg chg="add mod">
          <ac:chgData name="janghoon jun" userId="056a5883350c2f5e" providerId="LiveId" clId="{6DA654A6-03B0-40F7-A259-B276216985A6}" dt="2026-07-08T05:51:55.537" v="4280" actId="1076"/>
          <ac:grpSpMkLst>
            <pc:docMk/>
            <pc:sldMk cId="0" sldId="261"/>
            <ac:grpSpMk id="15" creationId="{8225C597-6B75-9D97-650E-7B4F65A7A9DF}"/>
          </ac:grpSpMkLst>
        </pc:grpChg>
      </pc:sldChg>
      <pc:sldChg chg="addSp modSp mod">
        <pc:chgData name="janghoon jun" userId="056a5883350c2f5e" providerId="LiveId" clId="{6DA654A6-03B0-40F7-A259-B276216985A6}" dt="2026-07-08T06:00:08.652" v="4442" actId="20577"/>
        <pc:sldMkLst>
          <pc:docMk/>
          <pc:sldMk cId="0" sldId="262"/>
        </pc:sldMkLst>
        <pc:spChg chg="mod">
          <ac:chgData name="janghoon jun" userId="056a5883350c2f5e" providerId="LiveId" clId="{6DA654A6-03B0-40F7-A259-B276216985A6}" dt="2026-07-08T06:00:08.652" v="4442" actId="20577"/>
          <ac:spMkLst>
            <pc:docMk/>
            <pc:sldMk cId="0" sldId="262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0:44.035" v="4253" actId="403"/>
          <ac:spMkLst>
            <pc:docMk/>
            <pc:sldMk cId="0" sldId="262"/>
            <ac:spMk id="3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49:40.729" v="4233" actId="164"/>
          <ac:spMkLst>
            <pc:docMk/>
            <pc:sldMk cId="0" sldId="262"/>
            <ac:spMk id="4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49:40.729" v="4233" actId="164"/>
          <ac:spMkLst>
            <pc:docMk/>
            <pc:sldMk cId="0" sldId="262"/>
            <ac:spMk id="5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0:05.153" v="4240" actId="164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0:05.153" v="4240" actId="164"/>
          <ac:spMkLst>
            <pc:docMk/>
            <pc:sldMk cId="0" sldId="262"/>
            <ac:spMk id="7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0:10.135" v="4242" actId="164"/>
          <ac:spMkLst>
            <pc:docMk/>
            <pc:sldMk cId="0" sldId="262"/>
            <ac:spMk id="8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0:10.135" v="4242" actId="164"/>
          <ac:spMkLst>
            <pc:docMk/>
            <pc:sldMk cId="0" sldId="262"/>
            <ac:spMk id="9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0:15.213" v="4244" actId="164"/>
          <ac:spMkLst>
            <pc:docMk/>
            <pc:sldMk cId="0" sldId="262"/>
            <ac:spMk id="10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0:15.213" v="4244" actId="164"/>
          <ac:spMkLst>
            <pc:docMk/>
            <pc:sldMk cId="0" sldId="262"/>
            <ac:spMk id="11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0:18.768" v="4246" actId="164"/>
          <ac:spMkLst>
            <pc:docMk/>
            <pc:sldMk cId="0" sldId="262"/>
            <ac:spMk id="12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0:18.768" v="4246" actId="164"/>
          <ac:spMkLst>
            <pc:docMk/>
            <pc:sldMk cId="0" sldId="262"/>
            <ac:spMk id="13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0:22.367" v="4248" actId="164"/>
          <ac:spMkLst>
            <pc:docMk/>
            <pc:sldMk cId="0" sldId="262"/>
            <ac:spMk id="14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0:22.367" v="4248" actId="164"/>
          <ac:spMkLst>
            <pc:docMk/>
            <pc:sldMk cId="0" sldId="262"/>
            <ac:spMk id="15" creationId="{00000000-0000-0000-0000-000000000000}"/>
          </ac:spMkLst>
        </pc:spChg>
        <pc:grpChg chg="add mod">
          <ac:chgData name="janghoon jun" userId="056a5883350c2f5e" providerId="LiveId" clId="{6DA654A6-03B0-40F7-A259-B276216985A6}" dt="2026-07-08T05:50:40.974" v="4251" actId="1076"/>
          <ac:grpSpMkLst>
            <pc:docMk/>
            <pc:sldMk cId="0" sldId="262"/>
            <ac:grpSpMk id="16" creationId="{3A29F5B8-D1C5-25C1-4019-E66D4D1DB8F8}"/>
          </ac:grpSpMkLst>
        </pc:grpChg>
        <pc:grpChg chg="add mod">
          <ac:chgData name="janghoon jun" userId="056a5883350c2f5e" providerId="LiveId" clId="{6DA654A6-03B0-40F7-A259-B276216985A6}" dt="2026-07-08T05:50:40.974" v="4251" actId="1076"/>
          <ac:grpSpMkLst>
            <pc:docMk/>
            <pc:sldMk cId="0" sldId="262"/>
            <ac:grpSpMk id="17" creationId="{E075743F-97EA-F673-8801-05CDDD711D66}"/>
          </ac:grpSpMkLst>
        </pc:grpChg>
        <pc:grpChg chg="add mod">
          <ac:chgData name="janghoon jun" userId="056a5883350c2f5e" providerId="LiveId" clId="{6DA654A6-03B0-40F7-A259-B276216985A6}" dt="2026-07-08T05:50:40.974" v="4251" actId="1076"/>
          <ac:grpSpMkLst>
            <pc:docMk/>
            <pc:sldMk cId="0" sldId="262"/>
            <ac:grpSpMk id="18" creationId="{E46E2EE2-AC54-9926-16F3-618116102200}"/>
          </ac:grpSpMkLst>
        </pc:grpChg>
        <pc:grpChg chg="add mod">
          <ac:chgData name="janghoon jun" userId="056a5883350c2f5e" providerId="LiveId" clId="{6DA654A6-03B0-40F7-A259-B276216985A6}" dt="2026-07-08T05:50:40.974" v="4251" actId="1076"/>
          <ac:grpSpMkLst>
            <pc:docMk/>
            <pc:sldMk cId="0" sldId="262"/>
            <ac:grpSpMk id="19" creationId="{8B7A0DFD-AD14-A910-3A97-B14AE80A740D}"/>
          </ac:grpSpMkLst>
        </pc:grpChg>
        <pc:grpChg chg="add mod">
          <ac:chgData name="janghoon jun" userId="056a5883350c2f5e" providerId="LiveId" clId="{6DA654A6-03B0-40F7-A259-B276216985A6}" dt="2026-07-08T05:50:40.974" v="4251" actId="1076"/>
          <ac:grpSpMkLst>
            <pc:docMk/>
            <pc:sldMk cId="0" sldId="262"/>
            <ac:grpSpMk id="20" creationId="{A7102F49-B215-59FC-E07F-7F7931BAEA32}"/>
          </ac:grpSpMkLst>
        </pc:grpChg>
        <pc:grpChg chg="add mod">
          <ac:chgData name="janghoon jun" userId="056a5883350c2f5e" providerId="LiveId" clId="{6DA654A6-03B0-40F7-A259-B276216985A6}" dt="2026-07-08T05:50:40.974" v="4251" actId="1076"/>
          <ac:grpSpMkLst>
            <pc:docMk/>
            <pc:sldMk cId="0" sldId="262"/>
            <ac:grpSpMk id="21" creationId="{28228C55-A1D9-5786-00C9-90F6880B21EA}"/>
          </ac:grpSpMkLst>
        </pc:grpChg>
      </pc:sldChg>
      <pc:sldChg chg="modSp mod">
        <pc:chgData name="janghoon jun" userId="056a5883350c2f5e" providerId="LiveId" clId="{6DA654A6-03B0-40F7-A259-B276216985A6}" dt="2026-07-08T06:12:06.137" v="4457" actId="6549"/>
        <pc:sldMkLst>
          <pc:docMk/>
          <pc:sldMk cId="0" sldId="263"/>
        </pc:sldMkLst>
        <pc:spChg chg="mod">
          <ac:chgData name="janghoon jun" userId="056a5883350c2f5e" providerId="LiveId" clId="{6DA654A6-03B0-40F7-A259-B276216985A6}" dt="2026-07-08T06:12:06.137" v="4457" actId="6549"/>
          <ac:spMkLst>
            <pc:docMk/>
            <pc:sldMk cId="0" sldId="263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6:15.638" v="4353" actId="403"/>
          <ac:spMkLst>
            <pc:docMk/>
            <pc:sldMk cId="0" sldId="263"/>
            <ac:spMk id="3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4:27.414" v="4336" actId="20577"/>
          <ac:spMkLst>
            <pc:docMk/>
            <pc:sldMk cId="0" sldId="263"/>
            <ac:spMk id="4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4:25.067" v="4335" actId="20577"/>
          <ac:spMkLst>
            <pc:docMk/>
            <pc:sldMk cId="0" sldId="263"/>
            <ac:spMk id="5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4:15.690" v="4334" actId="20577"/>
          <ac:spMkLst>
            <pc:docMk/>
            <pc:sldMk cId="0" sldId="263"/>
            <ac:spMk id="6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3:47.129" v="4318" actId="1076"/>
          <ac:spMkLst>
            <pc:docMk/>
            <pc:sldMk cId="0" sldId="263"/>
            <ac:spMk id="7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5:39.223" v="4346" actId="403"/>
          <ac:spMkLst>
            <pc:docMk/>
            <pc:sldMk cId="0" sldId="263"/>
            <ac:spMk id="8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7-08T06:12:15.086" v="4460" actId="6549"/>
        <pc:sldMkLst>
          <pc:docMk/>
          <pc:sldMk cId="0" sldId="264"/>
        </pc:sldMkLst>
        <pc:spChg chg="mod">
          <ac:chgData name="janghoon jun" userId="056a5883350c2f5e" providerId="LiveId" clId="{6DA654A6-03B0-40F7-A259-B276216985A6}" dt="2026-07-08T06:12:15.086" v="4460" actId="6549"/>
          <ac:spMkLst>
            <pc:docMk/>
            <pc:sldMk cId="0" sldId="264"/>
            <ac:spMk id="2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7-08T06:13:33.196" v="4488" actId="403"/>
        <pc:sldMkLst>
          <pc:docMk/>
          <pc:sldMk cId="0" sldId="265"/>
        </pc:sldMkLst>
        <pc:spChg chg="mod">
          <ac:chgData name="janghoon jun" userId="056a5883350c2f5e" providerId="LiveId" clId="{6DA654A6-03B0-40F7-A259-B276216985A6}" dt="2026-07-08T05:58:26.645" v="4403" actId="21"/>
          <ac:spMkLst>
            <pc:docMk/>
            <pc:sldMk cId="0" sldId="265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3:33.196" v="4488" actId="403"/>
          <ac:spMkLst>
            <pc:docMk/>
            <pc:sldMk cId="0" sldId="265"/>
            <ac:spMk id="3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8:45.261" v="4411" actId="1076"/>
          <ac:spMkLst>
            <pc:docMk/>
            <pc:sldMk cId="0" sldId="265"/>
            <ac:spMk id="4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8:45.261" v="4411" actId="1076"/>
          <ac:spMkLst>
            <pc:docMk/>
            <pc:sldMk cId="0" sldId="265"/>
            <ac:spMk id="5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8:45.261" v="4411" actId="1076"/>
          <ac:spMkLst>
            <pc:docMk/>
            <pc:sldMk cId="0" sldId="265"/>
            <ac:spMk id="6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8:45.261" v="4411" actId="1076"/>
          <ac:spMkLst>
            <pc:docMk/>
            <pc:sldMk cId="0" sldId="265"/>
            <ac:spMk id="7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8:45.261" v="4411" actId="1076"/>
          <ac:spMkLst>
            <pc:docMk/>
            <pc:sldMk cId="0" sldId="265"/>
            <ac:spMk id="8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8:45.261" v="4411" actId="1076"/>
          <ac:spMkLst>
            <pc:docMk/>
            <pc:sldMk cId="0" sldId="265"/>
            <ac:spMk id="9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8:45.261" v="4411" actId="1076"/>
          <ac:spMkLst>
            <pc:docMk/>
            <pc:sldMk cId="0" sldId="265"/>
            <ac:spMk id="10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8:45.261" v="4411" actId="1076"/>
          <ac:spMkLst>
            <pc:docMk/>
            <pc:sldMk cId="0" sldId="265"/>
            <ac:spMk id="11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8:45.261" v="4411" actId="1076"/>
          <ac:spMkLst>
            <pc:docMk/>
            <pc:sldMk cId="0" sldId="265"/>
            <ac:spMk id="12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7-08T06:12:30.207" v="4466" actId="6549"/>
        <pc:sldMkLst>
          <pc:docMk/>
          <pc:sldMk cId="0" sldId="266"/>
        </pc:sldMkLst>
        <pc:spChg chg="mod">
          <ac:chgData name="janghoon jun" userId="056a5883350c2f5e" providerId="LiveId" clId="{6DA654A6-03B0-40F7-A259-B276216985A6}" dt="2026-07-08T06:12:30.207" v="4466" actId="6549"/>
          <ac:spMkLst>
            <pc:docMk/>
            <pc:sldMk cId="0" sldId="266"/>
            <ac:spMk id="2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7-08T06:13:10.717" v="4485" actId="1076"/>
        <pc:sldMkLst>
          <pc:docMk/>
          <pc:sldMk cId="0" sldId="267"/>
        </pc:sldMkLst>
        <pc:spChg chg="mod">
          <ac:chgData name="janghoon jun" userId="056a5883350c2f5e" providerId="LiveId" clId="{6DA654A6-03B0-40F7-A259-B276216985A6}" dt="2026-07-08T06:12:58.529" v="4479" actId="20577"/>
          <ac:spMkLst>
            <pc:docMk/>
            <pc:sldMk cId="0" sldId="267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3:05.102" v="4484" actId="403"/>
          <ac:spMkLst>
            <pc:docMk/>
            <pc:sldMk cId="0" sldId="267"/>
            <ac:spMk id="3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3:10.717" v="4485" actId="1076"/>
          <ac:spMkLst>
            <pc:docMk/>
            <pc:sldMk cId="0" sldId="267"/>
            <ac:spMk id="4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3:10.717" v="4485" actId="1076"/>
          <ac:spMkLst>
            <pc:docMk/>
            <pc:sldMk cId="0" sldId="267"/>
            <ac:spMk id="5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3:10.717" v="4485" actId="1076"/>
          <ac:spMkLst>
            <pc:docMk/>
            <pc:sldMk cId="0" sldId="267"/>
            <ac:spMk id="6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3:10.717" v="4485" actId="1076"/>
          <ac:spMkLst>
            <pc:docMk/>
            <pc:sldMk cId="0" sldId="267"/>
            <ac:spMk id="7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3:10.717" v="4485" actId="1076"/>
          <ac:spMkLst>
            <pc:docMk/>
            <pc:sldMk cId="0" sldId="267"/>
            <ac:spMk id="8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3:10.717" v="4485" actId="1076"/>
          <ac:spMkLst>
            <pc:docMk/>
            <pc:sldMk cId="0" sldId="267"/>
            <ac:spMk id="9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3:10.717" v="4485" actId="1076"/>
          <ac:spMkLst>
            <pc:docMk/>
            <pc:sldMk cId="0" sldId="267"/>
            <ac:spMk id="10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3:10.717" v="4485" actId="1076"/>
          <ac:spMkLst>
            <pc:docMk/>
            <pc:sldMk cId="0" sldId="267"/>
            <ac:spMk id="11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3:10.717" v="4485" actId="1076"/>
          <ac:spMkLst>
            <pc:docMk/>
            <pc:sldMk cId="0" sldId="267"/>
            <ac:spMk id="12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3:10.717" v="4485" actId="1076"/>
          <ac:spMkLst>
            <pc:docMk/>
            <pc:sldMk cId="0" sldId="267"/>
            <ac:spMk id="13" creationId="{00000000-0000-0000-0000-000000000000}"/>
          </ac:spMkLst>
        </pc:spChg>
      </pc:sldChg>
      <pc:sldChg chg="delSp modSp mod">
        <pc:chgData name="janghoon jun" userId="056a5883350c2f5e" providerId="LiveId" clId="{6DA654A6-03B0-40F7-A259-B276216985A6}" dt="2026-07-08T06:15:18.875" v="4513" actId="20577"/>
        <pc:sldMkLst>
          <pc:docMk/>
          <pc:sldMk cId="0" sldId="268"/>
        </pc:sldMkLst>
        <pc:spChg chg="mod">
          <ac:chgData name="janghoon jun" userId="056a5883350c2f5e" providerId="LiveId" clId="{6DA654A6-03B0-40F7-A259-B276216985A6}" dt="2026-07-08T06:13:46.853" v="4492" actId="21"/>
          <ac:spMkLst>
            <pc:docMk/>
            <pc:sldMk cId="0" sldId="268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3:59.199" v="4500" actId="403"/>
          <ac:spMkLst>
            <pc:docMk/>
            <pc:sldMk cId="0" sldId="268"/>
            <ac:spMk id="3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5:18.875" v="4513" actId="20577"/>
          <ac:spMkLst>
            <pc:docMk/>
            <pc:sldMk cId="0" sldId="268"/>
            <ac:spMk id="4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5:06.442" v="4509" actId="1076"/>
          <ac:spMkLst>
            <pc:docMk/>
            <pc:sldMk cId="0" sldId="268"/>
            <ac:spMk id="5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5:06.442" v="4509" actId="1076"/>
          <ac:spMkLst>
            <pc:docMk/>
            <pc:sldMk cId="0" sldId="268"/>
            <ac:spMk id="6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5:06.442" v="4509" actId="1076"/>
          <ac:spMkLst>
            <pc:docMk/>
            <pc:sldMk cId="0" sldId="268"/>
            <ac:spMk id="7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5:06.442" v="4509" actId="1076"/>
          <ac:spMkLst>
            <pc:docMk/>
            <pc:sldMk cId="0" sldId="268"/>
            <ac:spMk id="8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5:02.593" v="4508" actId="1076"/>
          <ac:spMkLst>
            <pc:docMk/>
            <pc:sldMk cId="0" sldId="268"/>
            <ac:spMk id="9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5:02.593" v="4508" actId="1076"/>
          <ac:spMkLst>
            <pc:docMk/>
            <pc:sldMk cId="0" sldId="268"/>
            <ac:spMk id="10" creationId="{00000000-0000-0000-0000-000000000000}"/>
          </ac:spMkLst>
        </pc:spChg>
        <pc:spChg chg="del mod">
          <ac:chgData name="janghoon jun" userId="056a5883350c2f5e" providerId="LiveId" clId="{6DA654A6-03B0-40F7-A259-B276216985A6}" dt="2026-07-08T06:14:40.272" v="4506" actId="478"/>
          <ac:spMkLst>
            <pc:docMk/>
            <pc:sldMk cId="0" sldId="268"/>
            <ac:spMk id="11" creationId="{00000000-0000-0000-0000-000000000000}"/>
          </ac:spMkLst>
        </pc:spChg>
        <pc:spChg chg="del mod">
          <ac:chgData name="janghoon jun" userId="056a5883350c2f5e" providerId="LiveId" clId="{6DA654A6-03B0-40F7-A259-B276216985A6}" dt="2026-07-08T06:14:40.272" v="4506" actId="478"/>
          <ac:spMkLst>
            <pc:docMk/>
            <pc:sldMk cId="0" sldId="268"/>
            <ac:spMk id="12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7-08T06:16:12.063" v="4530" actId="20577"/>
        <pc:sldMkLst>
          <pc:docMk/>
          <pc:sldMk cId="0" sldId="269"/>
        </pc:sldMkLst>
        <pc:spChg chg="mod">
          <ac:chgData name="janghoon jun" userId="056a5883350c2f5e" providerId="LiveId" clId="{6DA654A6-03B0-40F7-A259-B276216985A6}" dt="2026-07-08T06:16:12.063" v="4530" actId="20577"/>
          <ac:spMkLst>
            <pc:docMk/>
            <pc:sldMk cId="0" sldId="269"/>
            <ac:spMk id="2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7-08T06:16:30.386" v="4541" actId="20577"/>
        <pc:sldMkLst>
          <pc:docMk/>
          <pc:sldMk cId="0" sldId="270"/>
        </pc:sldMkLst>
        <pc:spChg chg="mod">
          <ac:chgData name="janghoon jun" userId="056a5883350c2f5e" providerId="LiveId" clId="{6DA654A6-03B0-40F7-A259-B276216985A6}" dt="2026-07-08T06:16:30.386" v="4541" actId="20577"/>
          <ac:spMkLst>
            <pc:docMk/>
            <pc:sldMk cId="0" sldId="270"/>
            <ac:spMk id="2" creationId="{00000000-0000-0000-0000-000000000000}"/>
          </ac:spMkLst>
        </pc:spChg>
      </pc:sldChg>
      <pc:sldChg chg="delSp modSp mod">
        <pc:chgData name="janghoon jun" userId="056a5883350c2f5e" providerId="LiveId" clId="{6DA654A6-03B0-40F7-A259-B276216985A6}" dt="2026-07-08T06:22:15.352" v="4772" actId="14100"/>
        <pc:sldMkLst>
          <pc:docMk/>
          <pc:sldMk cId="0" sldId="271"/>
        </pc:sldMkLst>
        <pc:spChg chg="mod">
          <ac:chgData name="janghoon jun" userId="056a5883350c2f5e" providerId="LiveId" clId="{6DA654A6-03B0-40F7-A259-B276216985A6}" dt="2026-07-08T06:21:52.005" v="4770" actId="6549"/>
          <ac:spMkLst>
            <pc:docMk/>
            <pc:sldMk cId="0" sldId="271"/>
            <ac:spMk id="2" creationId="{00000000-0000-0000-0000-000000000000}"/>
          </ac:spMkLst>
        </pc:spChg>
        <pc:spChg chg="del">
          <ac:chgData name="janghoon jun" userId="056a5883350c2f5e" providerId="LiveId" clId="{6DA654A6-03B0-40F7-A259-B276216985A6}" dt="2026-07-08T06:22:09.905" v="4771" actId="478"/>
          <ac:spMkLst>
            <pc:docMk/>
            <pc:sldMk cId="0" sldId="271"/>
            <ac:spMk id="8" creationId="{00000000-0000-0000-0000-000000000000}"/>
          </ac:spMkLst>
        </pc:spChg>
        <pc:graphicFrameChg chg="mod modGraphic">
          <ac:chgData name="janghoon jun" userId="056a5883350c2f5e" providerId="LiveId" clId="{6DA654A6-03B0-40F7-A259-B276216985A6}" dt="2026-07-08T06:22:15.352" v="4772" actId="14100"/>
          <ac:graphicFrameMkLst>
            <pc:docMk/>
            <pc:sldMk cId="0" sldId="271"/>
            <ac:graphicFrameMk id="4" creationId="{00000000-0000-0000-0000-000000000000}"/>
          </ac:graphicFrameMkLst>
        </pc:graphicFrameChg>
      </pc:sldChg>
      <pc:sldChg chg="modSp del mod">
        <pc:chgData name="janghoon jun" userId="056a5883350c2f5e" providerId="LiveId" clId="{6DA654A6-03B0-40F7-A259-B276216985A6}" dt="2026-07-08T06:30:34.289" v="5114" actId="47"/>
        <pc:sldMkLst>
          <pc:docMk/>
          <pc:sldMk cId="0" sldId="272"/>
        </pc:sldMkLst>
        <pc:spChg chg="mod">
          <ac:chgData name="janghoon jun" userId="056a5883350c2f5e" providerId="LiveId" clId="{6DA654A6-03B0-40F7-A259-B276216985A6}" dt="2026-07-08T06:29:53.099" v="5113" actId="20577"/>
          <ac:spMkLst>
            <pc:docMk/>
            <pc:sldMk cId="0" sldId="272"/>
            <ac:spMk id="2" creationId="{00000000-0000-0000-0000-000000000000}"/>
          </ac:spMkLst>
        </pc:spChg>
      </pc:sldChg>
      <pc:sldChg chg="del">
        <pc:chgData name="janghoon jun" userId="056a5883350c2f5e" providerId="LiveId" clId="{6DA654A6-03B0-40F7-A259-B276216985A6}" dt="2026-07-08T06:30:35.450" v="5115" actId="47"/>
        <pc:sldMkLst>
          <pc:docMk/>
          <pc:sldMk cId="0" sldId="273"/>
        </pc:sldMkLst>
      </pc:sldChg>
      <pc:sldChg chg="modSp del mod">
        <pc:chgData name="janghoon jun" userId="056a5883350c2f5e" providerId="LiveId" clId="{6DA654A6-03B0-40F7-A259-B276216985A6}" dt="2026-07-08T06:31:08.620" v="5160" actId="2696"/>
        <pc:sldMkLst>
          <pc:docMk/>
          <pc:sldMk cId="0" sldId="274"/>
        </pc:sldMkLst>
        <pc:spChg chg="mod">
          <ac:chgData name="janghoon jun" userId="056a5883350c2f5e" providerId="LiveId" clId="{6DA654A6-03B0-40F7-A259-B276216985A6}" dt="2026-07-08T06:31:04.889" v="5159" actId="6549"/>
          <ac:spMkLst>
            <pc:docMk/>
            <pc:sldMk cId="0" sldId="274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0:57.206" v="5116" actId="20577"/>
          <ac:spMkLst>
            <pc:docMk/>
            <pc:sldMk cId="0" sldId="274"/>
            <ac:spMk id="6" creationId="{00000000-0000-0000-0000-000000000000}"/>
          </ac:spMkLst>
        </pc:spChg>
      </pc:sldChg>
      <pc:sldChg chg="add del">
        <pc:chgData name="janghoon jun" userId="056a5883350c2f5e" providerId="LiveId" clId="{6DA654A6-03B0-40F7-A259-B276216985A6}" dt="2026-07-08T06:31:56.362" v="5162" actId="47"/>
        <pc:sldMkLst>
          <pc:docMk/>
          <pc:sldMk cId="2204465617" sldId="274"/>
        </pc:sldMkLst>
      </pc:sldChg>
      <pc:sldChg chg="modSp mod">
        <pc:chgData name="janghoon jun" userId="056a5883350c2f5e" providerId="LiveId" clId="{6DA654A6-03B0-40F7-A259-B276216985A6}" dt="2026-07-08T06:36:05.251" v="5259" actId="6549"/>
        <pc:sldMkLst>
          <pc:docMk/>
          <pc:sldMk cId="0" sldId="275"/>
        </pc:sldMkLst>
        <pc:spChg chg="mod">
          <ac:chgData name="janghoon jun" userId="056a5883350c2f5e" providerId="LiveId" clId="{6DA654A6-03B0-40F7-A259-B276216985A6}" dt="2026-07-08T06:36:05.251" v="5259" actId="6549"/>
          <ac:spMkLst>
            <pc:docMk/>
            <pc:sldMk cId="0" sldId="275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4:55.107" v="5229" actId="403"/>
          <ac:spMkLst>
            <pc:docMk/>
            <pc:sldMk cId="0" sldId="275"/>
            <ac:spMk id="5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1:42.349" v="4456" actId="2710"/>
          <ac:spMkLst>
            <pc:docMk/>
            <pc:sldMk cId="0" sldId="275"/>
            <ac:spMk id="6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7-08T06:36:41.780" v="5282" actId="6549"/>
        <pc:sldMkLst>
          <pc:docMk/>
          <pc:sldMk cId="0" sldId="276"/>
        </pc:sldMkLst>
        <pc:spChg chg="mod">
          <ac:chgData name="janghoon jun" userId="056a5883350c2f5e" providerId="LiveId" clId="{6DA654A6-03B0-40F7-A259-B276216985A6}" dt="2026-07-08T06:36:41.780" v="5282" actId="6549"/>
          <ac:spMkLst>
            <pc:docMk/>
            <pc:sldMk cId="0" sldId="276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5:32.213" v="5235" actId="12789"/>
          <ac:spMkLst>
            <pc:docMk/>
            <pc:sldMk cId="0" sldId="276"/>
            <ac:spMk id="4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5:34.851" v="5236" actId="408"/>
          <ac:spMkLst>
            <pc:docMk/>
            <pc:sldMk cId="0" sldId="276"/>
            <ac:spMk id="5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5:34.851" v="5236" actId="408"/>
          <ac:spMkLst>
            <pc:docMk/>
            <pc:sldMk cId="0" sldId="276"/>
            <ac:spMk id="6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5:34.851" v="5236" actId="408"/>
          <ac:spMkLst>
            <pc:docMk/>
            <pc:sldMk cId="0" sldId="276"/>
            <ac:spMk id="7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5:34.851" v="5236" actId="408"/>
          <ac:spMkLst>
            <pc:docMk/>
            <pc:sldMk cId="0" sldId="276"/>
            <ac:spMk id="8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5:34.851" v="5236" actId="408"/>
          <ac:spMkLst>
            <pc:docMk/>
            <pc:sldMk cId="0" sldId="276"/>
            <ac:spMk id="9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5:32.213" v="5235" actId="12789"/>
          <ac:spMkLst>
            <pc:docMk/>
            <pc:sldMk cId="0" sldId="276"/>
            <ac:spMk id="10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5:53.551" v="5241" actId="14100"/>
          <ac:spMkLst>
            <pc:docMk/>
            <pc:sldMk cId="0" sldId="276"/>
            <ac:spMk id="11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5:45.853" v="5240" actId="5793"/>
          <ac:spMkLst>
            <pc:docMk/>
            <pc:sldMk cId="0" sldId="276"/>
            <ac:spMk id="12" creationId="{00000000-0000-0000-0000-000000000000}"/>
          </ac:spMkLst>
        </pc:spChg>
      </pc:sldChg>
      <pc:sldChg chg="modSp del mod">
        <pc:chgData name="janghoon jun" userId="056a5883350c2f5e" providerId="LiveId" clId="{6DA654A6-03B0-40F7-A259-B276216985A6}" dt="2026-07-08T06:36:55.041" v="5301" actId="47"/>
        <pc:sldMkLst>
          <pc:docMk/>
          <pc:sldMk cId="0" sldId="277"/>
        </pc:sldMkLst>
        <pc:spChg chg="mod">
          <ac:chgData name="janghoon jun" userId="056a5883350c2f5e" providerId="LiveId" clId="{6DA654A6-03B0-40F7-A259-B276216985A6}" dt="2026-07-08T06:36:49.167" v="5300" actId="6549"/>
          <ac:spMkLst>
            <pc:docMk/>
            <pc:sldMk cId="0" sldId="277"/>
            <ac:spMk id="2" creationId="{00000000-0000-0000-0000-000000000000}"/>
          </ac:spMkLst>
        </pc:spChg>
      </pc:sldChg>
      <pc:sldChg chg="del">
        <pc:chgData name="janghoon jun" userId="056a5883350c2f5e" providerId="LiveId" clId="{6DA654A6-03B0-40F7-A259-B276216985A6}" dt="2026-07-08T06:37:02.521" v="5302" actId="47"/>
        <pc:sldMkLst>
          <pc:docMk/>
          <pc:sldMk cId="0" sldId="278"/>
        </pc:sldMkLst>
      </pc:sldChg>
      <pc:sldChg chg="del">
        <pc:chgData name="janghoon jun" userId="056a5883350c2f5e" providerId="LiveId" clId="{6DA654A6-03B0-40F7-A259-B276216985A6}" dt="2026-07-08T06:37:15.023" v="5303" actId="47"/>
        <pc:sldMkLst>
          <pc:docMk/>
          <pc:sldMk cId="0" sldId="279"/>
        </pc:sldMkLst>
      </pc:sldChg>
      <pc:sldChg chg="del">
        <pc:chgData name="janghoon jun" userId="056a5883350c2f5e" providerId="LiveId" clId="{6DA654A6-03B0-40F7-A259-B276216985A6}" dt="2026-07-08T06:37:30.780" v="5304" actId="47"/>
        <pc:sldMkLst>
          <pc:docMk/>
          <pc:sldMk cId="0" sldId="280"/>
        </pc:sldMkLst>
      </pc:sldChg>
      <pc:sldChg chg="del">
        <pc:chgData name="janghoon jun" userId="056a5883350c2f5e" providerId="LiveId" clId="{6DA654A6-03B0-40F7-A259-B276216985A6}" dt="2026-07-08T06:38:06.004" v="5305" actId="47"/>
        <pc:sldMkLst>
          <pc:docMk/>
          <pc:sldMk cId="0" sldId="281"/>
        </pc:sldMkLst>
      </pc:sldChg>
      <pc:sldChg chg="modSp mod">
        <pc:chgData name="janghoon jun" userId="056a5883350c2f5e" providerId="LiveId" clId="{6DA654A6-03B0-40F7-A259-B276216985A6}" dt="2026-07-08T06:41:08.663" v="5342"/>
        <pc:sldMkLst>
          <pc:docMk/>
          <pc:sldMk cId="0" sldId="282"/>
        </pc:sldMkLst>
        <pc:spChg chg="mod">
          <ac:chgData name="janghoon jun" userId="056a5883350c2f5e" providerId="LiveId" clId="{6DA654A6-03B0-40F7-A259-B276216985A6}" dt="2026-07-08T06:41:08.663" v="5342"/>
          <ac:spMkLst>
            <pc:docMk/>
            <pc:sldMk cId="0" sldId="282"/>
            <ac:spMk id="3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8:41.232" v="5311" actId="403"/>
          <ac:spMkLst>
            <pc:docMk/>
            <pc:sldMk cId="0" sldId="282"/>
            <ac:spMk id="4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8:33.897" v="5307" actId="1076"/>
          <ac:spMkLst>
            <pc:docMk/>
            <pc:sldMk cId="0" sldId="282"/>
            <ac:spMk id="5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8:33.897" v="5307" actId="1076"/>
          <ac:spMkLst>
            <pc:docMk/>
            <pc:sldMk cId="0" sldId="282"/>
            <ac:spMk id="6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8:33.897" v="5307" actId="1076"/>
          <ac:spMkLst>
            <pc:docMk/>
            <pc:sldMk cId="0" sldId="282"/>
            <ac:spMk id="7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8:33.897" v="5307" actId="1076"/>
          <ac:spMkLst>
            <pc:docMk/>
            <pc:sldMk cId="0" sldId="282"/>
            <ac:spMk id="8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8:33.897" v="5307" actId="1076"/>
          <ac:spMkLst>
            <pc:docMk/>
            <pc:sldMk cId="0" sldId="282"/>
            <ac:spMk id="9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8:33.897" v="5307" actId="1076"/>
          <ac:spMkLst>
            <pc:docMk/>
            <pc:sldMk cId="0" sldId="282"/>
            <ac:spMk id="10" creationId="{00000000-0000-0000-0000-000000000000}"/>
          </ac:spMkLst>
        </pc:spChg>
      </pc:sldChg>
      <pc:sldChg chg="addSp modSp mod">
        <pc:chgData name="janghoon jun" userId="056a5883350c2f5e" providerId="LiveId" clId="{6DA654A6-03B0-40F7-A259-B276216985A6}" dt="2026-07-08T06:40:59.091" v="5338"/>
        <pc:sldMkLst>
          <pc:docMk/>
          <pc:sldMk cId="0" sldId="283"/>
        </pc:sldMkLst>
        <pc:spChg chg="mod">
          <ac:chgData name="janghoon jun" userId="056a5883350c2f5e" providerId="LiveId" clId="{6DA654A6-03B0-40F7-A259-B276216985A6}" dt="2026-07-08T06:40:59.091" v="5338"/>
          <ac:spMkLst>
            <pc:docMk/>
            <pc:sldMk cId="0" sldId="283"/>
            <ac:spMk id="3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9:55.884" v="5315" actId="164"/>
          <ac:spMkLst>
            <pc:docMk/>
            <pc:sldMk cId="0" sldId="283"/>
            <ac:spMk id="4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9:55.884" v="5315" actId="164"/>
          <ac:spMkLst>
            <pc:docMk/>
            <pc:sldMk cId="0" sldId="283"/>
            <ac:spMk id="5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40:00.187" v="5317" actId="164"/>
          <ac:spMkLst>
            <pc:docMk/>
            <pc:sldMk cId="0" sldId="283"/>
            <ac:spMk id="6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40:00.187" v="5317" actId="164"/>
          <ac:spMkLst>
            <pc:docMk/>
            <pc:sldMk cId="0" sldId="283"/>
            <ac:spMk id="7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40:03.737" v="5319" actId="164"/>
          <ac:spMkLst>
            <pc:docMk/>
            <pc:sldMk cId="0" sldId="283"/>
            <ac:spMk id="8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40:03.737" v="5319" actId="164"/>
          <ac:spMkLst>
            <pc:docMk/>
            <pc:sldMk cId="0" sldId="283"/>
            <ac:spMk id="9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40:09.808" v="5321" actId="164"/>
          <ac:spMkLst>
            <pc:docMk/>
            <pc:sldMk cId="0" sldId="283"/>
            <ac:spMk id="10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40:09.808" v="5321" actId="164"/>
          <ac:spMkLst>
            <pc:docMk/>
            <pc:sldMk cId="0" sldId="283"/>
            <ac:spMk id="11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9:36.356" v="5312" actId="1076"/>
          <ac:spMkLst>
            <pc:docMk/>
            <pc:sldMk cId="0" sldId="283"/>
            <ac:spMk id="12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40:41.737" v="5326" actId="20577"/>
          <ac:spMkLst>
            <pc:docMk/>
            <pc:sldMk cId="0" sldId="283"/>
            <ac:spMk id="13" creationId="{00000000-0000-0000-0000-000000000000}"/>
          </ac:spMkLst>
        </pc:spChg>
        <pc:grpChg chg="add mod">
          <ac:chgData name="janghoon jun" userId="056a5883350c2f5e" providerId="LiveId" clId="{6DA654A6-03B0-40F7-A259-B276216985A6}" dt="2026-07-08T06:40:20.569" v="5323" actId="1076"/>
          <ac:grpSpMkLst>
            <pc:docMk/>
            <pc:sldMk cId="0" sldId="283"/>
            <ac:grpSpMk id="14" creationId="{1526DC77-B94F-5DC1-77AA-EB37A21DD695}"/>
          </ac:grpSpMkLst>
        </pc:grpChg>
        <pc:grpChg chg="add mod">
          <ac:chgData name="janghoon jun" userId="056a5883350c2f5e" providerId="LiveId" clId="{6DA654A6-03B0-40F7-A259-B276216985A6}" dt="2026-07-08T06:40:28.066" v="5324" actId="465"/>
          <ac:grpSpMkLst>
            <pc:docMk/>
            <pc:sldMk cId="0" sldId="283"/>
            <ac:grpSpMk id="15" creationId="{D89762BC-1660-7353-3BA2-1C09994F8069}"/>
          </ac:grpSpMkLst>
        </pc:grpChg>
        <pc:grpChg chg="add mod">
          <ac:chgData name="janghoon jun" userId="056a5883350c2f5e" providerId="LiveId" clId="{6DA654A6-03B0-40F7-A259-B276216985A6}" dt="2026-07-08T06:40:28.066" v="5324" actId="465"/>
          <ac:grpSpMkLst>
            <pc:docMk/>
            <pc:sldMk cId="0" sldId="283"/>
            <ac:grpSpMk id="16" creationId="{BA5ACF98-7484-5EE4-B39C-702A950D75BB}"/>
          </ac:grpSpMkLst>
        </pc:grpChg>
        <pc:grpChg chg="add mod">
          <ac:chgData name="janghoon jun" userId="056a5883350c2f5e" providerId="LiveId" clId="{6DA654A6-03B0-40F7-A259-B276216985A6}" dt="2026-07-08T06:40:17.822" v="5322" actId="1076"/>
          <ac:grpSpMkLst>
            <pc:docMk/>
            <pc:sldMk cId="0" sldId="283"/>
            <ac:grpSpMk id="17" creationId="{8AE7EEDC-7CE2-D441-BDB3-00FE91FA3918}"/>
          </ac:grpSpMkLst>
        </pc:grpChg>
      </pc:sldChg>
      <pc:sldChg chg="modSp mod">
        <pc:chgData name="janghoon jun" userId="056a5883350c2f5e" providerId="LiveId" clId="{6DA654A6-03B0-40F7-A259-B276216985A6}" dt="2026-07-08T06:45:01.692" v="5359" actId="20577"/>
        <pc:sldMkLst>
          <pc:docMk/>
          <pc:sldMk cId="0" sldId="285"/>
        </pc:sldMkLst>
        <pc:spChg chg="mod">
          <ac:chgData name="janghoon jun" userId="056a5883350c2f5e" providerId="LiveId" clId="{6DA654A6-03B0-40F7-A259-B276216985A6}" dt="2026-07-08T06:45:01.692" v="5359" actId="20577"/>
          <ac:spMkLst>
            <pc:docMk/>
            <pc:sldMk cId="0" sldId="285"/>
            <ac:spMk id="2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7-08T06:45:55.135" v="5362"/>
        <pc:sldMkLst>
          <pc:docMk/>
          <pc:sldMk cId="0" sldId="286"/>
        </pc:sldMkLst>
        <pc:spChg chg="mod">
          <ac:chgData name="janghoon jun" userId="056a5883350c2f5e" providerId="LiveId" clId="{6DA654A6-03B0-40F7-A259-B276216985A6}" dt="2026-07-08T06:45:55.135" v="5362"/>
          <ac:spMkLst>
            <pc:docMk/>
            <pc:sldMk cId="0" sldId="286"/>
            <ac:spMk id="2" creationId="{00000000-0000-0000-0000-000000000000}"/>
          </ac:spMkLst>
        </pc:spChg>
      </pc:sldChg>
      <pc:sldChg chg="modSp">
        <pc:chgData name="janghoon jun" userId="056a5883350c2f5e" providerId="LiveId" clId="{6DA654A6-03B0-40F7-A259-B276216985A6}" dt="2026-07-08T06:42:19.372" v="5344"/>
        <pc:sldMkLst>
          <pc:docMk/>
          <pc:sldMk cId="0" sldId="287"/>
        </pc:sldMkLst>
        <pc:spChg chg="mod">
          <ac:chgData name="janghoon jun" userId="056a5883350c2f5e" providerId="LiveId" clId="{6DA654A6-03B0-40F7-A259-B276216985A6}" dt="2026-07-08T06:42:19.372" v="5344"/>
          <ac:spMkLst>
            <pc:docMk/>
            <pc:sldMk cId="0" sldId="287"/>
            <ac:spMk id="3" creationId="{00000000-0000-0000-0000-000000000000}"/>
          </ac:spMkLst>
        </pc:spChg>
      </pc:sldChg>
      <pc:sldChg chg="modSp">
        <pc:chgData name="janghoon jun" userId="056a5883350c2f5e" providerId="LiveId" clId="{6DA654A6-03B0-40F7-A259-B276216985A6}" dt="2026-07-08T06:42:42.763" v="5345"/>
        <pc:sldMkLst>
          <pc:docMk/>
          <pc:sldMk cId="0" sldId="288"/>
        </pc:sldMkLst>
        <pc:spChg chg="mod">
          <ac:chgData name="janghoon jun" userId="056a5883350c2f5e" providerId="LiveId" clId="{6DA654A6-03B0-40F7-A259-B276216985A6}" dt="2026-07-08T06:42:42.763" v="5345"/>
          <ac:spMkLst>
            <pc:docMk/>
            <pc:sldMk cId="0" sldId="288"/>
            <ac:spMk id="8" creationId="{00000000-0000-0000-0000-000000000000}"/>
          </ac:spMkLst>
        </pc:spChg>
      </pc:sldChg>
      <pc:sldChg chg="delSp modSp mod">
        <pc:chgData name="janghoon jun" userId="056a5883350c2f5e" providerId="LiveId" clId="{6DA654A6-03B0-40F7-A259-B276216985A6}" dt="2026-07-08T06:45:07.791" v="5361" actId="20577"/>
        <pc:sldMkLst>
          <pc:docMk/>
          <pc:sldMk cId="0" sldId="289"/>
        </pc:sldMkLst>
        <pc:spChg chg="mod">
          <ac:chgData name="janghoon jun" userId="056a5883350c2f5e" providerId="LiveId" clId="{6DA654A6-03B0-40F7-A259-B276216985A6}" dt="2026-07-08T06:45:07.791" v="5361" actId="20577"/>
          <ac:spMkLst>
            <pc:docMk/>
            <pc:sldMk cId="0" sldId="289"/>
            <ac:spMk id="2" creationId="{00000000-0000-0000-0000-000000000000}"/>
          </ac:spMkLst>
        </pc:spChg>
        <pc:spChg chg="del">
          <ac:chgData name="janghoon jun" userId="056a5883350c2f5e" providerId="LiveId" clId="{6DA654A6-03B0-40F7-A259-B276216985A6}" dt="2026-07-08T06:10:24.633" v="4446" actId="478"/>
          <ac:spMkLst>
            <pc:docMk/>
            <pc:sldMk cId="0" sldId="289"/>
            <ac:spMk id="5" creationId="{00000000-0000-0000-0000-000000000000}"/>
          </ac:spMkLst>
        </pc:spChg>
        <pc:picChg chg="mod">
          <ac:chgData name="janghoon jun" userId="056a5883350c2f5e" providerId="LiveId" clId="{6DA654A6-03B0-40F7-A259-B276216985A6}" dt="2026-07-08T06:10:57.158" v="4448" actId="1076"/>
          <ac:picMkLst>
            <pc:docMk/>
            <pc:sldMk cId="0" sldId="289"/>
            <ac:picMk id="4" creationId="{00000000-0000-0000-0000-000000000000}"/>
          </ac:picMkLst>
        </pc:picChg>
      </pc:sldChg>
      <pc:sldChg chg="modSp mod">
        <pc:chgData name="janghoon jun" userId="056a5883350c2f5e" providerId="LiveId" clId="{6DA654A6-03B0-40F7-A259-B276216985A6}" dt="2026-07-08T06:46:01.241" v="5363"/>
        <pc:sldMkLst>
          <pc:docMk/>
          <pc:sldMk cId="0" sldId="290"/>
        </pc:sldMkLst>
        <pc:spChg chg="mod">
          <ac:chgData name="janghoon jun" userId="056a5883350c2f5e" providerId="LiveId" clId="{6DA654A6-03B0-40F7-A259-B276216985A6}" dt="2026-07-08T06:46:01.241" v="5363"/>
          <ac:spMkLst>
            <pc:docMk/>
            <pc:sldMk cId="0" sldId="290"/>
            <ac:spMk id="2" creationId="{00000000-0000-0000-0000-000000000000}"/>
          </ac:spMkLst>
        </pc:spChg>
      </pc:sldChg>
      <pc:sldChg chg="modSp">
        <pc:chgData name="janghoon jun" userId="056a5883350c2f5e" providerId="LiveId" clId="{6DA654A6-03B0-40F7-A259-B276216985A6}" dt="2026-07-08T06:43:20.110" v="5347"/>
        <pc:sldMkLst>
          <pc:docMk/>
          <pc:sldMk cId="0" sldId="291"/>
        </pc:sldMkLst>
        <pc:spChg chg="mod">
          <ac:chgData name="janghoon jun" userId="056a5883350c2f5e" providerId="LiveId" clId="{6DA654A6-03B0-40F7-A259-B276216985A6}" dt="2026-07-08T06:43:20.110" v="5347"/>
          <ac:spMkLst>
            <pc:docMk/>
            <pc:sldMk cId="0" sldId="291"/>
            <ac:spMk id="3" creationId="{00000000-0000-0000-0000-000000000000}"/>
          </ac:spMkLst>
        </pc:spChg>
      </pc:sldChg>
      <pc:sldChg chg="delSp mod">
        <pc:chgData name="janghoon jun" userId="056a5883350c2f5e" providerId="LiveId" clId="{6DA654A6-03B0-40F7-A259-B276216985A6}" dt="2026-07-08T06:10:32.573" v="4447" actId="478"/>
        <pc:sldMkLst>
          <pc:docMk/>
          <pc:sldMk cId="0" sldId="292"/>
        </pc:sldMkLst>
        <pc:spChg chg="del">
          <ac:chgData name="janghoon jun" userId="056a5883350c2f5e" providerId="LiveId" clId="{6DA654A6-03B0-40F7-A259-B276216985A6}" dt="2026-07-08T06:10:32.573" v="4447" actId="478"/>
          <ac:spMkLst>
            <pc:docMk/>
            <pc:sldMk cId="0" sldId="292"/>
            <ac:spMk id="9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7-08T06:46:14.575" v="5364"/>
        <pc:sldMkLst>
          <pc:docMk/>
          <pc:sldMk cId="0" sldId="293"/>
        </pc:sldMkLst>
        <pc:spChg chg="mod">
          <ac:chgData name="janghoon jun" userId="056a5883350c2f5e" providerId="LiveId" clId="{6DA654A6-03B0-40F7-A259-B276216985A6}" dt="2026-07-08T06:46:14.575" v="5364"/>
          <ac:spMkLst>
            <pc:docMk/>
            <pc:sldMk cId="0" sldId="293"/>
            <ac:spMk id="2" creationId="{00000000-0000-0000-0000-000000000000}"/>
          </ac:spMkLst>
        </pc:spChg>
      </pc:sldChg>
      <pc:sldChg chg="delSp modSp mod">
        <pc:chgData name="janghoon jun" userId="056a5883350c2f5e" providerId="LiveId" clId="{6DA654A6-03B0-40F7-A259-B276216985A6}" dt="2026-07-08T06:09:52.283" v="4445" actId="2710"/>
        <pc:sldMkLst>
          <pc:docMk/>
          <pc:sldMk cId="0" sldId="296"/>
        </pc:sldMkLst>
        <pc:spChg chg="del">
          <ac:chgData name="janghoon jun" userId="056a5883350c2f5e" providerId="LiveId" clId="{6DA654A6-03B0-40F7-A259-B276216985A6}" dt="2026-07-08T06:09:42.529" v="4443" actId="478"/>
          <ac:spMkLst>
            <pc:docMk/>
            <pc:sldMk cId="0" sldId="296"/>
            <ac:spMk id="5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09:52.283" v="4445" actId="2710"/>
          <ac:spMkLst>
            <pc:docMk/>
            <pc:sldMk cId="0" sldId="296"/>
            <ac:spMk id="6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09:52.283" v="4445" actId="2710"/>
          <ac:spMkLst>
            <pc:docMk/>
            <pc:sldMk cId="0" sldId="296"/>
            <ac:spMk id="7" creationId="{00000000-0000-0000-0000-000000000000}"/>
          </ac:spMkLst>
        </pc:spChg>
      </pc:sldChg>
      <pc:sldChg chg="delSp modSp mod">
        <pc:chgData name="janghoon jun" userId="056a5883350c2f5e" providerId="LiveId" clId="{6DA654A6-03B0-40F7-A259-B276216985A6}" dt="2026-07-08T05:57:14.406" v="4396" actId="14100"/>
        <pc:sldMkLst>
          <pc:docMk/>
          <pc:sldMk cId="0" sldId="301"/>
        </pc:sldMkLst>
        <pc:spChg chg="mod">
          <ac:chgData name="janghoon jun" userId="056a5883350c2f5e" providerId="LiveId" clId="{6DA654A6-03B0-40F7-A259-B276216985A6}" dt="2026-07-08T05:56:39.966" v="4378" actId="20577"/>
          <ac:spMkLst>
            <pc:docMk/>
            <pc:sldMk cId="0" sldId="301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6:48.318" v="4394" actId="20577"/>
          <ac:spMkLst>
            <pc:docMk/>
            <pc:sldMk cId="0" sldId="301"/>
            <ac:spMk id="3" creationId="{00000000-0000-0000-0000-000000000000}"/>
          </ac:spMkLst>
        </pc:spChg>
        <pc:spChg chg="del">
          <ac:chgData name="janghoon jun" userId="056a5883350c2f5e" providerId="LiveId" clId="{6DA654A6-03B0-40F7-A259-B276216985A6}" dt="2026-07-08T05:57:08.602" v="4395" actId="478"/>
          <ac:spMkLst>
            <pc:docMk/>
            <pc:sldMk cId="0" sldId="301"/>
            <ac:spMk id="5" creationId="{00000000-0000-0000-0000-000000000000}"/>
          </ac:spMkLst>
        </pc:spChg>
        <pc:picChg chg="mod">
          <ac:chgData name="janghoon jun" userId="056a5883350c2f5e" providerId="LiveId" clId="{6DA654A6-03B0-40F7-A259-B276216985A6}" dt="2026-07-08T05:57:14.406" v="4396" actId="14100"/>
          <ac:picMkLst>
            <pc:docMk/>
            <pc:sldMk cId="0" sldId="301"/>
            <ac:picMk id="4" creationId="{00000000-0000-0000-0000-000000000000}"/>
          </ac:picMkLst>
        </pc:picChg>
      </pc:sldChg>
      <pc:sldChg chg="addSp delSp modSp del mod">
        <pc:chgData name="janghoon jun" userId="056a5883350c2f5e" providerId="LiveId" clId="{6DA654A6-03B0-40F7-A259-B276216985A6}" dt="2026-07-08T06:27:45.584" v="4932" actId="47"/>
        <pc:sldMkLst>
          <pc:docMk/>
          <pc:sldMk cId="0" sldId="302"/>
        </pc:sldMkLst>
        <pc:spChg chg="mod">
          <ac:chgData name="janghoon jun" userId="056a5883350c2f5e" providerId="LiveId" clId="{6DA654A6-03B0-40F7-A259-B276216985A6}" dt="2026-07-08T06:19:24.013" v="4637" actId="6549"/>
          <ac:spMkLst>
            <pc:docMk/>
            <pc:sldMk cId="0" sldId="302"/>
            <ac:spMk id="2" creationId="{00000000-0000-0000-0000-000000000000}"/>
          </ac:spMkLst>
        </pc:spChg>
        <pc:spChg chg="del">
          <ac:chgData name="janghoon jun" userId="056a5883350c2f5e" providerId="LiveId" clId="{6DA654A6-03B0-40F7-A259-B276216985A6}" dt="2026-07-08T06:19:08.485" v="4618" actId="478"/>
          <ac:spMkLst>
            <pc:docMk/>
            <pc:sldMk cId="0" sldId="302"/>
            <ac:spMk id="3" creationId="{00000000-0000-0000-0000-000000000000}"/>
          </ac:spMkLst>
        </pc:spChg>
        <pc:spChg chg="del mod">
          <ac:chgData name="janghoon jun" userId="056a5883350c2f5e" providerId="LiveId" clId="{6DA654A6-03B0-40F7-A259-B276216985A6}" dt="2026-07-08T06:19:00.023" v="4617" actId="478"/>
          <ac:spMkLst>
            <pc:docMk/>
            <pc:sldMk cId="0" sldId="302"/>
            <ac:spMk id="5" creationId="{00000000-0000-0000-0000-000000000000}"/>
          </ac:spMkLst>
        </pc:spChg>
        <pc:spChg chg="add del">
          <ac:chgData name="janghoon jun" userId="056a5883350c2f5e" providerId="LiveId" clId="{6DA654A6-03B0-40F7-A259-B276216985A6}" dt="2026-07-08T06:18:01.855" v="4596" actId="22"/>
          <ac:spMkLst>
            <pc:docMk/>
            <pc:sldMk cId="0" sldId="302"/>
            <ac:spMk id="7" creationId="{4D0B7067-2F2C-B4D1-B964-BB3091F7100E}"/>
          </ac:spMkLst>
        </pc:spChg>
        <pc:spChg chg="add del">
          <ac:chgData name="janghoon jun" userId="056a5883350c2f5e" providerId="LiveId" clId="{6DA654A6-03B0-40F7-A259-B276216985A6}" dt="2026-07-08T06:18:05.174" v="4598" actId="22"/>
          <ac:spMkLst>
            <pc:docMk/>
            <pc:sldMk cId="0" sldId="302"/>
            <ac:spMk id="9" creationId="{90AE4397-6E88-EF55-6058-CECD6E1B22B1}"/>
          </ac:spMkLst>
        </pc:spChg>
        <pc:spChg chg="add del">
          <ac:chgData name="janghoon jun" userId="056a5883350c2f5e" providerId="LiveId" clId="{6DA654A6-03B0-40F7-A259-B276216985A6}" dt="2026-07-08T06:18:09.004" v="4600" actId="22"/>
          <ac:spMkLst>
            <pc:docMk/>
            <pc:sldMk cId="0" sldId="302"/>
            <ac:spMk id="11" creationId="{EB0726DC-1879-C3B5-03DE-5D7285B59570}"/>
          </ac:spMkLst>
        </pc:spChg>
        <pc:spChg chg="add del mod">
          <ac:chgData name="janghoon jun" userId="056a5883350c2f5e" providerId="LiveId" clId="{6DA654A6-03B0-40F7-A259-B276216985A6}" dt="2026-07-08T06:19:10.303" v="4619" actId="478"/>
          <ac:spMkLst>
            <pc:docMk/>
            <pc:sldMk cId="0" sldId="302"/>
            <ac:spMk id="15" creationId="{DE602069-E841-6843-0251-C1E838FA0448}"/>
          </ac:spMkLst>
        </pc:spChg>
        <pc:picChg chg="del mod">
          <ac:chgData name="janghoon jun" userId="056a5883350c2f5e" providerId="LiveId" clId="{6DA654A6-03B0-40F7-A259-B276216985A6}" dt="2026-07-08T06:18:00.114" v="4594" actId="478"/>
          <ac:picMkLst>
            <pc:docMk/>
            <pc:sldMk cId="0" sldId="302"/>
            <ac:picMk id="4" creationId="{00000000-0000-0000-0000-000000000000}"/>
          </ac:picMkLst>
        </pc:picChg>
        <pc:picChg chg="add mod">
          <ac:chgData name="janghoon jun" userId="056a5883350c2f5e" providerId="LiveId" clId="{6DA654A6-03B0-40F7-A259-B276216985A6}" dt="2026-07-08T06:18:54.186" v="4616" actId="1036"/>
          <ac:picMkLst>
            <pc:docMk/>
            <pc:sldMk cId="0" sldId="302"/>
            <ac:picMk id="13" creationId="{7BE12C74-C17F-507A-605A-AAC7B24D561A}"/>
          </ac:picMkLst>
        </pc:picChg>
      </pc:sldChg>
      <pc:sldChg chg="delSp modSp mod">
        <pc:chgData name="janghoon jun" userId="056a5883350c2f5e" providerId="LiveId" clId="{6DA654A6-03B0-40F7-A259-B276216985A6}" dt="2026-07-08T06:20:38.445" v="4699" actId="1076"/>
        <pc:sldMkLst>
          <pc:docMk/>
          <pc:sldMk cId="0" sldId="303"/>
        </pc:sldMkLst>
        <pc:spChg chg="mod">
          <ac:chgData name="janghoon jun" userId="056a5883350c2f5e" providerId="LiveId" clId="{6DA654A6-03B0-40F7-A259-B276216985A6}" dt="2026-07-08T06:20:28.929" v="4693" actId="21"/>
          <ac:spMkLst>
            <pc:docMk/>
            <pc:sldMk cId="0" sldId="303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20:35.369" v="4698" actId="403"/>
          <ac:spMkLst>
            <pc:docMk/>
            <pc:sldMk cId="0" sldId="303"/>
            <ac:spMk id="3" creationId="{00000000-0000-0000-0000-000000000000}"/>
          </ac:spMkLst>
        </pc:spChg>
        <pc:spChg chg="del">
          <ac:chgData name="janghoon jun" userId="056a5883350c2f5e" providerId="LiveId" clId="{6DA654A6-03B0-40F7-A259-B276216985A6}" dt="2026-07-08T06:19:52.897" v="4644" actId="478"/>
          <ac:spMkLst>
            <pc:docMk/>
            <pc:sldMk cId="0" sldId="303"/>
            <ac:spMk id="5" creationId="{00000000-0000-0000-0000-000000000000}"/>
          </ac:spMkLst>
        </pc:spChg>
        <pc:picChg chg="mod">
          <ac:chgData name="janghoon jun" userId="056a5883350c2f5e" providerId="LiveId" clId="{6DA654A6-03B0-40F7-A259-B276216985A6}" dt="2026-07-08T06:20:38.445" v="4699" actId="1076"/>
          <ac:picMkLst>
            <pc:docMk/>
            <pc:sldMk cId="0" sldId="303"/>
            <ac:picMk id="4" creationId="{00000000-0000-0000-0000-000000000000}"/>
          </ac:picMkLst>
        </pc:picChg>
      </pc:sldChg>
      <pc:sldChg chg="addSp delSp modSp mod">
        <pc:chgData name="janghoon jun" userId="056a5883350c2f5e" providerId="LiveId" clId="{6DA654A6-03B0-40F7-A259-B276216985A6}" dt="2026-07-08T06:21:02.551" v="4712" actId="478"/>
        <pc:sldMkLst>
          <pc:docMk/>
          <pc:sldMk cId="0" sldId="304"/>
        </pc:sldMkLst>
        <pc:spChg chg="mod">
          <ac:chgData name="janghoon jun" userId="056a5883350c2f5e" providerId="LiveId" clId="{6DA654A6-03B0-40F7-A259-B276216985A6}" dt="2026-07-08T06:20:42.676" v="4700" actId="21"/>
          <ac:spMkLst>
            <pc:docMk/>
            <pc:sldMk cId="0" sldId="304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20:50.584" v="4708" actId="404"/>
          <ac:spMkLst>
            <pc:docMk/>
            <pc:sldMk cId="0" sldId="304"/>
            <ac:spMk id="3" creationId="{00000000-0000-0000-0000-000000000000}"/>
          </ac:spMkLst>
        </pc:spChg>
        <pc:spChg chg="del">
          <ac:chgData name="janghoon jun" userId="056a5883350c2f5e" providerId="LiveId" clId="{6DA654A6-03B0-40F7-A259-B276216985A6}" dt="2026-07-08T06:20:07.089" v="4646" actId="478"/>
          <ac:spMkLst>
            <pc:docMk/>
            <pc:sldMk cId="0" sldId="304"/>
            <ac:spMk id="5" creationId="{00000000-0000-0000-0000-000000000000}"/>
          </ac:spMkLst>
        </pc:spChg>
        <pc:picChg chg="mod">
          <ac:chgData name="janghoon jun" userId="056a5883350c2f5e" providerId="LiveId" clId="{6DA654A6-03B0-40F7-A259-B276216985A6}" dt="2026-07-08T06:21:00.065" v="4711" actId="1076"/>
          <ac:picMkLst>
            <pc:docMk/>
            <pc:sldMk cId="0" sldId="304"/>
            <ac:picMk id="4" creationId="{00000000-0000-0000-0000-000000000000}"/>
          </ac:picMkLst>
        </pc:picChg>
        <pc:picChg chg="add del">
          <ac:chgData name="janghoon jun" userId="056a5883350c2f5e" providerId="LiveId" clId="{6DA654A6-03B0-40F7-A259-B276216985A6}" dt="2026-07-08T06:21:02.551" v="4712" actId="478"/>
          <ac:picMkLst>
            <pc:docMk/>
            <pc:sldMk cId="0" sldId="304"/>
            <ac:picMk id="7" creationId="{FCCDCE3F-2C84-6C25-5A22-31E5576DE7BE}"/>
          </ac:picMkLst>
        </pc:picChg>
      </pc:sldChg>
      <pc:sldChg chg="delSp modSp del mod">
        <pc:chgData name="janghoon jun" userId="056a5883350c2f5e" providerId="LiveId" clId="{6DA654A6-03B0-40F7-A259-B276216985A6}" dt="2026-07-08T06:23:20.432" v="4820" actId="47"/>
        <pc:sldMkLst>
          <pc:docMk/>
          <pc:sldMk cId="0" sldId="305"/>
        </pc:sldMkLst>
        <pc:spChg chg="mod">
          <ac:chgData name="janghoon jun" userId="056a5883350c2f5e" providerId="LiveId" clId="{6DA654A6-03B0-40F7-A259-B276216985A6}" dt="2026-07-08T06:22:56.584" v="4814" actId="6549"/>
          <ac:spMkLst>
            <pc:docMk/>
            <pc:sldMk cId="0" sldId="305"/>
            <ac:spMk id="2" creationId="{00000000-0000-0000-0000-000000000000}"/>
          </ac:spMkLst>
        </pc:spChg>
        <pc:spChg chg="del">
          <ac:chgData name="janghoon jun" userId="056a5883350c2f5e" providerId="LiveId" clId="{6DA654A6-03B0-40F7-A259-B276216985A6}" dt="2026-07-08T06:23:00.678" v="4815" actId="478"/>
          <ac:spMkLst>
            <pc:docMk/>
            <pc:sldMk cId="0" sldId="305"/>
            <ac:spMk id="6" creationId="{00000000-0000-0000-0000-000000000000}"/>
          </ac:spMkLst>
        </pc:spChg>
        <pc:picChg chg="mod">
          <ac:chgData name="janghoon jun" userId="056a5883350c2f5e" providerId="LiveId" clId="{6DA654A6-03B0-40F7-A259-B276216985A6}" dt="2026-07-08T06:23:04.129" v="4816" actId="14100"/>
          <ac:picMkLst>
            <pc:docMk/>
            <pc:sldMk cId="0" sldId="305"/>
            <ac:picMk id="4" creationId="{00000000-0000-0000-0000-000000000000}"/>
          </ac:picMkLst>
        </pc:picChg>
        <pc:picChg chg="mod">
          <ac:chgData name="janghoon jun" userId="056a5883350c2f5e" providerId="LiveId" clId="{6DA654A6-03B0-40F7-A259-B276216985A6}" dt="2026-07-08T06:23:10.546" v="4819" actId="14100"/>
          <ac:picMkLst>
            <pc:docMk/>
            <pc:sldMk cId="0" sldId="305"/>
            <ac:picMk id="5" creationId="{00000000-0000-0000-0000-000000000000}"/>
          </ac:picMkLst>
        </pc:picChg>
      </pc:sldChg>
      <pc:sldChg chg="delSp modSp mod">
        <pc:chgData name="janghoon jun" userId="056a5883350c2f5e" providerId="LiveId" clId="{6DA654A6-03B0-40F7-A259-B276216985A6}" dt="2026-07-08T06:28:25.796" v="4936" actId="20577"/>
        <pc:sldMkLst>
          <pc:docMk/>
          <pc:sldMk cId="0" sldId="306"/>
        </pc:sldMkLst>
        <pc:spChg chg="mod">
          <ac:chgData name="janghoon jun" userId="056a5883350c2f5e" providerId="LiveId" clId="{6DA654A6-03B0-40F7-A259-B276216985A6}" dt="2026-07-08T06:28:25.796" v="4936" actId="20577"/>
          <ac:spMkLst>
            <pc:docMk/>
            <pc:sldMk cId="0" sldId="306"/>
            <ac:spMk id="2" creationId="{00000000-0000-0000-0000-000000000000}"/>
          </ac:spMkLst>
        </pc:spChg>
        <pc:spChg chg="del">
          <ac:chgData name="janghoon jun" userId="056a5883350c2f5e" providerId="LiveId" clId="{6DA654A6-03B0-40F7-A259-B276216985A6}" dt="2026-07-08T06:23:33.656" v="4821" actId="478"/>
          <ac:spMkLst>
            <pc:docMk/>
            <pc:sldMk cId="0" sldId="306"/>
            <ac:spMk id="5" creationId="{00000000-0000-0000-0000-000000000000}"/>
          </ac:spMkLst>
        </pc:spChg>
      </pc:sldChg>
      <pc:sldChg chg="addSp delSp modSp del mod">
        <pc:chgData name="janghoon jun" userId="056a5883350c2f5e" providerId="LiveId" clId="{6DA654A6-03B0-40F7-A259-B276216985A6}" dt="2026-07-08T06:25:18.838" v="4929" actId="47"/>
        <pc:sldMkLst>
          <pc:docMk/>
          <pc:sldMk cId="0" sldId="307"/>
        </pc:sldMkLst>
        <pc:spChg chg="mod">
          <ac:chgData name="janghoon jun" userId="056a5883350c2f5e" providerId="LiveId" clId="{6DA654A6-03B0-40F7-A259-B276216985A6}" dt="2026-07-08T06:23:52.993" v="4907" actId="6549"/>
          <ac:spMkLst>
            <pc:docMk/>
            <pc:sldMk cId="0" sldId="307"/>
            <ac:spMk id="2" creationId="{00000000-0000-0000-0000-000000000000}"/>
          </ac:spMkLst>
        </pc:spChg>
        <pc:spChg chg="del mod">
          <ac:chgData name="janghoon jun" userId="056a5883350c2f5e" providerId="LiveId" clId="{6DA654A6-03B0-40F7-A259-B276216985A6}" dt="2026-07-08T06:24:01.441" v="4918" actId="478"/>
          <ac:spMkLst>
            <pc:docMk/>
            <pc:sldMk cId="0" sldId="307"/>
            <ac:spMk id="3" creationId="{00000000-0000-0000-0000-000000000000}"/>
          </ac:spMkLst>
        </pc:spChg>
        <pc:spChg chg="del">
          <ac:chgData name="janghoon jun" userId="056a5883350c2f5e" providerId="LiveId" clId="{6DA654A6-03B0-40F7-A259-B276216985A6}" dt="2026-07-08T06:24:03.555" v="4920" actId="478"/>
          <ac:spMkLst>
            <pc:docMk/>
            <pc:sldMk cId="0" sldId="307"/>
            <ac:spMk id="5" creationId="{00000000-0000-0000-0000-000000000000}"/>
          </ac:spMkLst>
        </pc:spChg>
        <pc:spChg chg="add del mod">
          <ac:chgData name="janghoon jun" userId="056a5883350c2f5e" providerId="LiveId" clId="{6DA654A6-03B0-40F7-A259-B276216985A6}" dt="2026-07-08T06:24:02.292" v="4919" actId="478"/>
          <ac:spMkLst>
            <pc:docMk/>
            <pc:sldMk cId="0" sldId="307"/>
            <ac:spMk id="7" creationId="{80589D9D-D937-A28F-F45F-6161331CE005}"/>
          </ac:spMkLst>
        </pc:spChg>
        <pc:picChg chg="mod">
          <ac:chgData name="janghoon jun" userId="056a5883350c2f5e" providerId="LiveId" clId="{6DA654A6-03B0-40F7-A259-B276216985A6}" dt="2026-07-08T06:24:12.513" v="4922" actId="1076"/>
          <ac:picMkLst>
            <pc:docMk/>
            <pc:sldMk cId="0" sldId="307"/>
            <ac:picMk id="4" creationId="{00000000-0000-0000-0000-000000000000}"/>
          </ac:picMkLst>
        </pc:picChg>
        <pc:picChg chg="add mod modCrop">
          <ac:chgData name="janghoon jun" userId="056a5883350c2f5e" providerId="LiveId" clId="{6DA654A6-03B0-40F7-A259-B276216985A6}" dt="2026-07-08T06:25:00.478" v="4928" actId="1076"/>
          <ac:picMkLst>
            <pc:docMk/>
            <pc:sldMk cId="0" sldId="307"/>
            <ac:picMk id="9" creationId="{DF9DC526-FEAB-8E33-98AD-AB55ED1274EE}"/>
          </ac:picMkLst>
        </pc:picChg>
      </pc:sldChg>
      <pc:sldChg chg="modSp del mod">
        <pc:chgData name="janghoon jun" userId="056a5883350c2f5e" providerId="LiveId" clId="{6DA654A6-03B0-40F7-A259-B276216985A6}" dt="2026-07-08T06:25:20.532" v="4930" actId="47"/>
        <pc:sldMkLst>
          <pc:docMk/>
          <pc:sldMk cId="0" sldId="308"/>
        </pc:sldMkLst>
        <pc:spChg chg="mod">
          <ac:chgData name="janghoon jun" userId="056a5883350c2f5e" providerId="LiveId" clId="{6DA654A6-03B0-40F7-A259-B276216985A6}" dt="2026-07-08T05:34:25.445" v="3746" actId="27636"/>
          <ac:spMkLst>
            <pc:docMk/>
            <pc:sldMk cId="0" sldId="308"/>
            <ac:spMk id="2" creationId="{00000000-0000-0000-0000-000000000000}"/>
          </ac:spMkLst>
        </pc:spChg>
      </pc:sldChg>
      <pc:sldChg chg="delSp modSp mod">
        <pc:chgData name="janghoon jun" userId="056a5883350c2f5e" providerId="LiveId" clId="{6DA654A6-03B0-40F7-A259-B276216985A6}" dt="2026-07-08T06:28:34.549" v="4939" actId="20577"/>
        <pc:sldMkLst>
          <pc:docMk/>
          <pc:sldMk cId="0" sldId="309"/>
        </pc:sldMkLst>
        <pc:spChg chg="mod">
          <ac:chgData name="janghoon jun" userId="056a5883350c2f5e" providerId="LiveId" clId="{6DA654A6-03B0-40F7-A259-B276216985A6}" dt="2026-07-08T06:28:34.549" v="4939" actId="20577"/>
          <ac:spMkLst>
            <pc:docMk/>
            <pc:sldMk cId="0" sldId="309"/>
            <ac:spMk id="2" creationId="{00000000-0000-0000-0000-000000000000}"/>
          </ac:spMkLst>
        </pc:spChg>
        <pc:spChg chg="del">
          <ac:chgData name="janghoon jun" userId="056a5883350c2f5e" providerId="LiveId" clId="{6DA654A6-03B0-40F7-A259-B276216985A6}" dt="2026-07-08T06:26:01.838" v="4931" actId="478"/>
          <ac:spMkLst>
            <pc:docMk/>
            <pc:sldMk cId="0" sldId="309"/>
            <ac:spMk id="5" creationId="{00000000-0000-0000-0000-000000000000}"/>
          </ac:spMkLst>
        </pc:spChg>
      </pc:sldChg>
      <pc:sldChg chg="delSp modSp mod">
        <pc:chgData name="janghoon jun" userId="056a5883350c2f5e" providerId="LiveId" clId="{6DA654A6-03B0-40F7-A259-B276216985A6}" dt="2026-07-08T06:28:58.742" v="5021" actId="478"/>
        <pc:sldMkLst>
          <pc:docMk/>
          <pc:sldMk cId="0" sldId="310"/>
        </pc:sldMkLst>
        <pc:spChg chg="mod">
          <ac:chgData name="janghoon jun" userId="056a5883350c2f5e" providerId="LiveId" clId="{6DA654A6-03B0-40F7-A259-B276216985A6}" dt="2026-07-08T06:28:41.357" v="4979" actId="6549"/>
          <ac:spMkLst>
            <pc:docMk/>
            <pc:sldMk cId="0" sldId="310"/>
            <ac:spMk id="2" creationId="{00000000-0000-0000-0000-000000000000}"/>
          </ac:spMkLst>
        </pc:spChg>
        <pc:spChg chg="del">
          <ac:chgData name="janghoon jun" userId="056a5883350c2f5e" providerId="LiveId" clId="{6DA654A6-03B0-40F7-A259-B276216985A6}" dt="2026-07-08T06:28:58.742" v="5021" actId="478"/>
          <ac:spMkLst>
            <pc:docMk/>
            <pc:sldMk cId="0" sldId="310"/>
            <ac:spMk id="5" creationId="{00000000-0000-0000-0000-000000000000}"/>
          </ac:spMkLst>
        </pc:spChg>
      </pc:sldChg>
      <pc:sldChg chg="delSp modSp mod">
        <pc:chgData name="janghoon jun" userId="056a5883350c2f5e" providerId="LiveId" clId="{6DA654A6-03B0-40F7-A259-B276216985A6}" dt="2026-07-08T06:28:56.236" v="5020" actId="478"/>
        <pc:sldMkLst>
          <pc:docMk/>
          <pc:sldMk cId="0" sldId="311"/>
        </pc:sldMkLst>
        <pc:spChg chg="mod">
          <ac:chgData name="janghoon jun" userId="056a5883350c2f5e" providerId="LiveId" clId="{6DA654A6-03B0-40F7-A259-B276216985A6}" dt="2026-07-08T06:28:52.390" v="5019" actId="6549"/>
          <ac:spMkLst>
            <pc:docMk/>
            <pc:sldMk cId="0" sldId="311"/>
            <ac:spMk id="2" creationId="{00000000-0000-0000-0000-000000000000}"/>
          </ac:spMkLst>
        </pc:spChg>
        <pc:spChg chg="del">
          <ac:chgData name="janghoon jun" userId="056a5883350c2f5e" providerId="LiveId" clId="{6DA654A6-03B0-40F7-A259-B276216985A6}" dt="2026-07-08T06:28:56.236" v="5020" actId="478"/>
          <ac:spMkLst>
            <pc:docMk/>
            <pc:sldMk cId="0" sldId="311"/>
            <ac:spMk id="5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7-08T06:29:38.996" v="5061" actId="6549"/>
        <pc:sldMkLst>
          <pc:docMk/>
          <pc:sldMk cId="0" sldId="312"/>
        </pc:sldMkLst>
        <pc:spChg chg="mod">
          <ac:chgData name="janghoon jun" userId="056a5883350c2f5e" providerId="LiveId" clId="{6DA654A6-03B0-40F7-A259-B276216985A6}" dt="2026-07-08T06:29:38.996" v="5061" actId="6549"/>
          <ac:spMkLst>
            <pc:docMk/>
            <pc:sldMk cId="0" sldId="312"/>
            <ac:spMk id="2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7-08T06:33:14.694" v="5223" actId="2711"/>
        <pc:sldMkLst>
          <pc:docMk/>
          <pc:sldMk cId="0" sldId="313"/>
        </pc:sldMkLst>
        <pc:graphicFrameChg chg="modGraphic">
          <ac:chgData name="janghoon jun" userId="056a5883350c2f5e" providerId="LiveId" clId="{6DA654A6-03B0-40F7-A259-B276216985A6}" dt="2026-07-08T06:33:14.694" v="5223" actId="2711"/>
          <ac:graphicFrameMkLst>
            <pc:docMk/>
            <pc:sldMk cId="0" sldId="313"/>
            <ac:graphicFrameMk id="4" creationId="{00000000-0000-0000-0000-000000000000}"/>
          </ac:graphicFrameMkLst>
        </pc:graphicFrameChg>
      </pc:sldChg>
      <pc:sldChg chg="delSp modSp mod">
        <pc:chgData name="janghoon jun" userId="056a5883350c2f5e" providerId="LiveId" clId="{6DA654A6-03B0-40F7-A259-B276216985A6}" dt="2026-07-08T06:33:44.719" v="5228" actId="478"/>
        <pc:sldMkLst>
          <pc:docMk/>
          <pc:sldMk cId="0" sldId="314"/>
        </pc:sldMkLst>
        <pc:spChg chg="del mod">
          <ac:chgData name="janghoon jun" userId="056a5883350c2f5e" providerId="LiveId" clId="{6DA654A6-03B0-40F7-A259-B276216985A6}" dt="2026-07-08T06:33:44.719" v="5228" actId="478"/>
          <ac:spMkLst>
            <pc:docMk/>
            <pc:sldMk cId="0" sldId="314"/>
            <ac:spMk id="5" creationId="{00000000-0000-0000-0000-000000000000}"/>
          </ac:spMkLst>
        </pc:spChg>
      </pc:sldChg>
      <pc:sldChg chg="addSp delSp modSp add del mod">
        <pc:chgData name="janghoon jun" userId="056a5883350c2f5e" providerId="LiveId" clId="{6DA654A6-03B0-40F7-A259-B276216985A6}" dt="2026-07-08T05:44:53.427" v="4108" actId="47"/>
        <pc:sldMkLst>
          <pc:docMk/>
          <pc:sldMk cId="3040168571" sldId="315"/>
        </pc:sldMkLst>
        <pc:spChg chg="mod">
          <ac:chgData name="janghoon jun" userId="056a5883350c2f5e" providerId="LiveId" clId="{6DA654A6-03B0-40F7-A259-B276216985A6}" dt="2026-07-08T05:44:36.150" v="4104" actId="20577"/>
          <ac:spMkLst>
            <pc:docMk/>
            <pc:sldMk cId="3040168571" sldId="315"/>
            <ac:spMk id="4" creationId="{5C1159C3-0DBA-3776-19CD-A028CCA8A5B5}"/>
          </ac:spMkLst>
        </pc:spChg>
        <pc:spChg chg="mod">
          <ac:chgData name="janghoon jun" userId="056a5883350c2f5e" providerId="LiveId" clId="{6DA654A6-03B0-40F7-A259-B276216985A6}" dt="2026-07-08T05:44:37.631" v="4106" actId="20577"/>
          <ac:spMkLst>
            <pc:docMk/>
            <pc:sldMk cId="3040168571" sldId="315"/>
            <ac:spMk id="5" creationId="{ED61727B-1D68-D0AE-A162-78CFCF7DCEAD}"/>
          </ac:spMkLst>
        </pc:spChg>
        <pc:spChg chg="mod">
          <ac:chgData name="janghoon jun" userId="056a5883350c2f5e" providerId="LiveId" clId="{6DA654A6-03B0-40F7-A259-B276216985A6}" dt="2026-07-08T05:44:25.185" v="4101" actId="164"/>
          <ac:spMkLst>
            <pc:docMk/>
            <pc:sldMk cId="3040168571" sldId="315"/>
            <ac:spMk id="6" creationId="{197E1DD0-7F36-5BE9-1551-B6C6D0980C6C}"/>
          </ac:spMkLst>
        </pc:spChg>
        <pc:spChg chg="del">
          <ac:chgData name="janghoon jun" userId="056a5883350c2f5e" providerId="LiveId" clId="{6DA654A6-03B0-40F7-A259-B276216985A6}" dt="2026-07-08T05:44:06.128" v="4098" actId="478"/>
          <ac:spMkLst>
            <pc:docMk/>
            <pc:sldMk cId="3040168571" sldId="315"/>
            <ac:spMk id="7" creationId="{5737FCF3-0772-0AB4-9091-4164478F3A0F}"/>
          </ac:spMkLst>
        </pc:spChg>
        <pc:grpChg chg="add mod">
          <ac:chgData name="janghoon jun" userId="056a5883350c2f5e" providerId="LiveId" clId="{6DA654A6-03B0-40F7-A259-B276216985A6}" dt="2026-07-08T05:44:42.768" v="4107" actId="1076"/>
          <ac:grpSpMkLst>
            <pc:docMk/>
            <pc:sldMk cId="3040168571" sldId="315"/>
            <ac:grpSpMk id="8" creationId="{4D48FF70-B7C3-7DD0-7C99-EBB6B4EF433D}"/>
          </ac:grpSpMkLst>
        </pc:grpChg>
      </pc:sldChg>
      <pc:sldChg chg="modSp mod modNotesTx">
        <pc:chgData name="janghoon jun" userId="056a5883350c2f5e" providerId="LiveId" clId="{6DA654A6-03B0-40F7-A259-B276216985A6}" dt="2026-07-07T05:53:07.441" v="2954" actId="27636"/>
        <pc:sldMkLst>
          <pc:docMk/>
          <pc:sldMk cId="4271007981" sldId="524"/>
        </pc:sldMkLst>
        <pc:spChg chg="mod">
          <ac:chgData name="janghoon jun" userId="056a5883350c2f5e" providerId="LiveId" clId="{6DA654A6-03B0-40F7-A259-B276216985A6}" dt="2026-07-07T05:53:07.441" v="2954" actId="27636"/>
          <ac:spMkLst>
            <pc:docMk/>
            <pc:sldMk cId="4271007981" sldId="524"/>
            <ac:spMk id="3" creationId="{B2A4B13E-D4FF-F6EF-0421-904F6E47B818}"/>
          </ac:spMkLst>
        </pc:spChg>
      </pc:sldChg>
      <pc:sldChg chg="modSp mod modNotesTx">
        <pc:chgData name="janghoon jun" userId="056a5883350c2f5e" providerId="LiveId" clId="{6DA654A6-03B0-40F7-A259-B276216985A6}" dt="2026-07-07T06:20:30.284" v="3349" actId="20577"/>
        <pc:sldMkLst>
          <pc:docMk/>
          <pc:sldMk cId="217966962" sldId="551"/>
        </pc:sldMkLst>
        <pc:spChg chg="mod">
          <ac:chgData name="janghoon jun" userId="056a5883350c2f5e" providerId="LiveId" clId="{6DA654A6-03B0-40F7-A259-B276216985A6}" dt="2026-07-07T06:20:30.284" v="3349" actId="20577"/>
          <ac:spMkLst>
            <pc:docMk/>
            <pc:sldMk cId="217966962" sldId="551"/>
            <ac:spMk id="7" creationId="{1085DB8A-F2FD-AB70-F0B6-F5E8612C16E3}"/>
          </ac:spMkLst>
        </pc:spChg>
      </pc:sldChg>
      <pc:sldChg chg="addSp delSp modSp mod modNotesTx">
        <pc:chgData name="janghoon jun" userId="056a5883350c2f5e" providerId="LiveId" clId="{6DA654A6-03B0-40F7-A259-B276216985A6}" dt="2026-07-07T06:27:42.391" v="3726" actId="20577"/>
        <pc:sldMkLst>
          <pc:docMk/>
          <pc:sldMk cId="862864859" sldId="584"/>
        </pc:sldMkLst>
        <pc:spChg chg="add del mod">
          <ac:chgData name="janghoon jun" userId="056a5883350c2f5e" providerId="LiveId" clId="{6DA654A6-03B0-40F7-A259-B276216985A6}" dt="2026-07-07T06:02:23.247" v="3232" actId="478"/>
          <ac:spMkLst>
            <pc:docMk/>
            <pc:sldMk cId="862864859" sldId="584"/>
            <ac:spMk id="5" creationId="{28370CC8-5180-4116-2C69-517CC8C77A8D}"/>
          </ac:spMkLst>
        </pc:spChg>
        <pc:spChg chg="add mod">
          <ac:chgData name="janghoon jun" userId="056a5883350c2f5e" providerId="LiveId" clId="{6DA654A6-03B0-40F7-A259-B276216985A6}" dt="2026-07-07T06:21:01.467" v="3352" actId="20577"/>
          <ac:spMkLst>
            <pc:docMk/>
            <pc:sldMk cId="862864859" sldId="584"/>
            <ac:spMk id="6" creationId="{D62C2986-0880-73A6-0030-011944A6C073}"/>
          </ac:spMkLst>
        </pc:spChg>
        <pc:spChg chg="add mod">
          <ac:chgData name="janghoon jun" userId="056a5883350c2f5e" providerId="LiveId" clId="{6DA654A6-03B0-40F7-A259-B276216985A6}" dt="2026-07-07T06:21:59.539" v="3433" actId="20577"/>
          <ac:spMkLst>
            <pc:docMk/>
            <pc:sldMk cId="862864859" sldId="584"/>
            <ac:spMk id="7" creationId="{1BB855DF-B6D6-F963-7960-07D55D35BC6B}"/>
          </ac:spMkLst>
        </pc:spChg>
        <pc:spChg chg="add mod">
          <ac:chgData name="janghoon jun" userId="056a5883350c2f5e" providerId="LiveId" clId="{6DA654A6-03B0-40F7-A259-B276216985A6}" dt="2026-07-07T06:27:13.315" v="3577" actId="1076"/>
          <ac:spMkLst>
            <pc:docMk/>
            <pc:sldMk cId="862864859" sldId="584"/>
            <ac:spMk id="8" creationId="{40F74CA7-2F41-1E0A-0766-642D831862A7}"/>
          </ac:spMkLst>
        </pc:spChg>
        <pc:spChg chg="add mod">
          <ac:chgData name="janghoon jun" userId="056a5883350c2f5e" providerId="LiveId" clId="{6DA654A6-03B0-40F7-A259-B276216985A6}" dt="2026-07-07T06:27:42.391" v="3726" actId="20577"/>
          <ac:spMkLst>
            <pc:docMk/>
            <pc:sldMk cId="862864859" sldId="584"/>
            <ac:spMk id="9" creationId="{E233841F-ECA5-7C95-3F36-3EC2D4BA9590}"/>
          </ac:spMkLst>
        </pc:spChg>
      </pc:sldChg>
      <pc:sldChg chg="addSp delSp modSp add del mod modNotesTx">
        <pc:chgData name="janghoon jun" userId="056a5883350c2f5e" providerId="LiveId" clId="{6DA654A6-03B0-40F7-A259-B276216985A6}" dt="2026-07-07T06:02:24.296" v="3233" actId="47"/>
        <pc:sldMkLst>
          <pc:docMk/>
          <pc:sldMk cId="789029597" sldId="585"/>
        </pc:sldMkLst>
      </pc:sldChg>
      <pc:sldChg chg="addSp delSp modSp add del mod modNotesTx">
        <pc:chgData name="janghoon jun" userId="056a5883350c2f5e" providerId="LiveId" clId="{6DA654A6-03B0-40F7-A259-B276216985A6}" dt="2026-07-07T06:02:26.061" v="3235" actId="47"/>
        <pc:sldMkLst>
          <pc:docMk/>
          <pc:sldMk cId="2035868554" sldId="586"/>
        </pc:sldMkLst>
      </pc:sldChg>
      <pc:sldChg chg="addSp delSp modSp add del mod modNotesTx">
        <pc:chgData name="janghoon jun" userId="056a5883350c2f5e" providerId="LiveId" clId="{6DA654A6-03B0-40F7-A259-B276216985A6}" dt="2026-07-07T06:02:26.715" v="3236" actId="47"/>
        <pc:sldMkLst>
          <pc:docMk/>
          <pc:sldMk cId="3194503239" sldId="587"/>
        </pc:sldMkLst>
      </pc:sldChg>
      <pc:sldChg chg="addSp delSp modSp add del mod modNotesTx">
        <pc:chgData name="janghoon jun" userId="056a5883350c2f5e" providerId="LiveId" clId="{6DA654A6-03B0-40F7-A259-B276216985A6}" dt="2026-07-07T06:02:27.390" v="3237" actId="47"/>
        <pc:sldMkLst>
          <pc:docMk/>
          <pc:sldMk cId="1704474408" sldId="588"/>
        </pc:sldMkLst>
      </pc:sldChg>
      <pc:sldChg chg="addSp modSp add del mod modNotesTx">
        <pc:chgData name="janghoon jun" userId="056a5883350c2f5e" providerId="LiveId" clId="{6DA654A6-03B0-40F7-A259-B276216985A6}" dt="2026-07-07T06:02:28.071" v="3238" actId="47"/>
        <pc:sldMkLst>
          <pc:docMk/>
          <pc:sldMk cId="2813930619" sldId="589"/>
        </pc:sldMkLst>
      </pc:sldChg>
      <pc:sldChg chg="modSp add del mod modNotesTx">
        <pc:chgData name="janghoon jun" userId="056a5883350c2f5e" providerId="LiveId" clId="{6DA654A6-03B0-40F7-A259-B276216985A6}" dt="2026-07-07T06:02:28.703" v="3239" actId="47"/>
        <pc:sldMkLst>
          <pc:docMk/>
          <pc:sldMk cId="397103809" sldId="590"/>
        </pc:sldMkLst>
      </pc:sldChg>
      <pc:sldChg chg="addSp modSp add del mod modNotesTx">
        <pc:chgData name="janghoon jun" userId="056a5883350c2f5e" providerId="LiveId" clId="{6DA654A6-03B0-40F7-A259-B276216985A6}" dt="2026-07-07T06:02:29.327" v="3240" actId="47"/>
        <pc:sldMkLst>
          <pc:docMk/>
          <pc:sldMk cId="1793991331" sldId="591"/>
        </pc:sldMkLst>
      </pc:sldChg>
      <pc:sldChg chg="addSp delSp modSp add del mod modNotesTx">
        <pc:chgData name="janghoon jun" userId="056a5883350c2f5e" providerId="LiveId" clId="{6DA654A6-03B0-40F7-A259-B276216985A6}" dt="2026-07-07T06:02:29.958" v="3241" actId="47"/>
        <pc:sldMkLst>
          <pc:docMk/>
          <pc:sldMk cId="2857516297" sldId="592"/>
        </pc:sldMkLst>
      </pc:sldChg>
      <pc:sldChg chg="addSp delSp modSp add del mod modNotesTx">
        <pc:chgData name="janghoon jun" userId="056a5883350c2f5e" providerId="LiveId" clId="{6DA654A6-03B0-40F7-A259-B276216985A6}" dt="2026-07-07T06:02:30.666" v="3242" actId="47"/>
        <pc:sldMkLst>
          <pc:docMk/>
          <pc:sldMk cId="264417426" sldId="593"/>
        </pc:sldMkLst>
      </pc:sldChg>
      <pc:sldChg chg="addSp modSp add del mod modNotesTx">
        <pc:chgData name="janghoon jun" userId="056a5883350c2f5e" providerId="LiveId" clId="{6DA654A6-03B0-40F7-A259-B276216985A6}" dt="2026-07-07T06:02:31.412" v="3243" actId="47"/>
        <pc:sldMkLst>
          <pc:docMk/>
          <pc:sldMk cId="1066384288" sldId="594"/>
        </pc:sldMkLst>
      </pc:sldChg>
      <pc:sldChg chg="addSp modSp add del mod modNotesTx">
        <pc:chgData name="janghoon jun" userId="056a5883350c2f5e" providerId="LiveId" clId="{6DA654A6-03B0-40F7-A259-B276216985A6}" dt="2026-07-07T06:02:32.098" v="3244" actId="47"/>
        <pc:sldMkLst>
          <pc:docMk/>
          <pc:sldMk cId="3674311941" sldId="595"/>
        </pc:sldMkLst>
      </pc:sldChg>
      <pc:sldChg chg="modSp add del mod modNotesTx">
        <pc:chgData name="janghoon jun" userId="056a5883350c2f5e" providerId="LiveId" clId="{6DA654A6-03B0-40F7-A259-B276216985A6}" dt="2026-07-07T06:02:32.801" v="3245" actId="47"/>
        <pc:sldMkLst>
          <pc:docMk/>
          <pc:sldMk cId="1262180545" sldId="596"/>
        </pc:sldMkLst>
      </pc:sldChg>
      <pc:sldChg chg="addSp delSp modSp add mod modNotesTx">
        <pc:chgData name="janghoon jun" userId="056a5883350c2f5e" providerId="LiveId" clId="{6DA654A6-03B0-40F7-A259-B276216985A6}" dt="2026-07-07T06:02:36.272" v="3246" actId="478"/>
        <pc:sldMkLst>
          <pc:docMk/>
          <pc:sldMk cId="2313877190" sldId="597"/>
        </pc:sldMkLst>
        <pc:spChg chg="del mod">
          <ac:chgData name="janghoon jun" userId="056a5883350c2f5e" providerId="LiveId" clId="{6DA654A6-03B0-40F7-A259-B276216985A6}" dt="2026-07-07T06:02:36.272" v="3246" actId="478"/>
          <ac:spMkLst>
            <pc:docMk/>
            <pc:sldMk cId="2313877190" sldId="597"/>
            <ac:spMk id="5" creationId="{47F256C7-7695-EA58-29A7-614CC7465766}"/>
          </ac:spMkLst>
        </pc:spChg>
        <pc:spChg chg="add mod">
          <ac:chgData name="janghoon jun" userId="056a5883350c2f5e" providerId="LiveId" clId="{6DA654A6-03B0-40F7-A259-B276216985A6}" dt="2026-07-07T06:02:36.272" v="3246" actId="478"/>
          <ac:spMkLst>
            <pc:docMk/>
            <pc:sldMk cId="2313877190" sldId="597"/>
            <ac:spMk id="6" creationId="{2277A352-DBDD-00CE-BE2E-4167D2776516}"/>
          </ac:spMkLst>
        </pc:spChg>
      </pc:sldChg>
      <pc:sldChg chg="modSp add del mod modNotesTx">
        <pc:chgData name="janghoon jun" userId="056a5883350c2f5e" providerId="LiveId" clId="{6DA654A6-03B0-40F7-A259-B276216985A6}" dt="2026-07-07T05:52:26.398" v="2919" actId="47"/>
        <pc:sldMkLst>
          <pc:docMk/>
          <pc:sldMk cId="1376043223" sldId="598"/>
        </pc:sldMkLst>
      </pc:sldChg>
      <pc:sldChg chg="addSp modSp add del mod modNotesTx">
        <pc:chgData name="janghoon jun" userId="056a5883350c2f5e" providerId="LiveId" clId="{6DA654A6-03B0-40F7-A259-B276216985A6}" dt="2026-07-07T06:02:25.336" v="3234" actId="47"/>
        <pc:sldMkLst>
          <pc:docMk/>
          <pc:sldMk cId="1647113666" sldId="59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33074436-1BEA-4F09-AD5C-9DF87C96BF5A}" type="datetimeFigureOut">
              <a:rPr lang="ko-KR" altLang="en-US" smtClean="0"/>
              <a:pPr/>
              <a:t>2026-07-23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433C9518-700F-4811-95BB-24DAF3FA92F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764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 err="1"/>
              <a:t>표지</a:t>
            </a:r>
            <a:r>
              <a:rPr dirty="0"/>
              <a:t>. </a:t>
            </a:r>
            <a:r>
              <a:rPr dirty="0" err="1"/>
              <a:t>발표자</a:t>
            </a:r>
            <a:r>
              <a:rPr dirty="0"/>
              <a:t>: 전장훈(</a:t>
            </a:r>
            <a:r>
              <a:rPr dirty="0" err="1"/>
              <a:t>JangHoon</a:t>
            </a:r>
            <a:r>
              <a:rPr dirty="0"/>
              <a:t> Chun), </a:t>
            </a:r>
            <a:r>
              <a:rPr dirty="0" err="1"/>
              <a:t>강남세브란스병원</a:t>
            </a:r>
            <a:r>
              <a:rPr dirty="0"/>
              <a:t> </a:t>
            </a:r>
            <a:r>
              <a:rPr dirty="0" err="1"/>
              <a:t>의료기기산업학과</a:t>
            </a:r>
            <a:r>
              <a:rPr dirty="0"/>
              <a:t>. </a:t>
            </a:r>
            <a:r>
              <a:rPr lang="en-US" altLang="ko-KR" sz="1200" b="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Stage-2 AEC-Clinical Fusion: </a:t>
            </a:r>
            <a:r>
              <a:rPr lang="ko-KR" altLang="en-US" sz="1200" b="0" dirty="0" err="1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재분류</a:t>
            </a:r>
            <a:r>
              <a:rPr lang="ko-KR" altLang="en-US" sz="1200" b="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성능 및 </a:t>
            </a:r>
            <a:r>
              <a:rPr lang="en-US" altLang="ko-KR" sz="1200" b="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Confound </a:t>
            </a:r>
            <a:r>
              <a:rPr lang="ko-KR" altLang="en-US" sz="1200" b="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검증</a:t>
            </a:r>
            <a:r>
              <a:rPr b="0" dirty="0"/>
              <a:t> </a:t>
            </a:r>
            <a:r>
              <a:rPr dirty="0" err="1"/>
              <a:t>결과</a:t>
            </a:r>
            <a:r>
              <a:rPr dirty="0"/>
              <a:t> </a:t>
            </a:r>
            <a:r>
              <a:rPr dirty="0" err="1"/>
              <a:t>발표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CCF4F-F5BA-0BAA-6BD8-0A6D4A798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0F49AB-9E40-1106-AC27-BF1890BFA2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6E6316-0BEA-18C3-CCE3-8220627C38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Low-</a:t>
            </a:r>
            <a:r>
              <a:rPr dirty="0" err="1"/>
              <a:t>SMI는</a:t>
            </a:r>
            <a:r>
              <a:rPr dirty="0"/>
              <a:t> </a:t>
            </a:r>
            <a:r>
              <a:rPr dirty="0" err="1"/>
              <a:t>노쇠·수술</a:t>
            </a:r>
            <a:r>
              <a:rPr dirty="0"/>
              <a:t> 후 </a:t>
            </a:r>
            <a:r>
              <a:rPr dirty="0" err="1"/>
              <a:t>합병증·사망률과</a:t>
            </a:r>
            <a:r>
              <a:rPr dirty="0"/>
              <a:t> </a:t>
            </a:r>
            <a:r>
              <a:rPr dirty="0" err="1"/>
              <a:t>연관</a:t>
            </a:r>
            <a:r>
              <a:rPr dirty="0"/>
              <a:t>(Prado 2008; Martin 2013). Stage-1 LR(</a:t>
            </a:r>
            <a:r>
              <a:rPr dirty="0" err="1"/>
              <a:t>성별·나이·키·체중</a:t>
            </a:r>
            <a:r>
              <a:rPr dirty="0"/>
              <a:t>) AUC internal 0.828 / external 0.835 -- Hosmer-Lemeshow </a:t>
            </a:r>
            <a:r>
              <a:rPr dirty="0" err="1"/>
              <a:t>기준</a:t>
            </a:r>
            <a:r>
              <a:rPr dirty="0"/>
              <a:t> acceptable(0.7-0.8)~excellent(0.8-0.9) </a:t>
            </a:r>
            <a:r>
              <a:rPr dirty="0" err="1"/>
              <a:t>경계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왜 Sens 90%인가:</a:t>
            </a:r>
          </a:p>
          <a:p>
            <a:r>
              <a:rPr dirty="0"/>
              <a:t>- 100% </a:t>
            </a:r>
            <a:r>
              <a:rPr dirty="0" err="1"/>
              <a:t>cutoff는</a:t>
            </a:r>
            <a:r>
              <a:rPr dirty="0"/>
              <a:t> </a:t>
            </a:r>
            <a:r>
              <a:rPr dirty="0" err="1"/>
              <a:t>양성</a:t>
            </a:r>
            <a:r>
              <a:rPr dirty="0"/>
              <a:t> n=129 order </a:t>
            </a:r>
            <a:r>
              <a:rPr dirty="0" err="1"/>
              <a:t>statistic이라</a:t>
            </a:r>
            <a:r>
              <a:rPr dirty="0"/>
              <a:t> </a:t>
            </a:r>
            <a:r>
              <a:rPr dirty="0" err="1"/>
              <a:t>분산</a:t>
            </a:r>
            <a:r>
              <a:rPr dirty="0"/>
              <a:t> </a:t>
            </a:r>
            <a:r>
              <a:rPr dirty="0" err="1"/>
              <a:t>추정</a:t>
            </a:r>
            <a:r>
              <a:rPr dirty="0"/>
              <a:t> </a:t>
            </a:r>
            <a:r>
              <a:rPr dirty="0" err="1"/>
              <a:t>불가</a:t>
            </a:r>
            <a:endParaRPr dirty="0"/>
          </a:p>
          <a:p>
            <a:r>
              <a:rPr dirty="0"/>
              <a:t>- Sens 90→95%p </a:t>
            </a:r>
            <a:r>
              <a:rPr dirty="0" err="1"/>
              <a:t>구간</a:t>
            </a:r>
            <a:r>
              <a:rPr dirty="0"/>
              <a:t> </a:t>
            </a:r>
            <a:r>
              <a:rPr dirty="0" err="1"/>
              <a:t>Sp</a:t>
            </a:r>
            <a:r>
              <a:rPr dirty="0"/>
              <a:t> </a:t>
            </a:r>
            <a:r>
              <a:rPr dirty="0" err="1"/>
              <a:t>손실</a:t>
            </a:r>
            <a:r>
              <a:rPr dirty="0"/>
              <a:t> </a:t>
            </a:r>
            <a:r>
              <a:rPr dirty="0" err="1"/>
              <a:t>기울기가</a:t>
            </a:r>
            <a:r>
              <a:rPr dirty="0"/>
              <a:t> 85→90%p </a:t>
            </a:r>
            <a:r>
              <a:rPr dirty="0" err="1"/>
              <a:t>대비</a:t>
            </a:r>
            <a:r>
              <a:rPr dirty="0"/>
              <a:t> internal 1.17배/external 1.66배로 </a:t>
            </a:r>
            <a:r>
              <a:rPr dirty="0" err="1"/>
              <a:t>급증</a:t>
            </a:r>
            <a:endParaRPr dirty="0"/>
          </a:p>
          <a:p>
            <a:r>
              <a:rPr dirty="0"/>
              <a:t>- FN(</a:t>
            </a:r>
            <a:r>
              <a:rPr dirty="0" err="1"/>
              <a:t>누락</a:t>
            </a:r>
            <a:r>
              <a:rPr dirty="0"/>
              <a:t>) </a:t>
            </a:r>
            <a:r>
              <a:rPr dirty="0" err="1"/>
              <a:t>비용이</a:t>
            </a:r>
            <a:r>
              <a:rPr dirty="0"/>
              <a:t> FP보다 </a:t>
            </a:r>
            <a:r>
              <a:rPr dirty="0" err="1"/>
              <a:t>크다고</a:t>
            </a:r>
            <a:r>
              <a:rPr dirty="0"/>
              <a:t> </a:t>
            </a:r>
            <a:r>
              <a:rPr dirty="0" err="1"/>
              <a:t>가정</a:t>
            </a:r>
            <a:r>
              <a:rPr dirty="0"/>
              <a:t> → </a:t>
            </a:r>
            <a:r>
              <a:rPr dirty="0" err="1"/>
              <a:t>한계비용</a:t>
            </a:r>
            <a:r>
              <a:rPr dirty="0"/>
              <a:t> </a:t>
            </a:r>
            <a:r>
              <a:rPr dirty="0" err="1"/>
              <a:t>급증</a:t>
            </a:r>
            <a:r>
              <a:rPr dirty="0"/>
              <a:t> </a:t>
            </a:r>
            <a:r>
              <a:rPr dirty="0" err="1"/>
              <a:t>직전인</a:t>
            </a:r>
            <a:r>
              <a:rPr dirty="0"/>
              <a:t> 90%p까지 </a:t>
            </a:r>
            <a:r>
              <a:rPr dirty="0" err="1"/>
              <a:t>확보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174E54-7793-89A2-29A5-75B20A9DF8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228718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BAA71-9C51-7B50-8C8A-DAFDE161C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28AD18-7EB6-96D8-9EF9-9C3A236609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B0C6DB-F202-3437-68DB-C8872416B1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1200" dirty="0"/>
              <a:t>FN 1</a:t>
            </a:r>
            <a:r>
              <a:rPr lang="ko-KR" altLang="en-US" sz="1200" dirty="0"/>
              <a:t>명당 드는 </a:t>
            </a:r>
            <a:r>
              <a:rPr lang="en-US" altLang="ko-KR" sz="1200" dirty="0"/>
              <a:t>FP </a:t>
            </a:r>
            <a:r>
              <a:rPr lang="ko-KR" altLang="en-US" sz="1200" dirty="0"/>
              <a:t>비용은 </a:t>
            </a:r>
            <a:r>
              <a:rPr lang="en-US" altLang="ko-KR" sz="1200" dirty="0"/>
              <a:t>85→90%p </a:t>
            </a:r>
            <a:r>
              <a:rPr lang="ko-KR" altLang="en-US" sz="1200" dirty="0"/>
              <a:t>구간보다 </a:t>
            </a:r>
            <a:r>
              <a:rPr lang="en-US" altLang="ko-KR" sz="1200" dirty="0"/>
              <a:t>90→95%p </a:t>
            </a:r>
            <a:r>
              <a:rPr lang="ko-KR" altLang="en-US" sz="1200" dirty="0"/>
              <a:t>구간에서 </a:t>
            </a:r>
            <a:r>
              <a:rPr lang="en-US" altLang="ko-KR" sz="1200" dirty="0"/>
              <a:t>1.6~3</a:t>
            </a:r>
            <a:r>
              <a:rPr lang="ko-KR" altLang="en-US" sz="1200" dirty="0"/>
              <a:t>배 증가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/>
              <a:t>→ </a:t>
            </a:r>
            <a:r>
              <a:rPr lang="en-US" altLang="ko-KR" sz="1200" b="1" dirty="0" err="1"/>
              <a:t>Sp</a:t>
            </a:r>
            <a:r>
              <a:rPr lang="ko-KR" altLang="en-US" sz="1200" b="1" dirty="0"/>
              <a:t> 손실이 급격히 커지기 직전인 </a:t>
            </a:r>
            <a:r>
              <a:rPr lang="en-US" altLang="ko-KR" sz="1200" b="1" dirty="0"/>
              <a:t>90%p</a:t>
            </a:r>
            <a:r>
              <a:rPr lang="ko-KR" altLang="en-US" sz="1200" b="1" dirty="0"/>
              <a:t>가 비용 대비 효율적인 </a:t>
            </a:r>
            <a:r>
              <a:rPr lang="en-US" altLang="ko-KR" sz="1200" b="1" dirty="0"/>
              <a:t>cutoff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5C813B-11BA-4EE2-3BF1-E7986A587F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919266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127EA-DB53-0301-0ACD-39763E95F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3F611E-21FB-8AA8-ECB2-7F8B703049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5DE818-1386-6F94-27FF-C5AEAB6771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S90 confusion matrix </a:t>
            </a:r>
            <a:r>
              <a:rPr lang="ko-KR" altLang="en-US" dirty="0"/>
              <a:t>확인 후 </a:t>
            </a:r>
            <a:r>
              <a:rPr lang="en-US" altLang="ko-KR" dirty="0"/>
              <a:t>Predicted Positive</a:t>
            </a:r>
            <a:r>
              <a:rPr lang="ko-KR" altLang="en-US" dirty="0"/>
              <a:t>만 </a:t>
            </a:r>
            <a:r>
              <a:rPr lang="en-US" altLang="ko-KR" dirty="0"/>
              <a:t>Stage-2</a:t>
            </a:r>
            <a:r>
              <a:rPr lang="ko-KR" altLang="en-US" dirty="0"/>
              <a:t>로 사용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  <a:p>
            <a:r>
              <a:rPr lang="en-US" altLang="ko-KR" dirty="0" err="1"/>
              <a:t>Neg:Pos</a:t>
            </a:r>
            <a:r>
              <a:rPr lang="en-US" altLang="ko-KR" dirty="0"/>
              <a:t>=961:129(internal)/785:141(external) </a:t>
            </a:r>
            <a:r>
              <a:rPr lang="ko-KR" altLang="en-US" dirty="0"/>
              <a:t>불균형 </a:t>
            </a:r>
            <a:r>
              <a:rPr lang="en-US" altLang="ko-KR" dirty="0"/>
              <a:t>+ Sens90 cutoff → </a:t>
            </a:r>
            <a:r>
              <a:rPr lang="ko-KR" altLang="en-US" dirty="0"/>
              <a:t>구조적으로 </a:t>
            </a:r>
            <a:r>
              <a:rPr lang="en-US" altLang="ko-KR" dirty="0"/>
              <a:t>FP≫FN(</a:t>
            </a:r>
            <a:r>
              <a:rPr lang="ko-KR" altLang="en-US" dirty="0"/>
              <a:t>설계상 예상된 결과</a:t>
            </a:r>
            <a:r>
              <a:rPr lang="en-US" altLang="ko-KR" dirty="0"/>
              <a:t>).</a:t>
            </a:r>
            <a:endParaRPr lang="ko-KR" altLang="en-US" dirty="0"/>
          </a:p>
          <a:p>
            <a:endParaRPr lang="ko-KR" altLang="en-US" dirty="0"/>
          </a:p>
          <a:p>
            <a:r>
              <a:rPr lang="en-US" altLang="ko-KR" dirty="0"/>
              <a:t>Predicted Negative</a:t>
            </a:r>
            <a:r>
              <a:rPr lang="ko-KR" altLang="en-US" dirty="0"/>
              <a:t>는 </a:t>
            </a:r>
            <a:r>
              <a:rPr lang="en-US" altLang="ko-KR" dirty="0"/>
              <a:t>NPV 97.7%/97.5%</a:t>
            </a:r>
            <a:r>
              <a:rPr lang="ko-KR" altLang="en-US" dirty="0"/>
              <a:t>로 이미 충분히 신뢰 가능해 제외</a:t>
            </a:r>
            <a:r>
              <a:rPr lang="en-US" altLang="ko-KR" dirty="0"/>
              <a:t>.</a:t>
            </a:r>
            <a:endParaRPr lang="ko-KR" altLang="en-US" dirty="0"/>
          </a:p>
          <a:p>
            <a:r>
              <a:rPr lang="en-US" altLang="ko-KR" dirty="0"/>
              <a:t>Predicted Positive</a:t>
            </a:r>
            <a:r>
              <a:rPr lang="ko-KR" altLang="en-US" dirty="0"/>
              <a:t>는 </a:t>
            </a:r>
            <a:r>
              <a:rPr lang="en-US" altLang="ko-KR" dirty="0"/>
              <a:t>PPV 20.7%/24.8%</a:t>
            </a:r>
            <a:r>
              <a:rPr lang="ko-KR" altLang="en-US" dirty="0"/>
              <a:t>로 낮아 이 군에만 </a:t>
            </a:r>
            <a:r>
              <a:rPr lang="en-US" altLang="ko-KR" dirty="0"/>
              <a:t>Stage-2</a:t>
            </a:r>
            <a:r>
              <a:rPr lang="ko-KR" altLang="en-US" dirty="0"/>
              <a:t>를 적용해 </a:t>
            </a:r>
            <a:r>
              <a:rPr lang="en-US" altLang="ko-KR" dirty="0"/>
              <a:t>PPV </a:t>
            </a:r>
            <a:r>
              <a:rPr lang="ko-KR" altLang="en-US" dirty="0"/>
              <a:t>개선</a:t>
            </a:r>
            <a:r>
              <a:rPr lang="en-US" altLang="ko-KR" dirty="0"/>
              <a:t>/FP </a:t>
            </a:r>
            <a:r>
              <a:rPr lang="ko-KR" altLang="en-US" dirty="0"/>
              <a:t>감소를 목표로 함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  <a:p>
            <a:r>
              <a:rPr lang="en-US" altLang="ko-KR" dirty="0"/>
              <a:t>Stage-1 AUC</a:t>
            </a:r>
            <a:r>
              <a:rPr lang="ko-KR" altLang="en-US" dirty="0"/>
              <a:t>를 높이면 이 트레이드오프 자체가 완화됨 </a:t>
            </a:r>
            <a:r>
              <a:rPr lang="en-US" altLang="ko-KR" dirty="0"/>
              <a:t>-- Stage-2</a:t>
            </a:r>
            <a:r>
              <a:rPr lang="ko-KR" altLang="en-US" dirty="0"/>
              <a:t>가 필요한 </a:t>
            </a:r>
            <a:r>
              <a:rPr lang="en-US" altLang="ko-KR" dirty="0"/>
              <a:t>1</a:t>
            </a:r>
            <a:r>
              <a:rPr lang="ko-KR" altLang="en-US" dirty="0"/>
              <a:t>차 근거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2AE8E6-DCA5-B91C-154B-33F9AEF139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993858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83C6F-81C2-4881-265B-DC90DB117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4360F5-78A5-F8F2-3AF1-E6B8A31113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EBFA01-DC83-FA69-1A52-247DA37A5A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70E2E4-AEC5-C29D-5657-714969E154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085646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88A4A-BF4E-A68A-5F1E-D49EEEC9C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1F0313-5111-4925-AA40-28B406CA5B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A319D1-9A0E-DBAD-CCE8-E1B5256FFD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A9B80-65F7-EA25-0B41-27D5436077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504867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082605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0344B-725A-F24C-70BD-475446FDC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BAC708-998B-CF8A-8C87-3767BF1809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8D1B52-3F75-4EE0-B52D-7E29EE64D0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E0675F-AB5A-2AC6-A453-932F57D742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392628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3d412ffb079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40188" y="857250"/>
            <a:ext cx="4113212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3d412ffb079_0_6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4" name="Google Shape;1174;g3d412ffb079_0_61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63641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D279837B-A00B-4327-9AB8-97044CBDABA7}"/>
              </a:ext>
            </a:extLst>
          </p:cNvPr>
          <p:cNvPicPr/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0" y="228731"/>
            <a:ext cx="12192000" cy="640053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B17CE84-3562-483D-8448-6A30899AF0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9699" b="22132"/>
          <a:stretch/>
        </p:blipFill>
        <p:spPr>
          <a:xfrm>
            <a:off x="3461866" y="5273477"/>
            <a:ext cx="4168803" cy="982769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8EF8DD5B-0316-4193-BCC7-D6CFCAE8969D}"/>
              </a:ext>
            </a:extLst>
          </p:cNvPr>
          <p:cNvPicPr/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-277376" y="5274173"/>
            <a:ext cx="4550839" cy="99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7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5EC22856-02EF-4559-9B66-BD5C863FF254}"/>
              </a:ext>
            </a:extLst>
          </p:cNvPr>
          <p:cNvGrpSpPr/>
          <p:nvPr userDrawn="1"/>
        </p:nvGrpSpPr>
        <p:grpSpPr>
          <a:xfrm>
            <a:off x="-8467" y="6463089"/>
            <a:ext cx="12200467" cy="403574"/>
            <a:chOff x="-8467" y="6470661"/>
            <a:chExt cx="12200467" cy="39052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DFE1C4B-A7EE-47E1-8AAE-3EF4E43D16F6}"/>
                </a:ext>
              </a:extLst>
            </p:cNvPr>
            <p:cNvSpPr/>
            <p:nvPr userDrawn="1"/>
          </p:nvSpPr>
          <p:spPr>
            <a:xfrm>
              <a:off x="0" y="6496062"/>
              <a:ext cx="12192000" cy="365126"/>
            </a:xfrm>
            <a:prstGeom prst="rect">
              <a:avLst/>
            </a:prstGeom>
            <a:solidFill>
              <a:srgbClr val="1F34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28C131E4-1CD9-49D8-B343-8379436586C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8467" y="6470661"/>
              <a:ext cx="12200467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E4F955D-C3E9-4033-8442-9095377B0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365126"/>
            <a:ext cx="11176000" cy="53234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2367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482F1-FC12-443E-892A-B48F9C50AA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000" y="897468"/>
            <a:ext cx="11176000" cy="5063066"/>
          </a:xfrm>
        </p:spPr>
        <p:txBody>
          <a:bodyPr/>
          <a:lstStyle>
            <a:lvl1pPr>
              <a:lnSpc>
                <a:spcPct val="200000"/>
              </a:lnSpc>
              <a:defRPr sz="2000" b="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lnSpc>
                <a:spcPct val="150000"/>
              </a:lnSpc>
              <a:defRPr sz="18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4pPr>
            <a:lvl5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A1225D-0BD8-42FD-A091-144615FF07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583" b="3459"/>
          <a:stretch/>
        </p:blipFill>
        <p:spPr>
          <a:xfrm>
            <a:off x="5452198" y="6510701"/>
            <a:ext cx="1279135" cy="355962"/>
          </a:xfrm>
          <a:prstGeom prst="rect">
            <a:avLst/>
          </a:prstGeom>
          <a:solidFill>
            <a:srgbClr val="1F346B"/>
          </a:solidFill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1EFF5A-1B85-42B1-95F5-C4213C5A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517302"/>
            <a:ext cx="558800" cy="3213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AEAB581-7B9E-4552-9BEC-BDB2FB36C0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482" b="96122" l="16219" r="85171">
                        <a14:foregroundMark x1="20111" y1="81440" x2="20111" y2="81440"/>
                        <a14:foregroundMark x1="16404" y1="81440" x2="16404" y2="81440"/>
                        <a14:foregroundMark x1="25950" y1="81717" x2="25950" y2="81717"/>
                        <a14:foregroundMark x1="35959" y1="86704" x2="35959" y2="86704"/>
                        <a14:foregroundMark x1="44300" y1="83657" x2="44300" y2="83657"/>
                        <a14:foregroundMark x1="53197" y1="73961" x2="53197" y2="73961"/>
                        <a14:foregroundMark x1="82947" y1="81717" x2="82947" y2="81717"/>
                        <a14:foregroundMark x1="85171" y1="87812" x2="85171" y2="87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63297" r="13176"/>
          <a:stretch/>
        </p:blipFill>
        <p:spPr>
          <a:xfrm>
            <a:off x="112017" y="6545265"/>
            <a:ext cx="1744133" cy="288231"/>
          </a:xfrm>
          <a:prstGeom prst="rect">
            <a:avLst/>
          </a:prstGeom>
        </p:spPr>
      </p:pic>
      <p:sp>
        <p:nvSpPr>
          <p:cNvPr id="16" name="날짜 개체 틀 3">
            <a:extLst>
              <a:ext uri="{FF2B5EF4-FFF2-40B4-BE49-F238E27FC236}">
                <a16:creationId xmlns:a16="http://schemas.microsoft.com/office/drawing/2014/main" id="{3920A115-BF94-4DB0-B759-905F580E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8025" y="6495439"/>
            <a:ext cx="125871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4">
            <a:extLst>
              <a:ext uri="{FF2B5EF4-FFF2-40B4-BE49-F238E27FC236}">
                <a16:creationId xmlns:a16="http://schemas.microsoft.com/office/drawing/2014/main" id="{CB761E04-ABC5-4F9B-B7F4-0370F3F0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348" y="6495439"/>
            <a:ext cx="18880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64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0B4DC-8072-4B8E-A822-FE3A08C0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27B99-20C3-4D37-8275-EA6400E5C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6CE84-6AD8-453A-AD6E-FEAF604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44141"/>
            <a:ext cx="27432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9EF105-0337-4580-9111-FD2F527F9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44141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B31AF83-2C46-4BF6-B48E-DD76F99A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0800" y="6044141"/>
            <a:ext cx="2743200" cy="365125"/>
          </a:xfrm>
        </p:spPr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77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C8B6C-1DEF-4332-8A14-F6B6981F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78B35E-5C7A-4650-863C-461C8592B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0FC85E-DA01-4C94-8312-2EAB20EAB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ADE796-457C-4E05-BBB8-BC7FD139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5A564A-D398-41C0-BEF2-5D2A53F3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D0DB09-1DC7-4816-820B-2EDD19BA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83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73845-DA08-4E02-89E5-279477CD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0F8E2-8F9C-4936-8D92-FA7FE4970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C35784-8D42-4310-8640-07C1BEB33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31B950-6CB7-42DB-A303-B407EF83D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F35007-CA56-4CB7-8C5F-CF3E2924C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CD9AE-54AB-44CB-8910-A70F24EB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AFA608-2F47-4FBC-8A45-AC037C64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A635AC-BD3D-4D4A-AB07-EAABF501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66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27486-42F6-4B67-8DF8-769971D0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BFFFA3-6C08-4D2B-B714-F2729D0D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1B550E-4A2E-4405-8F29-A9633B7A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0B985F-0B0F-472E-A18E-72C776E3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0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995497-1A46-4FDE-B4B1-CA2510A4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BDDD35-FFDF-4936-8645-AC2A1F2A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1037F-312F-4D9B-9119-F134F49B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21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62E35-F23E-4CDC-9C00-11DCB7E9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5F35A-C1B0-4F2A-8536-7C9C4EF9C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B6DFEF-5929-42A1-B17A-6AD3F1AC5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8A33CA-A779-4AE7-8BB3-0DF9C81A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539BD6-447C-4ABC-97CC-BCC453A38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96239-5406-4F31-95AA-C4BD1AB5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07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CC7A7-4C8B-434F-9C38-C6E5AC9E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AD0D2C-AE0D-4BDF-B9E8-D91CD7556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F58740-6BDA-46A2-A629-765E7E175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2C1AD5-7F55-4125-8A2F-BC07A86D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B58409-227F-4B89-B306-5E32E6E4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C64012-3A7B-4999-BA77-06258A04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03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4230E-387F-465D-9111-5F8ACFE1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53B19F-7C90-4073-858B-0BD87654E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6123FE-787A-4904-AA9D-8ACC7B30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EAC67-5F52-452E-9E50-F587C648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0EEB5A-4207-4ADB-95D4-B87AA305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7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ACCBB6-C18F-485C-A53E-8683CFFE9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DC10F-92E5-436B-9D63-2A68B11CB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5DDDF8-BB20-4C9B-9571-A39BA7D6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4DDF5-9EDE-406E-BFC5-8359CD70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89F03-47B6-4B39-B0CA-2A216789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719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31B03D-0C42-48E6-948A-722C5EE3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5A6E46-0B48-4B44-9DA0-C7C1E05C3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0D4B93-E437-4DCC-9E09-16EA88BBC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A7A77E-05D0-4203-B655-9A2A21B58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09CEAC-52D1-4D7C-99C4-13222A951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548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7068" y="2062806"/>
            <a:ext cx="113878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2400" dirty="0" err="1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Comparison</a:t>
            </a:r>
            <a:r>
              <a:rPr lang="ko-KR" altLang="ko-KR" sz="24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of </a:t>
            </a:r>
            <a:r>
              <a:rPr lang="ko-KR" altLang="ko-KR" sz="2400" dirty="0" err="1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AECs</a:t>
            </a:r>
            <a:r>
              <a:rPr lang="ko-KR" altLang="ko-KR" sz="24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ko-KR" sz="2400" dirty="0" err="1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between</a:t>
            </a:r>
            <a:r>
              <a:rPr lang="ko-KR" altLang="ko-KR" sz="24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ko-KR" sz="2400" dirty="0" err="1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groups</a:t>
            </a:r>
            <a:r>
              <a:rPr lang="ko-KR" altLang="ko-KR" sz="24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ko-KR" sz="2400" dirty="0" err="1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after</a:t>
            </a:r>
            <a:r>
              <a:rPr lang="ko-KR" altLang="ko-KR" sz="24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ko-KR" sz="2400" dirty="0" err="1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low-smi</a:t>
            </a:r>
            <a:r>
              <a:rPr lang="ko-KR" altLang="ko-KR" sz="24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ko-KR" sz="2400" dirty="0" err="1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classification</a:t>
            </a:r>
            <a:r>
              <a:rPr lang="ko-KR" altLang="ko-KR" sz="24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ko-KR" sz="2400" dirty="0" err="1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with</a:t>
            </a:r>
            <a:r>
              <a:rPr lang="ko-KR" altLang="ko-KR" sz="24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ko-KR" sz="2400" dirty="0" err="1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clinic</a:t>
            </a:r>
            <a:r>
              <a:rPr lang="ko-KR" altLang="ko-KR" sz="24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ko-KR" sz="2400" dirty="0" err="1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</a:t>
            </a:r>
            <a:endParaRPr sz="2400" b="1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7068" y="3139177"/>
            <a:ext cx="71399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chemeClr val="bg1"/>
                </a:solidFill>
                <a:latin typeface="KoPub돋움체 Medium"/>
              </a:rPr>
              <a:t>2026. 07. </a:t>
            </a:r>
            <a:r>
              <a:rPr lang="en-US" sz="1600" dirty="0">
                <a:solidFill>
                  <a:schemeClr val="bg1"/>
                </a:solidFill>
                <a:latin typeface="KoPub돋움체 Medium"/>
              </a:rPr>
              <a:t>24</a:t>
            </a:r>
            <a:endParaRPr sz="1600" dirty="0">
              <a:solidFill>
                <a:schemeClr val="bg1"/>
              </a:solidFill>
              <a:latin typeface="KoPub돋움체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7068" y="3564777"/>
            <a:ext cx="7139940" cy="289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KoPub돋움체 Medium"/>
              </a:rPr>
              <a:t>JangHoon Chun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7068" y="3978214"/>
            <a:ext cx="7139940" cy="121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KoPub돋움체 Medium"/>
              </a:rPr>
              <a:t>Department of, Medical Device Engineering &amp; Management</a:t>
            </a:r>
          </a:p>
          <a:p>
            <a:r>
              <a:rPr sz="1600">
                <a:solidFill>
                  <a:srgbClr val="FFFFFF"/>
                </a:solidFill>
                <a:latin typeface="KoPub돋움체 Medium"/>
              </a:rPr>
              <a:t>Gangnam Severance Hospital,</a:t>
            </a:r>
          </a:p>
          <a:p>
            <a:r>
              <a:rPr sz="1600">
                <a:solidFill>
                  <a:srgbClr val="FFFFFF"/>
                </a:solidFill>
                <a:latin typeface="KoPub돋움체 Medium"/>
              </a:rPr>
              <a:t>Yonsei University College of Medicine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226C0-E69E-C194-4D15-4398B9723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B3FC9-B52B-FBE4-B31A-9F4816FDE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progress</a:t>
            </a:r>
            <a:endParaRPr dirty="0"/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1B16767E-149D-831B-AF7B-A6F405D5B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999" y="901700"/>
            <a:ext cx="11176000" cy="1905000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dirty="0"/>
              <a:t>Clinic 4</a:t>
            </a:r>
            <a:r>
              <a:rPr lang="ko-KR" altLang="en-US" dirty="0"/>
              <a:t>개 변수</a:t>
            </a:r>
            <a:r>
              <a:rPr lang="en-US" altLang="ko-KR" dirty="0"/>
              <a:t>(Sex, Age, Height, Weight)</a:t>
            </a:r>
            <a:r>
              <a:rPr lang="ko-KR" altLang="en-US" dirty="0"/>
              <a:t>로 성별별 </a:t>
            </a:r>
            <a:r>
              <a:rPr lang="en-US" altLang="ko-KR" dirty="0"/>
              <a:t>low-SMI </a:t>
            </a:r>
            <a:r>
              <a:rPr lang="ko-KR" altLang="en-US" dirty="0"/>
              <a:t>분류 </a:t>
            </a:r>
            <a:r>
              <a:rPr lang="en-US" altLang="ko-KR" dirty="0"/>
              <a:t>(M: </a:t>
            </a:r>
            <a:r>
              <a:rPr lang="en-US" altLang="ko-KR" dirty="0" err="1"/>
              <a:t>smi</a:t>
            </a:r>
            <a:r>
              <a:rPr lang="en-US" altLang="ko-KR" dirty="0"/>
              <a:t> &lt; 45.4, F: </a:t>
            </a:r>
            <a:r>
              <a:rPr lang="en-US" altLang="ko-KR" dirty="0" err="1"/>
              <a:t>smi</a:t>
            </a:r>
            <a:r>
              <a:rPr lang="en-US" altLang="ko-KR" dirty="0"/>
              <a:t> &lt; 34.4)</a:t>
            </a:r>
          </a:p>
          <a:p>
            <a:r>
              <a:rPr lang="en-US" altLang="ko-KR" dirty="0"/>
              <a:t>AUC internal 0.828 / external 0.835</a:t>
            </a:r>
          </a:p>
          <a:p>
            <a:r>
              <a:rPr lang="en-US" altLang="ko-KR" dirty="0"/>
              <a:t>Sensitivity 90%</a:t>
            </a:r>
            <a:r>
              <a:rPr lang="ko-KR" altLang="en-US" dirty="0"/>
              <a:t>인</a:t>
            </a:r>
            <a:r>
              <a:rPr lang="en-US" altLang="ko-KR" dirty="0"/>
              <a:t> </a:t>
            </a:r>
            <a:r>
              <a:rPr lang="ko-KR" altLang="en-US" dirty="0"/>
              <a:t>컷오프로 </a:t>
            </a:r>
            <a:r>
              <a:rPr lang="en-US" altLang="ko-KR" dirty="0"/>
              <a:t>Confusion Matrix </a:t>
            </a:r>
            <a:r>
              <a:rPr lang="ko-KR" altLang="en-US" dirty="0"/>
              <a:t>확인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BC264B1-4288-3E34-F029-AF4C93DB48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1298" y="2857500"/>
            <a:ext cx="7109401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15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9D39F-82A4-2062-A90D-98DE675FC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CC404-E574-98DE-4895-973685A1D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progress</a:t>
            </a:r>
            <a:endParaRPr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C3B1D46-CDA6-7CAD-8EE8-C21EE46A3916}"/>
              </a:ext>
            </a:extLst>
          </p:cNvPr>
          <p:cNvGraphicFramePr>
            <a:graphicFrameLocks noGrp="1"/>
          </p:cNvGraphicFramePr>
          <p:nvPr/>
        </p:nvGraphicFramePr>
        <p:xfrm>
          <a:off x="2391145" y="1421554"/>
          <a:ext cx="7409710" cy="14833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481942">
                  <a:extLst>
                    <a:ext uri="{9D8B030D-6E8A-4147-A177-3AD203B41FA5}">
                      <a16:colId xmlns:a16="http://schemas.microsoft.com/office/drawing/2014/main" val="246698847"/>
                    </a:ext>
                  </a:extLst>
                </a:gridCol>
                <a:gridCol w="1481942">
                  <a:extLst>
                    <a:ext uri="{9D8B030D-6E8A-4147-A177-3AD203B41FA5}">
                      <a16:colId xmlns:a16="http://schemas.microsoft.com/office/drawing/2014/main" val="2251027616"/>
                    </a:ext>
                  </a:extLst>
                </a:gridCol>
                <a:gridCol w="1481942">
                  <a:extLst>
                    <a:ext uri="{9D8B030D-6E8A-4147-A177-3AD203B41FA5}">
                      <a16:colId xmlns:a16="http://schemas.microsoft.com/office/drawing/2014/main" val="1217842442"/>
                    </a:ext>
                  </a:extLst>
                </a:gridCol>
                <a:gridCol w="1481942">
                  <a:extLst>
                    <a:ext uri="{9D8B030D-6E8A-4147-A177-3AD203B41FA5}">
                      <a16:colId xmlns:a16="http://schemas.microsoft.com/office/drawing/2014/main" val="448035793"/>
                    </a:ext>
                  </a:extLst>
                </a:gridCol>
                <a:gridCol w="1481942">
                  <a:extLst>
                    <a:ext uri="{9D8B030D-6E8A-4147-A177-3AD203B41FA5}">
                      <a16:colId xmlns:a16="http://schemas.microsoft.com/office/drawing/2014/main" val="11947598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구간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Internal FN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Internal FP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External FN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External FP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397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Sens 85%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19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350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337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6709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Sens 90%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447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398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3564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Sens 95%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6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582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529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1635650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C178735-E09B-D874-3F88-A1E9C45D0F9E}"/>
              </a:ext>
            </a:extLst>
          </p:cNvPr>
          <p:cNvGraphicFramePr>
            <a:graphicFrameLocks noGrp="1"/>
          </p:cNvGraphicFramePr>
          <p:nvPr/>
        </p:nvGraphicFramePr>
        <p:xfrm>
          <a:off x="1191369" y="3312042"/>
          <a:ext cx="9809262" cy="1854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992558">
                  <a:extLst>
                    <a:ext uri="{9D8B030D-6E8A-4147-A177-3AD203B41FA5}">
                      <a16:colId xmlns:a16="http://schemas.microsoft.com/office/drawing/2014/main" val="246698847"/>
                    </a:ext>
                  </a:extLst>
                </a:gridCol>
                <a:gridCol w="2340936">
                  <a:extLst>
                    <a:ext uri="{9D8B030D-6E8A-4147-A177-3AD203B41FA5}">
                      <a16:colId xmlns:a16="http://schemas.microsoft.com/office/drawing/2014/main" val="2251027616"/>
                    </a:ext>
                  </a:extLst>
                </a:gridCol>
                <a:gridCol w="2711303">
                  <a:extLst>
                    <a:ext uri="{9D8B030D-6E8A-4147-A177-3AD203B41FA5}">
                      <a16:colId xmlns:a16="http://schemas.microsoft.com/office/drawing/2014/main" val="1217842442"/>
                    </a:ext>
                  </a:extLst>
                </a:gridCol>
                <a:gridCol w="2764465">
                  <a:extLst>
                    <a:ext uri="{9D8B030D-6E8A-4147-A177-3AD203B41FA5}">
                      <a16:colId xmlns:a16="http://schemas.microsoft.com/office/drawing/2014/main" val="11947598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구간 이동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ΔFN (</a:t>
                      </a:r>
                      <a:r>
                        <a:rPr lang="ko-KR" altLang="en-US" sz="1400" dirty="0"/>
                        <a:t>놓치는 환자 감소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ΔFP (</a:t>
                      </a:r>
                      <a:r>
                        <a:rPr lang="ko-KR" altLang="en-US" sz="1400" dirty="0"/>
                        <a:t>불필요 정밀검사 증가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FN 1</a:t>
                      </a:r>
                      <a:r>
                        <a:rPr lang="ko-KR" altLang="en-US" sz="1400" dirty="0"/>
                        <a:t>명 줄이는데 드는 </a:t>
                      </a:r>
                      <a:r>
                        <a:rPr lang="en-US" altLang="ko-KR" sz="1400" dirty="0"/>
                        <a:t>FP </a:t>
                      </a:r>
                      <a:r>
                        <a:rPr lang="ko-KR" altLang="en-US" sz="1400" dirty="0"/>
                        <a:t>비용</a:t>
                      </a:r>
                    </a:p>
                  </a:txBody>
                  <a:tcPr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397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85%</a:t>
                      </a:r>
                      <a:r>
                        <a:rPr lang="ko-KR" altLang="en-US" sz="1400" dirty="0"/>
                        <a:t>→</a:t>
                      </a:r>
                      <a:r>
                        <a:rPr lang="en-US" altLang="ko-KR" sz="1400" dirty="0"/>
                        <a:t>90% (internal)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+97</a:t>
                      </a:r>
                      <a:endParaRPr lang="ko-KR" altLang="en-US" sz="1400" dirty="0"/>
                    </a:p>
                  </a:txBody>
                  <a:tcPr anchor="ctr"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13.9</a:t>
                      </a:r>
                      <a:r>
                        <a:rPr lang="ko-KR" altLang="en-US" sz="1400" dirty="0"/>
                        <a:t>건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626709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85%</a:t>
                      </a:r>
                      <a:r>
                        <a:rPr lang="ko-KR" altLang="en-US" sz="1400" dirty="0"/>
                        <a:t>→</a:t>
                      </a:r>
                      <a:r>
                        <a:rPr lang="en-US" altLang="ko-KR" sz="1400" dirty="0"/>
                        <a:t>90% (external)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+61</a:t>
                      </a:r>
                      <a:endParaRPr lang="ko-KR" altLang="en-US" sz="1400" dirty="0"/>
                    </a:p>
                  </a:txBody>
                  <a:tcPr anchor="ctr"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8.7</a:t>
                      </a:r>
                      <a:r>
                        <a:rPr lang="ko-KR" altLang="en-US" sz="1400" dirty="0"/>
                        <a:t>건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3564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90%</a:t>
                      </a:r>
                      <a:r>
                        <a:rPr lang="ko-KR" altLang="en-US" sz="1400" dirty="0"/>
                        <a:t>→</a:t>
                      </a:r>
                      <a:r>
                        <a:rPr lang="en-US" altLang="ko-KR" sz="1400" dirty="0"/>
                        <a:t>95% (internal)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-6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+135</a:t>
                      </a:r>
                      <a:endParaRPr lang="ko-KR" altLang="en-US" sz="1400" dirty="0"/>
                    </a:p>
                  </a:txBody>
                  <a:tcPr anchor="ctr"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22.5</a:t>
                      </a:r>
                      <a:r>
                        <a:rPr lang="ko-KR" altLang="en-US" sz="1400" dirty="0"/>
                        <a:t>건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56631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90%</a:t>
                      </a:r>
                      <a:r>
                        <a:rPr lang="ko-KR" altLang="en-US" sz="1400" dirty="0"/>
                        <a:t>→</a:t>
                      </a:r>
                      <a:r>
                        <a:rPr lang="en-US" altLang="ko-KR" sz="1400" dirty="0"/>
                        <a:t>95% (external)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-5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+131</a:t>
                      </a:r>
                      <a:endParaRPr lang="ko-KR" altLang="en-US" sz="1400" dirty="0"/>
                    </a:p>
                  </a:txBody>
                  <a:tcPr anchor="ctr"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26.2</a:t>
                      </a:r>
                      <a:r>
                        <a:rPr lang="ko-KR" altLang="en-US" sz="1400" dirty="0"/>
                        <a:t>건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1635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0087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CB61D-7E64-8CF1-E551-B99C0CF23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B451F-E3AA-9A58-2DD0-035C12DCB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progress</a:t>
            </a:r>
            <a:endParaRPr dirty="0"/>
          </a:p>
        </p:txBody>
      </p:sp>
      <p:pic>
        <p:nvPicPr>
          <p:cNvPr id="12" name="Picture 11" descr="clinical_only_confusion_matrix_sens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564" y="992773"/>
            <a:ext cx="10432872" cy="5216436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A628EAB-B760-F1BF-B989-BB10B23CA891}"/>
              </a:ext>
            </a:extLst>
          </p:cNvPr>
          <p:cNvSpPr/>
          <p:nvPr/>
        </p:nvSpPr>
        <p:spPr>
          <a:xfrm>
            <a:off x="2116183" y="1985560"/>
            <a:ext cx="2011680" cy="394497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466C5FC-2E65-1CFE-A413-1C916FE5DEE4}"/>
              </a:ext>
            </a:extLst>
          </p:cNvPr>
          <p:cNvSpPr/>
          <p:nvPr/>
        </p:nvSpPr>
        <p:spPr>
          <a:xfrm>
            <a:off x="7271657" y="1985560"/>
            <a:ext cx="2011680" cy="394497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176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235E1-990A-B61D-C2FB-0E5F237EC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5B1E2-F9E7-3B5D-A7E2-C46DA9E96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progress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672E8-387A-B761-2D48-323AA293B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그룹 간 </a:t>
            </a:r>
            <a:r>
              <a:rPr lang="en-US" altLang="ko-KR" b="1" dirty="0"/>
              <a:t>p / </a:t>
            </a:r>
            <a:r>
              <a:rPr lang="en-US" altLang="ko-KR" b="1" dirty="0" err="1"/>
              <a:t>dp</a:t>
            </a:r>
            <a:r>
              <a:rPr lang="ko-KR" altLang="en-US" b="1" dirty="0"/>
              <a:t> </a:t>
            </a:r>
            <a:r>
              <a:rPr lang="en-US" altLang="ko-KR" b="1" dirty="0"/>
              <a:t>/ d2p </a:t>
            </a:r>
            <a:r>
              <a:rPr lang="ko-KR" altLang="en-US" b="1" dirty="0"/>
              <a:t>곡선 비교</a:t>
            </a:r>
            <a:endParaRPr b="1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EA819FF-824A-52D4-3A7F-A3DF216AF6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2271731"/>
              </p:ext>
            </p:extLst>
          </p:nvPr>
        </p:nvGraphicFramePr>
        <p:xfrm>
          <a:off x="1312092" y="1574800"/>
          <a:ext cx="9567816" cy="1854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391954">
                  <a:extLst>
                    <a:ext uri="{9D8B030D-6E8A-4147-A177-3AD203B41FA5}">
                      <a16:colId xmlns:a16="http://schemas.microsoft.com/office/drawing/2014/main" val="380248596"/>
                    </a:ext>
                  </a:extLst>
                </a:gridCol>
                <a:gridCol w="2391954">
                  <a:extLst>
                    <a:ext uri="{9D8B030D-6E8A-4147-A177-3AD203B41FA5}">
                      <a16:colId xmlns:a16="http://schemas.microsoft.com/office/drawing/2014/main" val="2374354257"/>
                    </a:ext>
                  </a:extLst>
                </a:gridCol>
                <a:gridCol w="2391954">
                  <a:extLst>
                    <a:ext uri="{9D8B030D-6E8A-4147-A177-3AD203B41FA5}">
                      <a16:colId xmlns:a16="http://schemas.microsoft.com/office/drawing/2014/main" val="983427934"/>
                    </a:ext>
                  </a:extLst>
                </a:gridCol>
                <a:gridCol w="2391954">
                  <a:extLst>
                    <a:ext uri="{9D8B030D-6E8A-4147-A177-3AD203B41FA5}">
                      <a16:colId xmlns:a16="http://schemas.microsoft.com/office/drawing/2014/main" val="138883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비교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강남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p (raw)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dp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 (1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차미분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d2p (2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차미분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2821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FP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vs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TN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RMSD=0.0287, </a:t>
                      </a:r>
                      <a:r>
                        <a:rPr lang="ko-KR" sz="1200" b="0" i="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</a:t>
                      </a: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=0.0005</a:t>
                      </a:r>
                    </a:p>
                  </a:txBody>
                  <a:tcPr marL="19050" marR="19050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RMSD=0.0021, p=0.0005</a:t>
                      </a:r>
                    </a:p>
                  </a:txBody>
                  <a:tcPr marL="19050" marR="19050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RMSD=0.0004, </a:t>
                      </a:r>
                      <a:r>
                        <a:rPr lang="ko-KR" sz="1200" b="0" i="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</a:t>
                      </a: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=0.0005</a:t>
                      </a:r>
                    </a:p>
                  </a:txBody>
                  <a:tcPr marL="19050" marR="19050" marT="19050" marB="190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363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TP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vs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TN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RMSD=0.0325, </a:t>
                      </a:r>
                      <a:r>
                        <a:rPr lang="ko-KR" sz="1200" b="0" i="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</a:t>
                      </a: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=0.002</a:t>
                      </a:r>
                    </a:p>
                  </a:txBody>
                  <a:tcPr marL="19050" marR="19050" marT="19050" marB="19050"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RMSD=0.0026, p=0.0005</a:t>
                      </a:r>
                    </a:p>
                  </a:txBody>
                  <a:tcPr marL="19050" marR="19050" marT="19050" marB="19050"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RMSD=0.0006, </a:t>
                      </a:r>
                      <a:r>
                        <a:rPr lang="ko-KR" sz="1200" b="0" i="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</a:t>
                      </a: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=0.0005</a:t>
                      </a:r>
                    </a:p>
                  </a:txBody>
                  <a:tcPr marL="19050" marR="19050" marT="19050" marB="19050"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124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TP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vs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FP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RMSD=0.0155, </a:t>
                      </a:r>
                      <a:r>
                        <a:rPr lang="ko-KR" sz="1200" b="0" i="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</a:t>
                      </a: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=0.227</a:t>
                      </a:r>
                    </a:p>
                  </a:txBody>
                  <a:tcPr marL="19050" marR="19050" marT="19050" marB="19050"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RMSD=0.0012, </a:t>
                      </a:r>
                      <a:r>
                        <a:rPr lang="ko-KR" sz="1200" b="0" i="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</a:t>
                      </a: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=0.155</a:t>
                      </a:r>
                    </a:p>
                  </a:txBody>
                  <a:tcPr marL="19050" marR="19050" marT="19050" marB="19050"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RMSD=0.0005, </a:t>
                      </a:r>
                      <a:r>
                        <a:rPr lang="ko-KR" sz="1200" b="0" i="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</a:t>
                      </a: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=0.199</a:t>
                      </a:r>
                    </a:p>
                  </a:txBody>
                  <a:tcPr marL="19050" marR="19050" marT="19050" marB="19050" anchor="ctr"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725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TP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vs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FP (</a:t>
                      </a:r>
                      <a:r>
                        <a:rPr lang="en-US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psm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RMSD=0.0057, </a:t>
                      </a:r>
                      <a:r>
                        <a:rPr lang="ko-KR" sz="1200" b="0" i="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</a:t>
                      </a: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=0.983</a:t>
                      </a:r>
                    </a:p>
                  </a:txBody>
                  <a:tcPr marL="19050" marR="19050" marT="19050" marB="19050"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RMSD=0.0009, </a:t>
                      </a:r>
                      <a:r>
                        <a:rPr lang="ko-KR" sz="1200" b="0" i="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</a:t>
                      </a: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=0.982</a:t>
                      </a:r>
                    </a:p>
                  </a:txBody>
                  <a:tcPr marL="19050" marR="19050" marT="19050" marB="19050"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RMSD=0.0006, </a:t>
                      </a:r>
                      <a:r>
                        <a:rPr lang="ko-KR" sz="1200" b="0" i="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</a:t>
                      </a: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=0.478</a:t>
                      </a:r>
                    </a:p>
                  </a:txBody>
                  <a:tcPr marL="19050" marR="19050" marT="19050" marB="19050" anchor="ctr"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4828031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93DC214-F213-AB61-FBB1-2D265A00B6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5125605"/>
              </p:ext>
            </p:extLst>
          </p:nvPr>
        </p:nvGraphicFramePr>
        <p:xfrm>
          <a:off x="1312092" y="3767667"/>
          <a:ext cx="9567816" cy="1854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385989">
                  <a:extLst>
                    <a:ext uri="{9D8B030D-6E8A-4147-A177-3AD203B41FA5}">
                      <a16:colId xmlns:a16="http://schemas.microsoft.com/office/drawing/2014/main" val="380248596"/>
                    </a:ext>
                  </a:extLst>
                </a:gridCol>
                <a:gridCol w="2385989">
                  <a:extLst>
                    <a:ext uri="{9D8B030D-6E8A-4147-A177-3AD203B41FA5}">
                      <a16:colId xmlns:a16="http://schemas.microsoft.com/office/drawing/2014/main" val="2374354257"/>
                    </a:ext>
                  </a:extLst>
                </a:gridCol>
                <a:gridCol w="2385989">
                  <a:extLst>
                    <a:ext uri="{9D8B030D-6E8A-4147-A177-3AD203B41FA5}">
                      <a16:colId xmlns:a16="http://schemas.microsoft.com/office/drawing/2014/main" val="983427934"/>
                    </a:ext>
                  </a:extLst>
                </a:gridCol>
                <a:gridCol w="2409849">
                  <a:extLst>
                    <a:ext uri="{9D8B030D-6E8A-4147-A177-3AD203B41FA5}">
                      <a16:colId xmlns:a16="http://schemas.microsoft.com/office/drawing/2014/main" val="138883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비교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신촌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p (raw)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dp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 (1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차미분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d2p (2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차미분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2821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FP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vs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TN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RMSD=0.0226, </a:t>
                      </a:r>
                      <a:r>
                        <a:rPr lang="ko-KR" sz="1200" b="0" i="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</a:t>
                      </a: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=0.0045</a:t>
                      </a:r>
                    </a:p>
                  </a:txBody>
                  <a:tcPr marL="19050" marR="19050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RMSD=0.0017, p=0.0005</a:t>
                      </a:r>
                    </a:p>
                  </a:txBody>
                  <a:tcPr marL="19050" marR="19050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RMSD=0.0004, </a:t>
                      </a:r>
                      <a:r>
                        <a:rPr lang="ko-KR" sz="1200" b="0" i="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</a:t>
                      </a: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=0.093</a:t>
                      </a:r>
                    </a:p>
                  </a:txBody>
                  <a:tcPr marL="19050" marR="19050" marT="19050" marB="190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363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TP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vs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TN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RMSD=0.0289, </a:t>
                      </a:r>
                      <a:r>
                        <a:rPr lang="ko-KR" sz="1200" b="0" i="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</a:t>
                      </a: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=0.0135</a:t>
                      </a:r>
                    </a:p>
                  </a:txBody>
                  <a:tcPr marL="19050" marR="19050" marT="19050" marB="19050"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RMSD=0.0023, p=0.0005</a:t>
                      </a:r>
                    </a:p>
                  </a:txBody>
                  <a:tcPr marL="19050" marR="19050" marT="19050" marB="19050"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RMSD=0.0006, </a:t>
                      </a:r>
                      <a:r>
                        <a:rPr lang="ko-KR" sz="1200" b="0" i="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</a:t>
                      </a: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=0.084</a:t>
                      </a:r>
                    </a:p>
                  </a:txBody>
                  <a:tcPr marL="19050" marR="19050" marT="19050" marB="19050"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124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TP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vs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FP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RMSD=0.0274, </a:t>
                      </a:r>
                      <a:r>
                        <a:rPr lang="ko-KR" sz="1200" b="0" i="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</a:t>
                      </a: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=0.0175</a:t>
                      </a:r>
                    </a:p>
                  </a:txBody>
                  <a:tcPr marL="19050" marR="19050" marT="19050" marB="19050"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RMSD=0.0016, </a:t>
                      </a:r>
                      <a:r>
                        <a:rPr lang="ko-KR" sz="1200" b="0" i="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</a:t>
                      </a: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=0.005</a:t>
                      </a:r>
                    </a:p>
                  </a:txBody>
                  <a:tcPr marL="19050" marR="19050" marT="19050" marB="19050"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RMSD=0.0005, </a:t>
                      </a:r>
                      <a:r>
                        <a:rPr lang="ko-KR" sz="1200" b="0" i="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</a:t>
                      </a: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=0.425</a:t>
                      </a:r>
                    </a:p>
                  </a:txBody>
                  <a:tcPr marL="19050" marR="19050" marT="19050" marB="19050" anchor="ctr"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725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TP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vs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FP (</a:t>
                      </a:r>
                      <a:r>
                        <a:rPr lang="en-US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psm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RMSD=0.0422, </a:t>
                      </a:r>
                      <a:r>
                        <a:rPr lang="ko-KR" sz="1200" b="0" i="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</a:t>
                      </a: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=0.0165</a:t>
                      </a:r>
                    </a:p>
                  </a:txBody>
                  <a:tcPr marL="19050" marR="19050" marT="19050" marB="19050"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RMSD=0.0023, </a:t>
                      </a:r>
                      <a:r>
                        <a:rPr lang="ko-KR" sz="1200" b="0" i="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</a:t>
                      </a: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=0.0095</a:t>
                      </a:r>
                    </a:p>
                  </a:txBody>
                  <a:tcPr marL="19050" marR="19050" marT="19050" marB="19050"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RMSD=0.0006, </a:t>
                      </a:r>
                      <a:r>
                        <a:rPr lang="ko-KR" sz="1200" b="0" i="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</a:t>
                      </a: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=0.417</a:t>
                      </a:r>
                    </a:p>
                  </a:txBody>
                  <a:tcPr marL="19050" marR="19050" marT="19050" marB="19050" anchor="ctr"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48280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5379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73A45-53DB-1D03-067B-82EF4C5C0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A5240-5DFE-FDF5-63B9-272153AD3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progress</a:t>
            </a:r>
            <a:endParaRPr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787508"/>
              </p:ext>
            </p:extLst>
          </p:nvPr>
        </p:nvGraphicFramePr>
        <p:xfrm>
          <a:off x="954628" y="2289797"/>
          <a:ext cx="3053533" cy="14313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01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5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3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6000"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Cohort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curve RMSD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P-value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000">
                <a:tc>
                  <a:txBody>
                    <a:bodyPr/>
                    <a:lstStyle/>
                    <a:p>
                      <a:pPr algn="ctr"/>
                      <a:r>
                        <a:rPr sz="1300" dirty="0"/>
                        <a:t>Gangna</a:t>
                      </a:r>
                      <a:r>
                        <a:rPr lang="en-US" sz="1300" dirty="0"/>
                        <a:t>m</a:t>
                      </a:r>
                    </a:p>
                    <a:p>
                      <a:pPr algn="ctr"/>
                      <a:r>
                        <a:rPr sz="1300" dirty="0"/>
                        <a:t>(internal)</a:t>
                      </a: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/>
                        <a:t>0.0325</a:t>
                      </a: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/>
                        <a:t>0.002</a:t>
                      </a: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000">
                <a:tc>
                  <a:txBody>
                    <a:bodyPr/>
                    <a:lstStyle/>
                    <a:p>
                      <a:pPr algn="ctr"/>
                      <a:r>
                        <a:rPr sz="1300" dirty="0"/>
                        <a:t>Sinchon</a:t>
                      </a:r>
                      <a:endParaRPr lang="en-US" sz="1300" dirty="0"/>
                    </a:p>
                    <a:p>
                      <a:pPr algn="ctr"/>
                      <a:r>
                        <a:rPr sz="1300" dirty="0"/>
                        <a:t>(external)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/>
                        <a:t>0.0289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/>
                        <a:t>0.0135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3" name="그룹 2">
            <a:extLst>
              <a:ext uri="{FF2B5EF4-FFF2-40B4-BE49-F238E27FC236}">
                <a16:creationId xmlns:a16="http://schemas.microsoft.com/office/drawing/2014/main" id="{B4C709C8-B4D6-D3DA-ED41-F356D9CE1067}"/>
              </a:ext>
            </a:extLst>
          </p:cNvPr>
          <p:cNvGrpSpPr/>
          <p:nvPr/>
        </p:nvGrpSpPr>
        <p:grpSpPr>
          <a:xfrm>
            <a:off x="4673601" y="1919627"/>
            <a:ext cx="6070600" cy="2171700"/>
            <a:chOff x="4627854" y="3428999"/>
            <a:chExt cx="6632024" cy="2318707"/>
          </a:xfrm>
        </p:grpSpPr>
        <p:pic>
          <p:nvPicPr>
            <p:cNvPr id="6" name="Picture 5" descr="18_aec_curve_tp_vs_tn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27854" y="3428999"/>
              <a:ext cx="3394567" cy="2318707"/>
            </a:xfrm>
            <a:prstGeom prst="rect">
              <a:avLst/>
            </a:prstGeom>
          </p:spPr>
        </p:pic>
        <p:pic>
          <p:nvPicPr>
            <p:cNvPr id="7" name="Picture 6" descr="18_aec_curve_tp_vs_tn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65311" y="3428999"/>
              <a:ext cx="3394567" cy="2318707"/>
            </a:xfrm>
            <a:prstGeom prst="rect">
              <a:avLst/>
            </a:prstGeom>
          </p:spPr>
        </p:pic>
      </p:grpSp>
      <p:graphicFrame>
        <p:nvGraphicFramePr>
          <p:cNvPr id="10" name="Table 4">
            <a:extLst>
              <a:ext uri="{FF2B5EF4-FFF2-40B4-BE49-F238E27FC236}">
                <a16:creationId xmlns:a16="http://schemas.microsoft.com/office/drawing/2014/main" id="{BF4D3371-029E-CBE3-E038-FE8F04EF52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7674307"/>
              </p:ext>
            </p:extLst>
          </p:nvPr>
        </p:nvGraphicFramePr>
        <p:xfrm>
          <a:off x="940230" y="4615547"/>
          <a:ext cx="3067931" cy="14325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9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5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68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Cohort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/>
                        <a:t>curve RMSD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P-value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300" dirty="0"/>
                        <a:t>Gangnam
(internal)</a:t>
                      </a: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/>
                        <a:t>0.0287</a:t>
                      </a: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/>
                        <a:t>0.0005</a:t>
                      </a: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Sinchon
(external)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/>
                        <a:t>0.0226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/>
                        <a:t>0.0045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1" name="그룹 10">
            <a:extLst>
              <a:ext uri="{FF2B5EF4-FFF2-40B4-BE49-F238E27FC236}">
                <a16:creationId xmlns:a16="http://schemas.microsoft.com/office/drawing/2014/main" id="{C642C770-CC23-8B19-F687-EDD106359F7B}"/>
              </a:ext>
            </a:extLst>
          </p:cNvPr>
          <p:cNvGrpSpPr>
            <a:grpSpLocks noChangeAspect="1"/>
          </p:cNvGrpSpPr>
          <p:nvPr/>
        </p:nvGrpSpPr>
        <p:grpSpPr>
          <a:xfrm>
            <a:off x="4578599" y="4296777"/>
            <a:ext cx="6061219" cy="2070100"/>
            <a:chOff x="5185763" y="3550000"/>
            <a:chExt cx="6788238" cy="2318400"/>
          </a:xfrm>
        </p:grpSpPr>
        <p:pic>
          <p:nvPicPr>
            <p:cNvPr id="12" name="Picture 5" descr="17_aec_curve_fp_vs_tn.png">
              <a:extLst>
                <a:ext uri="{FF2B5EF4-FFF2-40B4-BE49-F238E27FC236}">
                  <a16:creationId xmlns:a16="http://schemas.microsoft.com/office/drawing/2014/main" id="{D8AEA2E2-E549-45E9-54B7-897ADFD59E0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85763" y="3550000"/>
              <a:ext cx="3394119" cy="2318400"/>
            </a:xfrm>
            <a:prstGeom prst="rect">
              <a:avLst/>
            </a:prstGeom>
          </p:spPr>
        </p:pic>
        <p:pic>
          <p:nvPicPr>
            <p:cNvPr id="13" name="Picture 6" descr="17_aec_curve_fp_vs_tn.png">
              <a:extLst>
                <a:ext uri="{FF2B5EF4-FFF2-40B4-BE49-F238E27FC236}">
                  <a16:creationId xmlns:a16="http://schemas.microsoft.com/office/drawing/2014/main" id="{A067D7BC-8B07-4215-580C-7B547CD1E72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579882" y="3550000"/>
              <a:ext cx="3394119" cy="2318400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3E3CE72B-5F74-4979-D0F9-4FC1DCECCB27}"/>
              </a:ext>
            </a:extLst>
          </p:cNvPr>
          <p:cNvSpPr txBox="1"/>
          <p:nvPr/>
        </p:nvSpPr>
        <p:spPr>
          <a:xfrm>
            <a:off x="1814288" y="1866900"/>
            <a:ext cx="13104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TP vs TN </a:t>
            </a:r>
            <a:endParaRPr lang="ko-KR" altLang="en-US" sz="24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E32C4F-DDD1-2E8C-02C2-6F317C240BC8}"/>
              </a:ext>
            </a:extLst>
          </p:cNvPr>
          <p:cNvSpPr txBox="1"/>
          <p:nvPr/>
        </p:nvSpPr>
        <p:spPr>
          <a:xfrm>
            <a:off x="1807089" y="4127500"/>
            <a:ext cx="13104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FP vs TN </a:t>
            </a:r>
            <a:endParaRPr lang="ko-KR" altLang="en-US" sz="24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7" name="내용 개체 틀 3">
            <a:extLst>
              <a:ext uri="{FF2B5EF4-FFF2-40B4-BE49-F238E27FC236}">
                <a16:creationId xmlns:a16="http://schemas.microsoft.com/office/drawing/2014/main" id="{213DA017-BC77-8FC8-CC9F-A5957B4DA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Stage-1 AEC-128 </a:t>
            </a:r>
            <a:r>
              <a:rPr lang="ko-KR" altLang="en-US" b="1" dirty="0"/>
              <a:t>곡선 비교 </a:t>
            </a:r>
            <a:r>
              <a:rPr lang="en-US" altLang="ko-KR" b="1" dirty="0"/>
              <a:t>: TP/FP vs TN </a:t>
            </a:r>
            <a:r>
              <a:rPr lang="ko-KR" altLang="en-US" b="1" dirty="0"/>
              <a:t>모두 유의 </a:t>
            </a:r>
            <a:r>
              <a:rPr lang="en-US" altLang="ko-KR" b="1" dirty="0"/>
              <a:t>(p&lt;</a:t>
            </a:r>
            <a:r>
              <a:rPr lang="en-US" altLang="ko-KR" b="1"/>
              <a:t>0.01)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736506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08045E6-AB4B-8191-87F4-9D786FB05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8740" y="3429000"/>
            <a:ext cx="4209137" cy="287511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progress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Stage-1 TP vs FP AEC-128 </a:t>
            </a:r>
            <a:r>
              <a:rPr lang="ko-KR" altLang="en-US" b="1" dirty="0"/>
              <a:t>비교</a:t>
            </a:r>
            <a:endParaRPr b="1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7695188"/>
              </p:ext>
            </p:extLst>
          </p:nvPr>
        </p:nvGraphicFramePr>
        <p:xfrm>
          <a:off x="4373546" y="1821709"/>
          <a:ext cx="3682318" cy="13411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212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19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7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4361"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Cohort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curve RMSD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P-value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818"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Gangnam</a:t>
                      </a:r>
                    </a:p>
                    <a:p>
                      <a:pPr algn="ctr"/>
                      <a:r>
                        <a:rPr sz="1400" dirty="0"/>
                        <a:t>(internal)</a:t>
                      </a: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0.0</a:t>
                      </a:r>
                      <a:r>
                        <a:rPr lang="en-US" sz="1400" b="0" dirty="0"/>
                        <a:t>155</a:t>
                      </a:r>
                      <a:endParaRPr sz="1400" b="0" dirty="0"/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</a:t>
                      </a:r>
                      <a:r>
                        <a:rPr lang="en-US" sz="1400" b="0" dirty="0"/>
                        <a:t>227 (</a:t>
                      </a:r>
                      <a:r>
                        <a:rPr lang="en-US" sz="1400" b="0" dirty="0" err="1"/>
                        <a:t>n.s</a:t>
                      </a:r>
                      <a:r>
                        <a:rPr lang="en-US" sz="1400" b="0" dirty="0"/>
                        <a:t>.)</a:t>
                      </a:r>
                      <a:endParaRPr sz="1400" b="0" dirty="0"/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818"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Sinchon</a:t>
                      </a:r>
                    </a:p>
                    <a:p>
                      <a:pPr algn="ctr"/>
                      <a:r>
                        <a:rPr sz="1400"/>
                        <a:t>(external)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0.0274</a:t>
                      </a:r>
                      <a:endParaRPr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0.01</a:t>
                      </a:r>
                      <a:r>
                        <a:rPr lang="en-US" sz="1400" b="0" dirty="0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F6BCAC1A-71D7-F33B-BBC4-F66D657889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4125" y="3429000"/>
            <a:ext cx="4209137" cy="287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032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226F4-B148-DB82-FA51-148222F26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E46A9-C734-6449-1C3E-8E16175EB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Next Plans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D2408-F981-AD7F-0BC2-B4589BD31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TP/FP </a:t>
            </a:r>
            <a:r>
              <a:rPr lang="ko-KR" altLang="en-US" b="1" dirty="0"/>
              <a:t>간의 차이가 유의한 </a:t>
            </a:r>
            <a:r>
              <a:rPr lang="en-US" altLang="ko-KR" b="1" dirty="0"/>
              <a:t>Feature</a:t>
            </a:r>
            <a:r>
              <a:rPr lang="ko-KR" altLang="en-US" b="1" dirty="0"/>
              <a:t> 찾기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en-US" b="1" dirty="0"/>
              <a:t>Clinic Data</a:t>
            </a:r>
            <a:r>
              <a:rPr lang="ko-KR" altLang="en-US" b="1" dirty="0"/>
              <a:t>와 </a:t>
            </a:r>
            <a:r>
              <a:rPr lang="en-US" altLang="ko-KR" b="1" dirty="0"/>
              <a:t>AEC Feature</a:t>
            </a:r>
            <a:r>
              <a:rPr lang="ko-KR" altLang="en-US" b="1" dirty="0"/>
              <a:t>의 </a:t>
            </a:r>
            <a:r>
              <a:rPr lang="en-US" altLang="ko-KR" b="1" dirty="0"/>
              <a:t>Multimodal Architecture </a:t>
            </a:r>
            <a:r>
              <a:rPr lang="ko-KR" altLang="en-US" b="1" dirty="0"/>
              <a:t>설계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en-US" b="1" dirty="0"/>
              <a:t>AUC </a:t>
            </a:r>
            <a:r>
              <a:rPr lang="ko-KR" altLang="en-US" b="1" dirty="0"/>
              <a:t>개선 방안 연구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022533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6" name="Google Shape;1176;g3d412ffb079_0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79866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5415</TotalTime>
  <Words>816</Words>
  <Application>Microsoft Office PowerPoint</Application>
  <PresentationFormat>와이드스크린</PresentationFormat>
  <Paragraphs>153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KoPub돋움체 Bold</vt:lpstr>
      <vt:lpstr>Arial</vt:lpstr>
      <vt:lpstr>KoPub돋움체 Medium</vt:lpstr>
      <vt:lpstr>Office 테마</vt:lpstr>
      <vt:lpstr>PowerPoint 프레젠테이션</vt:lpstr>
      <vt:lpstr>Detailed progress</vt:lpstr>
      <vt:lpstr>Detailed progress</vt:lpstr>
      <vt:lpstr>Detailed progress</vt:lpstr>
      <vt:lpstr>Detailed progress</vt:lpstr>
      <vt:lpstr>Detailed progress</vt:lpstr>
      <vt:lpstr>Detailed progress</vt:lpstr>
      <vt:lpstr>Next Plans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전장훈</dc:creator>
  <cp:lastModifiedBy>전장훈</cp:lastModifiedBy>
  <cp:revision>489</cp:revision>
  <dcterms:created xsi:type="dcterms:W3CDTF">2026-04-09T07:05:16Z</dcterms:created>
  <dcterms:modified xsi:type="dcterms:W3CDTF">2026-07-23T11:18:24Z</dcterms:modified>
</cp:coreProperties>
</file>
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embeddedFontLst>
    <p:embeddedFont>
      <p:font typeface="KoPub돋움체 Bold" panose="00000800000000000000" pitchFamily="2" charset="-127"/>
      <p:bold r:id="rId41"/>
    </p:embeddedFont>
    <p:embeddedFont>
      <p:font typeface="KoPub돋움체 Medium" panose="00000600000000000000" pitchFamily="2" charset="-127"/>
      <p:regular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43"/>
            <p14:sldId id="619"/>
            <p14:sldId id="618"/>
            <p14:sldId id="639"/>
            <p14:sldId id="656"/>
            <p14:sldId id="657"/>
            <p14:sldId id="644"/>
            <p14:sldId id="678"/>
            <p14:sldId id="648"/>
            <p14:sldId id="679"/>
            <p14:sldId id="642"/>
            <p14:sldId id="680"/>
            <p14:sldId id="645"/>
            <p14:sldId id="646"/>
            <p14:sldId id="662"/>
            <p14:sldId id="652"/>
            <p14:sldId id="655"/>
            <p14:sldId id="677"/>
            <p14:sldId id="682"/>
            <p14:sldId id="675"/>
            <p14:sldId id="487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47"/>
            <p14:sldId id="674"/>
            <p14:sldId id="673"/>
            <p14:sldId id="672"/>
            <p14:sldId id="649"/>
            <p14:sldId id="650"/>
            <p14:sldId id="68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40" Type="http://schemas.openxmlformats.org/officeDocument/2006/relationships/notesMaster" Target="notesMasters/notesMaster1.xml"/><Relationship Id="rId41" Type="http://schemas.openxmlformats.org/officeDocument/2006/relationships/font" Target="fonts/font1.fntdata"/><Relationship Id="rId42" Type="http://schemas.openxmlformats.org/officeDocument/2006/relationships/font" Target="fonts/font2.fntdata"/><Relationship Id="rId43" Type="http://schemas.openxmlformats.org/officeDocument/2006/relationships/commentAuthors" Target="commentAuthors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8-14T01:12:23.188" v="3239" actId="368"/>
      <pc:docMkLst>
        <pc:docMk/>
      </pc:docMkLst>
      <pc:sldChg chg="modSp mod modNotes modNotesTx">
        <pc:chgData name="janghoon jun" userId="056a5883350c2f5e" providerId="LiveId" clId="{6DA654A6-03B0-40F7-A259-B276216985A6}" dt="2026-08-14T01:12:23.116" v="3165" actId="368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8-14T01:11:00.613" v="3163" actId="20577"/>
          <ac:spMkLst>
            <pc:docMk/>
            <pc:sldMk cId="0" sldId="256"/>
            <ac:spMk id="3" creationId="{00000000-0000-0000-0000-000000000000}"/>
          </ac:spMkLst>
        </pc:spChg>
      </pc:sldChg>
      <pc:sldChg chg="add modNotes">
        <pc:chgData name="janghoon jun" userId="056a5883350c2f5e" providerId="LiveId" clId="{6DA654A6-03B0-40F7-A259-B276216985A6}" dt="2026-08-14T01:12:23.157" v="3207" actId="368"/>
        <pc:sldMkLst>
          <pc:docMk/>
          <pc:sldMk cId="0" sldId="487"/>
        </pc:sldMkLst>
      </pc:sldChg>
      <pc:sldChg chg="modSp add del mod ord modNotes">
        <pc:chgData name="janghoon jun" userId="056a5883350c2f5e" providerId="LiveId" clId="{6DA654A6-03B0-40F7-A259-B276216985A6}" dt="2026-08-14T01:12:23.116" v="3171" actId="368"/>
        <pc:sldMkLst>
          <pc:docMk/>
          <pc:sldMk cId="1829245646" sldId="618"/>
        </pc:sldMkLst>
        <pc:spChg chg="mod">
          <ac:chgData name="janghoon jun" userId="056a5883350c2f5e" providerId="LiveId" clId="{6DA654A6-03B0-40F7-A259-B276216985A6}" dt="2026-08-11T06:07:00.208" v="1912" actId="20577"/>
          <ac:spMkLst>
            <pc:docMk/>
            <pc:sldMk cId="1829245646" sldId="618"/>
            <ac:spMk id="2" creationId="{10583BFE-B078-9DD0-5E70-CD302E754468}"/>
          </ac:spMkLst>
        </pc:spChg>
        <pc:spChg chg="mod">
          <ac:chgData name="janghoon jun" userId="056a5883350c2f5e" providerId="LiveId" clId="{6DA654A6-03B0-40F7-A259-B276216985A6}" dt="2026-08-11T07:28:17.342" v="2125" actId="27636"/>
          <ac:spMkLst>
            <pc:docMk/>
            <pc:sldMk cId="1829245646" sldId="618"/>
            <ac:spMk id="3" creationId="{82EC716A-D4ED-F5EE-665C-D3BACD5FC59D}"/>
          </ac:spMkLst>
        </pc:spChg>
        <pc:spChg chg="mod">
          <ac:chgData name="janghoon jun" userId="056a5883350c2f5e" providerId="LiveId" clId="{6DA654A6-03B0-40F7-A259-B276216985A6}" dt="2026-08-11T08:08:23.369" v="2240" actId="6549"/>
          <ac:spMkLst>
            <pc:docMk/>
            <pc:sldMk cId="1829245646" sldId="618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8-12T08:08:49.670" v="2925" actId="20577"/>
          <ac:spMkLst>
            <pc:docMk/>
            <pc:sldMk cId="1829245646" sldId="618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8-11T08:08:34.310" v="2247" actId="20577"/>
          <ac:spMkLst>
            <pc:docMk/>
            <pc:sldMk cId="1829245646" sldId="618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8-11T08:08:41.922" v="2252" actId="20577"/>
          <ac:spMkLst>
            <pc:docMk/>
            <pc:sldMk cId="1829245646" sldId="618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8-11T08:09:03.059" v="2259" actId="20577"/>
          <ac:spMkLst>
            <pc:docMk/>
            <pc:sldMk cId="1829245646" sldId="618"/>
            <ac:spMk id="13" creationId="{00000000-0000-0000-0000-000000000000}"/>
          </ac:spMkLst>
        </pc:spChg>
      </pc:sldChg>
      <pc:sldChg chg="delSp modSp mod ord modNotes">
        <pc:chgData name="janghoon jun" userId="056a5883350c2f5e" providerId="LiveId" clId="{6DA654A6-03B0-40F7-A259-B276216985A6}" dt="2026-08-14T01:12:23.116" v="3169" actId="368"/>
        <pc:sldMkLst>
          <pc:docMk/>
          <pc:sldMk cId="1017926003" sldId="619"/>
        </pc:sldMkLst>
        <pc:spChg chg="mod">
          <ac:chgData name="janghoon jun" userId="056a5883350c2f5e" providerId="LiveId" clId="{6DA654A6-03B0-40F7-A259-B276216985A6}" dt="2026-08-11T01:09:23.825" v="989" actId="20577"/>
          <ac:spMkLst>
            <pc:docMk/>
            <pc:sldMk cId="1017926003" sldId="619"/>
            <ac:spMk id="2" creationId="{CE6E9E3E-AFF8-62AC-4EA4-BF05B744AC16}"/>
          </ac:spMkLst>
        </pc:spChg>
        <pc:spChg chg="mod">
          <ac:chgData name="janghoon jun" userId="056a5883350c2f5e" providerId="LiveId" clId="{6DA654A6-03B0-40F7-A259-B276216985A6}" dt="2026-08-12T07:19:55.820" v="2737" actId="20577"/>
          <ac:spMkLst>
            <pc:docMk/>
            <pc:sldMk cId="1017926003" sldId="619"/>
            <ac:spMk id="6" creationId="{E206159C-9527-2D31-7009-C6960E14B76C}"/>
          </ac:spMkLst>
        </pc:spChg>
      </pc:sldChg>
      <pc:sldChg chg="addSp delSp modSp mod modNotes">
        <pc:chgData name="janghoon jun" userId="056a5883350c2f5e" providerId="LiveId" clId="{6DA654A6-03B0-40F7-A259-B276216985A6}" dt="2026-08-14T01:12:23.125" v="3173" actId="368"/>
        <pc:sldMkLst>
          <pc:docMk/>
          <pc:sldMk cId="0" sldId="639"/>
        </pc:sldMkLst>
        <pc:spChg chg="mod">
          <ac:chgData name="janghoon jun" userId="056a5883350c2f5e" providerId="LiveId" clId="{6DA654A6-03B0-40F7-A259-B276216985A6}" dt="2026-08-11T07:10:02.385" v="2122" actId="20577"/>
          <ac:spMkLst>
            <pc:docMk/>
            <pc:sldMk cId="0" sldId="639"/>
            <ac:spMk id="2" creationId="{00000000-0000-0000-0000-000000000000}"/>
          </ac:spMkLst>
        </pc:spChg>
        <pc:spChg chg="add mod">
          <ac:chgData name="janghoon jun" userId="056a5883350c2f5e" providerId="LiveId" clId="{6DA654A6-03B0-40F7-A259-B276216985A6}" dt="2026-08-11T02:22:08.634" v="1339" actId="164"/>
          <ac:spMkLst>
            <pc:docMk/>
            <pc:sldMk cId="0" sldId="639"/>
            <ac:spMk id="9" creationId="{0253F55B-18BD-45DE-AECC-CF26E4F04D68}"/>
          </ac:spMkLst>
        </pc:spChg>
        <pc:spChg chg="add mod">
          <ac:chgData name="janghoon jun" userId="056a5883350c2f5e" providerId="LiveId" clId="{6DA654A6-03B0-40F7-A259-B276216985A6}" dt="2026-08-11T02:22:08.634" v="1339" actId="164"/>
          <ac:spMkLst>
            <pc:docMk/>
            <pc:sldMk cId="0" sldId="639"/>
            <ac:spMk id="11" creationId="{1D877127-0733-F07D-6491-3C0F0BB22608}"/>
          </ac:spMkLst>
        </pc:spChg>
        <pc:spChg chg="add mod">
          <ac:chgData name="janghoon jun" userId="056a5883350c2f5e" providerId="LiveId" clId="{6DA654A6-03B0-40F7-A259-B276216985A6}" dt="2026-08-11T02:22:08.634" v="1339" actId="164"/>
          <ac:spMkLst>
            <pc:docMk/>
            <pc:sldMk cId="0" sldId="639"/>
            <ac:spMk id="13" creationId="{782A3CE4-38D2-0166-ED38-610E31C2933A}"/>
          </ac:spMkLst>
        </pc:spChg>
        <pc:spChg chg="add mod">
          <ac:chgData name="janghoon jun" userId="056a5883350c2f5e" providerId="LiveId" clId="{6DA654A6-03B0-40F7-A259-B276216985A6}" dt="2026-08-11T02:22:08.634" v="1339" actId="164"/>
          <ac:spMkLst>
            <pc:docMk/>
            <pc:sldMk cId="0" sldId="639"/>
            <ac:spMk id="14" creationId="{2D5146B1-E509-DA31-B0E6-31D308E40D9E}"/>
          </ac:spMkLst>
        </pc:spChg>
        <pc:spChg chg="add mod">
          <ac:chgData name="janghoon jun" userId="056a5883350c2f5e" providerId="LiveId" clId="{6DA654A6-03B0-40F7-A259-B276216985A6}" dt="2026-08-11T02:24:47.684" v="1364" actId="20577"/>
          <ac:spMkLst>
            <pc:docMk/>
            <pc:sldMk cId="0" sldId="639"/>
            <ac:spMk id="15" creationId="{83CECA00-D6CA-E868-B931-159A71CE4FAA}"/>
          </ac:spMkLst>
        </pc:spChg>
        <pc:spChg chg="add mod">
          <ac:chgData name="janghoon jun" userId="056a5883350c2f5e" providerId="LiveId" clId="{6DA654A6-03B0-40F7-A259-B276216985A6}" dt="2026-08-11T02:25:36.883" v="1390" actId="20577"/>
          <ac:spMkLst>
            <pc:docMk/>
            <pc:sldMk cId="0" sldId="639"/>
            <ac:spMk id="16" creationId="{B8EC75BE-A74F-6C65-B8E4-FC2CB5EF0F87}"/>
          </ac:spMkLst>
        </pc:spChg>
        <pc:spChg chg="add mod">
          <ac:chgData name="janghoon jun" userId="056a5883350c2f5e" providerId="LiveId" clId="{6DA654A6-03B0-40F7-A259-B276216985A6}" dt="2026-08-11T02:24:58.546" v="1372" actId="20577"/>
          <ac:spMkLst>
            <pc:docMk/>
            <pc:sldMk cId="0" sldId="639"/>
            <ac:spMk id="17" creationId="{6D2F3726-2002-FD36-FBDB-15555A3E99DA}"/>
          </ac:spMkLst>
        </pc:spChg>
        <pc:spChg chg="add mod">
          <ac:chgData name="janghoon jun" userId="056a5883350c2f5e" providerId="LiveId" clId="{6DA654A6-03B0-40F7-A259-B276216985A6}" dt="2026-08-11T02:25:40.077" v="1392" actId="20577"/>
          <ac:spMkLst>
            <pc:docMk/>
            <pc:sldMk cId="0" sldId="639"/>
            <ac:spMk id="19" creationId="{D023BBC9-3256-9607-822D-2B4FDB8AE003}"/>
          </ac:spMkLst>
        </pc:spChg>
        <pc:spChg chg="add mod">
          <ac:chgData name="janghoon jun" userId="056a5883350c2f5e" providerId="LiveId" clId="{6DA654A6-03B0-40F7-A259-B276216985A6}" dt="2026-08-11T02:24:53.295" v="1368" actId="20577"/>
          <ac:spMkLst>
            <pc:docMk/>
            <pc:sldMk cId="0" sldId="639"/>
            <ac:spMk id="20" creationId="{4453AB73-4C4D-45C4-ABDE-6B22231F0336}"/>
          </ac:spMkLst>
        </pc:spChg>
        <pc:spChg chg="add mod">
          <ac:chgData name="janghoon jun" userId="056a5883350c2f5e" providerId="LiveId" clId="{6DA654A6-03B0-40F7-A259-B276216985A6}" dt="2026-08-11T02:24:55.804" v="1370" actId="20577"/>
          <ac:spMkLst>
            <pc:docMk/>
            <pc:sldMk cId="0" sldId="639"/>
            <ac:spMk id="21" creationId="{D9A03694-4BB5-5613-47C8-E888368FDB74}"/>
          </ac:spMkLst>
        </pc:spChg>
        <pc:grpChg chg="add mod">
          <ac:chgData name="janghoon jun" userId="056a5883350c2f5e" providerId="LiveId" clId="{6DA654A6-03B0-40F7-A259-B276216985A6}" dt="2026-08-11T02:25:08.140" v="1375" actId="164"/>
          <ac:grpSpMkLst>
            <pc:docMk/>
            <pc:sldMk cId="0" sldId="639"/>
            <ac:grpSpMk id="22" creationId="{F2EBF50B-2956-82B9-2636-06EBADD501D7}"/>
          </ac:grpSpMkLst>
        </pc:grpChg>
        <pc:grpChg chg="add mod">
          <ac:chgData name="janghoon jun" userId="056a5883350c2f5e" providerId="LiveId" clId="{6DA654A6-03B0-40F7-A259-B276216985A6}" dt="2026-08-11T02:25:08.140" v="1375" actId="164"/>
          <ac:grpSpMkLst>
            <pc:docMk/>
            <pc:sldMk cId="0" sldId="639"/>
            <ac:grpSpMk id="23" creationId="{19F931D5-6188-D763-D0AD-3CA03B487E0B}"/>
          </ac:grpSpMkLst>
        </pc:grpChg>
        <pc:grpChg chg="add mod">
          <ac:chgData name="janghoon jun" userId="056a5883350c2f5e" providerId="LiveId" clId="{6DA654A6-03B0-40F7-A259-B276216985A6}" dt="2026-08-11T02:25:08.140" v="1375" actId="164"/>
          <ac:grpSpMkLst>
            <pc:docMk/>
            <pc:sldMk cId="0" sldId="639"/>
            <ac:grpSpMk id="33" creationId="{227B7E22-784E-BE62-57A7-A0C3E36AFB9B}"/>
          </ac:grpSpMkLst>
        </pc:grpChg>
        <pc:grpChg chg="add mod">
          <ac:chgData name="janghoon jun" userId="056a5883350c2f5e" providerId="LiveId" clId="{6DA654A6-03B0-40F7-A259-B276216985A6}" dt="2026-08-11T02:25:10.391" v="1376" actId="1076"/>
          <ac:grpSpMkLst>
            <pc:docMk/>
            <pc:sldMk cId="0" sldId="639"/>
            <ac:grpSpMk id="34" creationId="{883B793A-4403-E915-B8D5-23604C94FF76}"/>
          </ac:grpSpMkLst>
        </pc:grpChg>
        <pc:cxnChg chg="add mod">
          <ac:chgData name="janghoon jun" userId="056a5883350c2f5e" providerId="LiveId" clId="{6DA654A6-03B0-40F7-A259-B276216985A6}" dt="2026-08-11T02:24:13.157" v="1360" actId="164"/>
          <ac:cxnSpMkLst>
            <pc:docMk/>
            <pc:sldMk cId="0" sldId="639"/>
            <ac:cxnSpMk id="25" creationId="{41950BF1-4333-A19D-4DE5-5199A6FD933D}"/>
          </ac:cxnSpMkLst>
        </pc:cxnChg>
        <pc:cxnChg chg="add mod">
          <ac:chgData name="janghoon jun" userId="056a5883350c2f5e" providerId="LiveId" clId="{6DA654A6-03B0-40F7-A259-B276216985A6}" dt="2026-08-11T02:24:13.157" v="1360" actId="164"/>
          <ac:cxnSpMkLst>
            <pc:docMk/>
            <pc:sldMk cId="0" sldId="639"/>
            <ac:cxnSpMk id="26" creationId="{4E9F5CFE-91BB-D86C-659D-0DAA4BC669D9}"/>
          </ac:cxnSpMkLst>
        </pc:cxnChg>
        <pc:cxnChg chg="add mod">
          <ac:chgData name="janghoon jun" userId="056a5883350c2f5e" providerId="LiveId" clId="{6DA654A6-03B0-40F7-A259-B276216985A6}" dt="2026-08-11T02:24:13.157" v="1360" actId="164"/>
          <ac:cxnSpMkLst>
            <pc:docMk/>
            <pc:sldMk cId="0" sldId="639"/>
            <ac:cxnSpMk id="27" creationId="{AEC12111-5B1F-6C24-4905-13B3193ECA82}"/>
          </ac:cxnSpMkLst>
        </pc:cxnChg>
        <pc:cxnChg chg="add mod">
          <ac:chgData name="janghoon jun" userId="056a5883350c2f5e" providerId="LiveId" clId="{6DA654A6-03B0-40F7-A259-B276216985A6}" dt="2026-08-11T02:24:13.157" v="1360" actId="164"/>
          <ac:cxnSpMkLst>
            <pc:docMk/>
            <pc:sldMk cId="0" sldId="639"/>
            <ac:cxnSpMk id="29" creationId="{13578028-2A6C-2090-34AF-F5FE5C00DDAC}"/>
          </ac:cxnSpMkLst>
        </pc:cxnChg>
      </pc:sldChg>
      <pc:sldChg chg="addSp delSp modSp mod chgLayout modNotes">
        <pc:chgData name="janghoon jun" userId="056a5883350c2f5e" providerId="LiveId" clId="{6DA654A6-03B0-40F7-A259-B276216985A6}" dt="2026-08-14T01:12:23.141" v="3187" actId="368"/>
        <pc:sldMkLst>
          <pc:docMk/>
          <pc:sldMk cId="0" sldId="642"/>
        </pc:sldMkLst>
        <pc:spChg chg="mod ord">
          <ac:chgData name="janghoon jun" userId="056a5883350c2f5e" providerId="LiveId" clId="{6DA654A6-03B0-40F7-A259-B276216985A6}" dt="2026-08-11T05:28:14.646" v="1663" actId="700"/>
          <ac:spMkLst>
            <pc:docMk/>
            <pc:sldMk cId="0" sldId="642"/>
            <ac:spMk id="2" creationId="{00000000-0000-0000-0000-000000000000}"/>
          </ac:spMkLst>
        </pc:spChg>
        <pc:spChg chg="add mod ord">
          <ac:chgData name="janghoon jun" userId="056a5883350c2f5e" providerId="LiveId" clId="{6DA654A6-03B0-40F7-A259-B276216985A6}" dt="2026-08-11T05:28:15.537" v="1664"/>
          <ac:spMkLst>
            <pc:docMk/>
            <pc:sldMk cId="0" sldId="642"/>
            <ac:spMk id="3" creationId="{EBCFF373-5089-FB1F-F514-8914F85B8B37}"/>
          </ac:spMkLst>
        </pc:spChg>
        <pc:spChg chg="mod ord">
          <ac:chgData name="janghoon jun" userId="056a5883350c2f5e" providerId="LiveId" clId="{6DA654A6-03B0-40F7-A259-B276216985A6}" dt="2026-08-11T05:28:14.646" v="1663" actId="700"/>
          <ac:spMkLst>
            <pc:docMk/>
            <pc:sldMk cId="0" sldId="642"/>
            <ac:spMk id="5" creationId="{A2EFD9E8-7DD0-592E-3859-A844DA66AE7C}"/>
          </ac:spMkLst>
        </pc:spChg>
        <pc:picChg chg="add mod">
          <ac:chgData name="janghoon jun" userId="056a5883350c2f5e" providerId="LiveId" clId="{6DA654A6-03B0-40F7-A259-B276216985A6}" dt="2026-08-11T06:32:21.975" v="1952" actId="1076"/>
          <ac:picMkLst>
            <pc:docMk/>
            <pc:sldMk cId="0" sldId="642"/>
            <ac:picMk id="7" creationId="{F6BB4F3E-4005-ED8F-E741-318E5480C4C1}"/>
          </ac:picMkLst>
        </pc:picChg>
      </pc:sldChg>
      <pc:sldChg chg="addSp delSp modSp add mod ord modNotes modNotesTx">
        <pc:chgData name="janghoon jun" userId="056a5883350c2f5e" providerId="LiveId" clId="{6DA654A6-03B0-40F7-A259-B276216985A6}" dt="2026-08-14T01:12:23.116" v="3167" actId="368"/>
        <pc:sldMkLst>
          <pc:docMk/>
          <pc:sldMk cId="4186292439" sldId="643"/>
        </pc:sldMkLst>
        <pc:spChg chg="add mod">
          <ac:chgData name="janghoon jun" userId="056a5883350c2f5e" providerId="LiveId" clId="{6DA654A6-03B0-40F7-A259-B276216985A6}" dt="2026-08-12T07:18:45.515" v="2732" actId="20577"/>
          <ac:spMkLst>
            <pc:docMk/>
            <pc:sldMk cId="4186292439" sldId="643"/>
            <ac:spMk id="6" creationId="{D98B7DAF-1ED7-D645-9CAA-09C1CC8E5F2B}"/>
          </ac:spMkLst>
        </pc:spChg>
      </pc:sldChg>
      <pc:sldChg chg="addSp delSp modSp mod modNotes">
        <pc:chgData name="janghoon jun" userId="056a5883350c2f5e" providerId="LiveId" clId="{6DA654A6-03B0-40F7-A259-B276216985A6}" dt="2026-08-14T01:12:23.125" v="3179" actId="368"/>
        <pc:sldMkLst>
          <pc:docMk/>
          <pc:sldMk cId="0" sldId="644"/>
        </pc:sldMkLst>
        <pc:spChg chg="add mod">
          <ac:chgData name="janghoon jun" userId="056a5883350c2f5e" providerId="LiveId" clId="{6DA654A6-03B0-40F7-A259-B276216985A6}" dt="2026-08-11T06:24:34.125" v="1948" actId="113"/>
          <ac:spMkLst>
            <pc:docMk/>
            <pc:sldMk cId="0" sldId="644"/>
            <ac:spMk id="6" creationId="{8AA5E23D-DE3F-9EFA-95F6-5441B0BC13B8}"/>
          </ac:spMkLst>
        </pc:spChg>
      </pc:sldChg>
      <pc:sldChg chg="addSp delSp modSp add mod chgLayout modNotes">
        <pc:chgData name="janghoon jun" userId="056a5883350c2f5e" providerId="LiveId" clId="{6DA654A6-03B0-40F7-A259-B276216985A6}" dt="2026-08-14T01:12:23.141" v="3191" actId="368"/>
        <pc:sldMkLst>
          <pc:docMk/>
          <pc:sldMk cId="238947098" sldId="645"/>
        </pc:sldMkLst>
        <pc:spChg chg="mod ord">
          <ac:chgData name="janghoon jun" userId="056a5883350c2f5e" providerId="LiveId" clId="{6DA654A6-03B0-40F7-A259-B276216985A6}" dt="2026-08-11T05:28:33.488" v="1671" actId="700"/>
          <ac:spMkLst>
            <pc:docMk/>
            <pc:sldMk cId="238947098" sldId="645"/>
            <ac:spMk id="2" creationId="{D13306CA-89C7-7F7D-03C5-684FB83AB6FD}"/>
          </ac:spMkLst>
        </pc:spChg>
        <pc:spChg chg="add mod ord">
          <ac:chgData name="janghoon jun" userId="056a5883350c2f5e" providerId="LiveId" clId="{6DA654A6-03B0-40F7-A259-B276216985A6}" dt="2026-08-11T05:28:36.154" v="1673" actId="5793"/>
          <ac:spMkLst>
            <pc:docMk/>
            <pc:sldMk cId="238947098" sldId="645"/>
            <ac:spMk id="3" creationId="{0ACEC089-FE04-C56D-D108-CDE3D287B3C8}"/>
          </ac:spMkLst>
        </pc:spChg>
        <pc:spChg chg="mod ord">
          <ac:chgData name="janghoon jun" userId="056a5883350c2f5e" providerId="LiveId" clId="{6DA654A6-03B0-40F7-A259-B276216985A6}" dt="2026-08-11T05:28:33.488" v="1671" actId="700"/>
          <ac:spMkLst>
            <pc:docMk/>
            <pc:sldMk cId="238947098" sldId="645"/>
            <ac:spMk id="5" creationId="{F4907320-11A9-6974-B509-B5DCD88C731A}"/>
          </ac:spMkLst>
        </pc:spChg>
        <pc:picChg chg="add mod">
          <ac:chgData name="janghoon jun" userId="056a5883350c2f5e" providerId="LiveId" clId="{6DA654A6-03B0-40F7-A259-B276216985A6}" dt="2026-08-11T05:49:24.197" v="1790" actId="1076"/>
          <ac:picMkLst>
            <pc:docMk/>
            <pc:sldMk cId="238947098" sldId="645"/>
            <ac:picMk id="6" creationId="{5E17E078-B434-EAA3-7AD0-981541F27D2C}"/>
          </ac:picMkLst>
        </pc:picChg>
      </pc:sldChg>
      <pc:sldChg chg="addSp delSp modSp add mod chgLayout modNotes">
        <pc:chgData name="janghoon jun" userId="056a5883350c2f5e" providerId="LiveId" clId="{6DA654A6-03B0-40F7-A259-B276216985A6}" dt="2026-08-14T01:12:23.141" v="3193" actId="368"/>
        <pc:sldMkLst>
          <pc:docMk/>
          <pc:sldMk cId="3356245462" sldId="646"/>
        </pc:sldMkLst>
        <pc:spChg chg="mod ord">
          <ac:chgData name="janghoon jun" userId="056a5883350c2f5e" providerId="LiveId" clId="{6DA654A6-03B0-40F7-A259-B276216985A6}" dt="2026-08-11T05:28:56.444" v="1681" actId="700"/>
          <ac:spMkLst>
            <pc:docMk/>
            <pc:sldMk cId="3356245462" sldId="646"/>
            <ac:spMk id="2" creationId="{EC1A4C9C-30A7-877B-09D5-380EA7D90C3B}"/>
          </ac:spMkLst>
        </pc:spChg>
        <pc:spChg chg="add mod ord">
          <ac:chgData name="janghoon jun" userId="056a5883350c2f5e" providerId="LiveId" clId="{6DA654A6-03B0-40F7-A259-B276216985A6}" dt="2026-08-11T05:28:57.851" v="1682"/>
          <ac:spMkLst>
            <pc:docMk/>
            <pc:sldMk cId="3356245462" sldId="646"/>
            <ac:spMk id="3" creationId="{FA86265E-B10E-5E84-E038-054C413571C0}"/>
          </ac:spMkLst>
        </pc:spChg>
        <pc:spChg chg="mod ord">
          <ac:chgData name="janghoon jun" userId="056a5883350c2f5e" providerId="LiveId" clId="{6DA654A6-03B0-40F7-A259-B276216985A6}" dt="2026-08-11T05:28:56.444" v="1681" actId="700"/>
          <ac:spMkLst>
            <pc:docMk/>
            <pc:sldMk cId="3356245462" sldId="646"/>
            <ac:spMk id="5" creationId="{9649B418-DBB0-7438-1C91-189174C44175}"/>
          </ac:spMkLst>
        </pc:spChg>
        <pc:picChg chg="add mod ord">
          <ac:chgData name="janghoon jun" userId="056a5883350c2f5e" providerId="LiveId" clId="{6DA654A6-03B0-40F7-A259-B276216985A6}" dt="2026-08-11T05:50:07.613" v="1803" actId="167"/>
          <ac:picMkLst>
            <pc:docMk/>
            <pc:sldMk cId="3356245462" sldId="646"/>
            <ac:picMk id="16" creationId="{69C58D33-A85F-92D0-CB55-E49A3B9F4771}"/>
          </ac:picMkLst>
        </pc:picChg>
      </pc:sldChg>
      <pc:sldChg chg="addSp delSp modSp add mod chgLayout modNotes">
        <pc:chgData name="janghoon jun" userId="056a5883350c2f5e" providerId="LiveId" clId="{6DA654A6-03B0-40F7-A259-B276216985A6}" dt="2026-08-14T01:12:23.172" v="3227" actId="368"/>
        <pc:sldMkLst>
          <pc:docMk/>
          <pc:sldMk cId="314155230" sldId="647"/>
        </pc:sldMkLst>
        <pc:spChg chg="mod ord">
          <ac:chgData name="janghoon jun" userId="056a5883350c2f5e" providerId="LiveId" clId="{6DA654A6-03B0-40F7-A259-B276216985A6}" dt="2026-08-11T07:04:06.198" v="2055" actId="57"/>
          <ac:spMkLst>
            <pc:docMk/>
            <pc:sldMk cId="314155230" sldId="647"/>
            <ac:spMk id="2" creationId="{B1605AFD-EC68-389C-E9A6-200D0AC777A1}"/>
          </ac:spMkLst>
        </pc:spChg>
        <pc:spChg chg="mod ord">
          <ac:chgData name="janghoon jun" userId="056a5883350c2f5e" providerId="LiveId" clId="{6DA654A6-03B0-40F7-A259-B276216985A6}" dt="2026-08-11T05:30:13.002" v="1711" actId="700"/>
          <ac:spMkLst>
            <pc:docMk/>
            <pc:sldMk cId="314155230" sldId="647"/>
            <ac:spMk id="5" creationId="{B8FF79DE-29E5-B5FE-7329-D985975A13E3}"/>
          </ac:spMkLst>
        </pc:spChg>
        <pc:picChg chg="add mod">
          <ac:chgData name="janghoon jun" userId="056a5883350c2f5e" providerId="LiveId" clId="{6DA654A6-03B0-40F7-A259-B276216985A6}" dt="2026-08-11T08:02:59.339" v="2190" actId="1076"/>
          <ac:picMkLst>
            <pc:docMk/>
            <pc:sldMk cId="314155230" sldId="647"/>
            <ac:picMk id="15" creationId="{5FBEC61A-81DB-2924-8A98-D2CBF8324C24}"/>
          </ac:picMkLst>
        </pc:picChg>
      </pc:sldChg>
      <pc:sldChg chg="addSp delSp modSp add mod chgLayout modNotes">
        <pc:chgData name="janghoon jun" userId="056a5883350c2f5e" providerId="LiveId" clId="{6DA654A6-03B0-40F7-A259-B276216985A6}" dt="2026-08-14T01:12:23.125" v="3183" actId="368"/>
        <pc:sldMkLst>
          <pc:docMk/>
          <pc:sldMk cId="3609397919" sldId="648"/>
        </pc:sldMkLst>
        <pc:spChg chg="mod ord">
          <ac:chgData name="janghoon jun" userId="056a5883350c2f5e" providerId="LiveId" clId="{6DA654A6-03B0-40F7-A259-B276216985A6}" dt="2026-08-11T05:28:01.056" v="1653" actId="700"/>
          <ac:spMkLst>
            <pc:docMk/>
            <pc:sldMk cId="3609397919" sldId="648"/>
            <ac:spMk id="2" creationId="{F8FF36A6-AA60-1728-7756-26591D320A2E}"/>
          </ac:spMkLst>
        </pc:spChg>
        <pc:spChg chg="add mod ord">
          <ac:chgData name="janghoon jun" userId="056a5883350c2f5e" providerId="LiveId" clId="{6DA654A6-03B0-40F7-A259-B276216985A6}" dt="2026-08-11T06:24:18.316" v="1944" actId="20577"/>
          <ac:spMkLst>
            <pc:docMk/>
            <pc:sldMk cId="3609397919" sldId="648"/>
            <ac:spMk id="3" creationId="{E047FE31-AF9B-8C72-A122-50755262CFFB}"/>
          </ac:spMkLst>
        </pc:spChg>
        <pc:picChg chg="add mod">
          <ac:chgData name="janghoon jun" userId="056a5883350c2f5e" providerId="LiveId" clId="{6DA654A6-03B0-40F7-A259-B276216985A6}" dt="2026-08-12T05:49:30.757" v="2295" actId="1036"/>
          <ac:picMkLst>
            <pc:docMk/>
            <pc:sldMk cId="3609397919" sldId="648"/>
            <ac:picMk id="5" creationId="{1581E541-F346-87FE-4B35-C9E1CFDF89E5}"/>
          </ac:picMkLst>
        </pc:picChg>
      </pc:sldChg>
      <pc:sldChg chg="addSp delSp modSp add mod chgLayout modNotes">
        <pc:chgData name="janghoon jun" userId="056a5883350c2f5e" providerId="LiveId" clId="{6DA654A6-03B0-40F7-A259-B276216985A6}" dt="2026-08-14T01:12:23.188" v="3235" actId="368"/>
        <pc:sldMkLst>
          <pc:docMk/>
          <pc:sldMk cId="369026705" sldId="649"/>
        </pc:sldMkLst>
        <pc:spChg chg="mod ord">
          <ac:chgData name="janghoon jun" userId="056a5883350c2f5e" providerId="LiveId" clId="{6DA654A6-03B0-40F7-A259-B276216985A6}" dt="2026-08-11T07:03:51.303" v="2045"/>
          <ac:spMkLst>
            <pc:docMk/>
            <pc:sldMk cId="369026705" sldId="649"/>
            <ac:spMk id="2" creationId="{F2AD29E3-FF73-D7CF-7E0A-1943CEA301BA}"/>
          </ac:spMkLst>
        </pc:spChg>
        <pc:spChg chg="mod ord">
          <ac:chgData name="janghoon jun" userId="056a5883350c2f5e" providerId="LiveId" clId="{6DA654A6-03B0-40F7-A259-B276216985A6}" dt="2026-08-11T05:30:37.926" v="1718" actId="700"/>
          <ac:spMkLst>
            <pc:docMk/>
            <pc:sldMk cId="369026705" sldId="649"/>
            <ac:spMk id="5" creationId="{949C181A-6B85-FAA8-44A0-677B59A73CB6}"/>
          </ac:spMkLst>
        </pc:spChg>
        <pc:picChg chg="add mod">
          <ac:chgData name="janghoon jun" userId="056a5883350c2f5e" providerId="LiveId" clId="{6DA654A6-03B0-40F7-A259-B276216985A6}" dt="2026-08-11T07:56:49.839" v="2171" actId="1076"/>
          <ac:picMkLst>
            <pc:docMk/>
            <pc:sldMk cId="369026705" sldId="649"/>
            <ac:picMk id="4" creationId="{F83E4A3C-1C5B-0AC3-3E34-1997AC2623EF}"/>
          </ac:picMkLst>
        </pc:picChg>
      </pc:sldChg>
      <pc:sldChg chg="addSp delSp modSp add mod chgLayout modNotes">
        <pc:chgData name="janghoon jun" userId="056a5883350c2f5e" providerId="LiveId" clId="{6DA654A6-03B0-40F7-A259-B276216985A6}" dt="2026-08-14T01:12:23.188" v="3237" actId="368"/>
        <pc:sldMkLst>
          <pc:docMk/>
          <pc:sldMk cId="191594372" sldId="650"/>
        </pc:sldMkLst>
        <pc:spChg chg="mod ord">
          <ac:chgData name="janghoon jun" userId="056a5883350c2f5e" providerId="LiveId" clId="{6DA654A6-03B0-40F7-A259-B276216985A6}" dt="2026-08-11T07:03:54.333" v="2046"/>
          <ac:spMkLst>
            <pc:docMk/>
            <pc:sldMk cId="191594372" sldId="650"/>
            <ac:spMk id="2" creationId="{7B75D371-FA4A-932B-DC99-8F9C36CC183D}"/>
          </ac:spMkLst>
        </pc:spChg>
        <pc:spChg chg="mod ord">
          <ac:chgData name="janghoon jun" userId="056a5883350c2f5e" providerId="LiveId" clId="{6DA654A6-03B0-40F7-A259-B276216985A6}" dt="2026-08-11T05:30:47.862" v="1725" actId="700"/>
          <ac:spMkLst>
            <pc:docMk/>
            <pc:sldMk cId="191594372" sldId="650"/>
            <ac:spMk id="5" creationId="{50511BC1-662D-DC89-C2D5-6B77B76F4C63}"/>
          </ac:spMkLst>
        </pc:spChg>
        <pc:picChg chg="add mod">
          <ac:chgData name="janghoon jun" userId="056a5883350c2f5e" providerId="LiveId" clId="{6DA654A6-03B0-40F7-A259-B276216985A6}" dt="2026-08-11T07:57:55.778" v="2183" actId="1076"/>
          <ac:picMkLst>
            <pc:docMk/>
            <pc:sldMk cId="191594372" sldId="650"/>
            <ac:picMk id="12" creationId="{71D52B69-5B4A-B7F9-6ECC-E0CD15213088}"/>
          </ac:picMkLst>
        </pc:picChg>
      </pc:sldChg>
      <pc:sldChg chg="addSp delSp modSp add mod chgLayout modNotes">
        <pc:chgData name="janghoon jun" userId="056a5883350c2f5e" providerId="LiveId" clId="{6DA654A6-03B0-40F7-A259-B276216985A6}" dt="2026-08-14T01:12:23.141" v="3197" actId="368"/>
        <pc:sldMkLst>
          <pc:docMk/>
          <pc:sldMk cId="3101624389" sldId="652"/>
        </pc:sldMkLst>
        <pc:spChg chg="mod ord">
          <ac:chgData name="janghoon jun" userId="056a5883350c2f5e" providerId="LiveId" clId="{6DA654A6-03B0-40F7-A259-B276216985A6}" dt="2026-08-11T05:29:29.419" v="1693" actId="700"/>
          <ac:spMkLst>
            <pc:docMk/>
            <pc:sldMk cId="3101624389" sldId="652"/>
            <ac:spMk id="2" creationId="{8AAFF716-57A0-660B-CE4C-131F3C3DA04B}"/>
          </ac:spMkLst>
        </pc:spChg>
        <pc:spChg chg="add mod ord">
          <ac:chgData name="janghoon jun" userId="056a5883350c2f5e" providerId="LiveId" clId="{6DA654A6-03B0-40F7-A259-B276216985A6}" dt="2026-08-12T06:06:02.357" v="2348" actId="20577"/>
          <ac:spMkLst>
            <pc:docMk/>
            <pc:sldMk cId="3101624389" sldId="652"/>
            <ac:spMk id="3" creationId="{DAB84F8A-5C4E-4A7A-CF57-1539F1F2C7BB}"/>
          </ac:spMkLst>
        </pc:spChg>
        <pc:spChg chg="mod ord">
          <ac:chgData name="janghoon jun" userId="056a5883350c2f5e" providerId="LiveId" clId="{6DA654A6-03B0-40F7-A259-B276216985A6}" dt="2026-08-11T05:29:29.419" v="1693" actId="700"/>
          <ac:spMkLst>
            <pc:docMk/>
            <pc:sldMk cId="3101624389" sldId="652"/>
            <ac:spMk id="5" creationId="{4EE40B8F-76DC-8DB4-8345-E91D95C86D64}"/>
          </ac:spMkLst>
        </pc:spChg>
        <pc:picChg chg="add mod">
          <ac:chgData name="janghoon jun" userId="056a5883350c2f5e" providerId="LiveId" clId="{6DA654A6-03B0-40F7-A259-B276216985A6}" dt="2026-08-11T05:38:42.227" v="1754" actId="1076"/>
          <ac:picMkLst>
            <pc:docMk/>
            <pc:sldMk cId="3101624389" sldId="652"/>
            <ac:picMk id="6" creationId="{1E6A67C4-8084-B2FB-E7B6-122E05D9FCBC}"/>
          </ac:picMkLst>
        </pc:picChg>
      </pc:sldChg>
      <pc:sldChg chg="addSp delSp modSp mod chgLayout modNotes">
        <pc:chgData name="janghoon jun" userId="056a5883350c2f5e" providerId="LiveId" clId="{6DA654A6-03B0-40F7-A259-B276216985A6}" dt="2026-08-14T01:12:23.141" v="3199" actId="368"/>
        <pc:sldMkLst>
          <pc:docMk/>
          <pc:sldMk cId="0" sldId="655"/>
        </pc:sldMkLst>
        <pc:spChg chg="mod ord">
          <ac:chgData name="janghoon jun" userId="056a5883350c2f5e" providerId="LiveId" clId="{6DA654A6-03B0-40F7-A259-B276216985A6}" dt="2026-08-11T05:30:01.633" v="1704" actId="700"/>
          <ac:spMkLst>
            <pc:docMk/>
            <pc:sldMk cId="0" sldId="655"/>
            <ac:spMk id="2" creationId="{00000000-0000-0000-0000-000000000000}"/>
          </ac:spMkLst>
        </pc:spChg>
        <pc:spChg chg="mod ord">
          <ac:chgData name="janghoon jun" userId="056a5883350c2f5e" providerId="LiveId" clId="{6DA654A6-03B0-40F7-A259-B276216985A6}" dt="2026-08-11T05:30:01.633" v="1704" actId="700"/>
          <ac:spMkLst>
            <pc:docMk/>
            <pc:sldMk cId="0" sldId="655"/>
            <ac:spMk id="5" creationId="{6ACFA5B2-A85A-A4F5-ECB0-6B61F784523A}"/>
          </ac:spMkLst>
        </pc:spChg>
        <pc:spChg chg="add mod ord">
          <ac:chgData name="janghoon jun" userId="056a5883350c2f5e" providerId="LiveId" clId="{6DA654A6-03B0-40F7-A259-B276216985A6}" dt="2026-08-11T05:30:04.115" v="1707" actId="20577"/>
          <ac:spMkLst>
            <pc:docMk/>
            <pc:sldMk cId="0" sldId="655"/>
            <ac:spMk id="6" creationId="{782D2F0C-10EB-95CB-CACA-D47F5B372037}"/>
          </ac:spMkLst>
        </pc:spChg>
        <pc:picChg chg="add mod">
          <ac:chgData name="janghoon jun" userId="056a5883350c2f5e" providerId="LiveId" clId="{6DA654A6-03B0-40F7-A259-B276216985A6}" dt="2026-08-11T05:39:13.562" v="1764" actId="1076"/>
          <ac:picMkLst>
            <pc:docMk/>
            <pc:sldMk cId="0" sldId="655"/>
            <ac:picMk id="14" creationId="{0A46B985-55E2-871D-E7CC-B8079CE2CAA1}"/>
          </ac:picMkLst>
        </pc:picChg>
      </pc:sldChg>
      <pc:sldChg chg="modSp mod modNotes">
        <pc:chgData name="janghoon jun" userId="056a5883350c2f5e" providerId="LiveId" clId="{6DA654A6-03B0-40F7-A259-B276216985A6}" dt="2026-08-14T01:12:23.125" v="3175" actId="368"/>
        <pc:sldMkLst>
          <pc:docMk/>
          <pc:sldMk cId="0" sldId="656"/>
        </pc:sldMkLst>
        <pc:spChg chg="mod">
          <ac:chgData name="janghoon jun" userId="056a5883350c2f5e" providerId="LiveId" clId="{6DA654A6-03B0-40F7-A259-B276216985A6}" dt="2026-08-11T06:08:57.296" v="1919" actId="6549"/>
          <ac:spMkLst>
            <pc:docMk/>
            <pc:sldMk cId="0" sldId="656"/>
            <ac:spMk id="3" creationId="{00000000-0000-0000-0000-000000000000}"/>
          </ac:spMkLst>
        </pc:spChg>
        <pc:picChg chg="mod modCrop">
          <ac:chgData name="janghoon jun" userId="056a5883350c2f5e" providerId="LiveId" clId="{6DA654A6-03B0-40F7-A259-B276216985A6}" dt="2026-08-11T06:08:17.112" v="1917" actId="1076"/>
          <ac:picMkLst>
            <pc:docMk/>
            <pc:sldMk cId="0" sldId="656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25" v="3177" actId="368"/>
        <pc:sldMkLst>
          <pc:docMk/>
          <pc:sldMk cId="0" sldId="657"/>
        </pc:sldMkLst>
        <pc:spChg chg="mod">
          <ac:chgData name="janghoon jun" userId="056a5883350c2f5e" providerId="LiveId" clId="{6DA654A6-03B0-40F7-A259-B276216985A6}" dt="2026-08-13T05:07:43.021" v="3158" actId="113"/>
          <ac:spMkLst>
            <pc:docMk/>
            <pc:sldMk cId="0" sldId="657"/>
            <ac:spMk id="3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8-13T05:04:38.869" v="3123" actId="478"/>
          <ac:grpSpMkLst>
            <pc:docMk/>
            <pc:sldMk cId="0" sldId="657"/>
            <ac:grpSpMk id="10" creationId="{8C1253C6-0D03-FA26-C1B0-EC3F66715C85}"/>
          </ac:grpSpMkLst>
        </pc:grpChg>
        <pc:grpChg chg="add mod">
          <ac:chgData name="janghoon jun" userId="056a5883350c2f5e" providerId="LiveId" clId="{6DA654A6-03B0-40F7-A259-B276216985A6}" dt="2026-08-13T05:07:47.441" v="3159" actId="1076"/>
          <ac:grpSpMkLst>
            <pc:docMk/>
            <pc:sldMk cId="0" sldId="657"/>
            <ac:grpSpMk id="13" creationId="{A4EDA582-2530-3FB2-D4E3-1FD88E8584AE}"/>
          </ac:grpSpMkLst>
        </pc:grpChg>
        <pc:picChg chg="mod modCrop">
          <ac:chgData name="janghoon jun" userId="056a5883350c2f5e" providerId="LiveId" clId="{6DA654A6-03B0-40F7-A259-B276216985A6}" dt="2026-08-13T05:07:47.441" v="3159" actId="1076"/>
          <ac:picMkLst>
            <pc:docMk/>
            <pc:sldMk cId="0" sldId="657"/>
            <ac:picMk id="5" creationId="{00000000-0000-0000-0000-000000000000}"/>
          </ac:picMkLst>
        </pc:picChg>
        <pc:picChg chg="add mod ord modCrop">
          <ac:chgData name="janghoon jun" userId="056a5883350c2f5e" providerId="LiveId" clId="{6DA654A6-03B0-40F7-A259-B276216985A6}" dt="2026-08-13T05:06:24.438" v="3144" actId="1036"/>
          <ac:picMkLst>
            <pc:docMk/>
            <pc:sldMk cId="0" sldId="657"/>
            <ac:picMk id="8" creationId="{9D0EC982-C17D-C0B8-215C-123F64E385D1}"/>
          </ac:picMkLst>
        </pc:picChg>
        <pc:picChg chg="add mod modCrop">
          <ac:chgData name="janghoon jun" userId="056a5883350c2f5e" providerId="LiveId" clId="{6DA654A6-03B0-40F7-A259-B276216985A6}" dt="2026-08-13T05:06:19.914" v="3140" actId="1035"/>
          <ac:picMkLst>
            <pc:docMk/>
            <pc:sldMk cId="0" sldId="657"/>
            <ac:picMk id="12" creationId="{629B9525-7E44-1E93-2DAA-115FA7CB5D17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41" v="3195" actId="368"/>
        <pc:sldMkLst>
          <pc:docMk/>
          <pc:sldMk cId="0" sldId="662"/>
        </pc:sldMkLst>
        <pc:picChg chg="add mod">
          <ac:chgData name="janghoon jun" userId="056a5883350c2f5e" providerId="LiveId" clId="{6DA654A6-03B0-40F7-A259-B276216985A6}" dt="2026-08-11T08:05:06.614" v="2208" actId="1076"/>
          <ac:picMkLst>
            <pc:docMk/>
            <pc:sldMk cId="0" sldId="662"/>
            <ac:picMk id="6" creationId="{E8D454E9-2E26-3786-7365-E1518B27CBEC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57" v="3209" actId="368"/>
        <pc:sldMkLst>
          <pc:docMk/>
          <pc:sldMk cId="0" sldId="663"/>
        </pc:sldMkLst>
        <pc:picChg chg="mod">
          <ac:chgData name="janghoon jun" userId="056a5883350c2f5e" providerId="LiveId" clId="{6DA654A6-03B0-40F7-A259-B276216985A6}" dt="2026-08-11T06:56:06.213" v="1986" actId="1076"/>
          <ac:picMkLst>
            <pc:docMk/>
            <pc:sldMk cId="0" sldId="663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57" v="3211" actId="368"/>
        <pc:sldMkLst>
          <pc:docMk/>
          <pc:sldMk cId="0" sldId="664"/>
        </pc:sldMkLst>
        <pc:picChg chg="mod">
          <ac:chgData name="janghoon jun" userId="056a5883350c2f5e" providerId="LiveId" clId="{6DA654A6-03B0-40F7-A259-B276216985A6}" dt="2026-08-11T06:55:59.443" v="1983" actId="1076"/>
          <ac:picMkLst>
            <pc:docMk/>
            <pc:sldMk cId="0" sldId="664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57" v="3213" actId="368"/>
        <pc:sldMkLst>
          <pc:docMk/>
          <pc:sldMk cId="0" sldId="665"/>
        </pc:sldMkLst>
        <pc:picChg chg="mod">
          <ac:chgData name="janghoon jun" userId="056a5883350c2f5e" providerId="LiveId" clId="{6DA654A6-03B0-40F7-A259-B276216985A6}" dt="2026-08-11T06:55:52.797" v="1980" actId="1076"/>
          <ac:picMkLst>
            <pc:docMk/>
            <pc:sldMk cId="0" sldId="665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72" v="3215" actId="368"/>
        <pc:sldMkLst>
          <pc:docMk/>
          <pc:sldMk cId="0" sldId="666"/>
        </pc:sldMkLst>
        <pc:picChg chg="mod">
          <ac:chgData name="janghoon jun" userId="056a5883350c2f5e" providerId="LiveId" clId="{6DA654A6-03B0-40F7-A259-B276216985A6}" dt="2026-08-11T06:55:44.244" v="1977" actId="1076"/>
          <ac:picMkLst>
            <pc:docMk/>
            <pc:sldMk cId="0" sldId="666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72" v="3217" actId="368"/>
        <pc:sldMkLst>
          <pc:docMk/>
          <pc:sldMk cId="0" sldId="667"/>
        </pc:sldMkLst>
        <pc:picChg chg="mod">
          <ac:chgData name="janghoon jun" userId="056a5883350c2f5e" providerId="LiveId" clId="{6DA654A6-03B0-40F7-A259-B276216985A6}" dt="2026-08-11T06:55:31.457" v="1974" actId="1076"/>
          <ac:picMkLst>
            <pc:docMk/>
            <pc:sldMk cId="0" sldId="667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72" v="3219" actId="368"/>
        <pc:sldMkLst>
          <pc:docMk/>
          <pc:sldMk cId="0" sldId="668"/>
        </pc:sldMkLst>
        <pc:picChg chg="mod">
          <ac:chgData name="janghoon jun" userId="056a5883350c2f5e" providerId="LiveId" clId="{6DA654A6-03B0-40F7-A259-B276216985A6}" dt="2026-08-11T06:55:23.275" v="1971" actId="1076"/>
          <ac:picMkLst>
            <pc:docMk/>
            <pc:sldMk cId="0" sldId="668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72" v="3221" actId="368"/>
        <pc:sldMkLst>
          <pc:docMk/>
          <pc:sldMk cId="0" sldId="669"/>
        </pc:sldMkLst>
        <pc:picChg chg="mod">
          <ac:chgData name="janghoon jun" userId="056a5883350c2f5e" providerId="LiveId" clId="{6DA654A6-03B0-40F7-A259-B276216985A6}" dt="2026-08-11T06:55:15.887" v="1968" actId="1076"/>
          <ac:picMkLst>
            <pc:docMk/>
            <pc:sldMk cId="0" sldId="669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72" v="3223" actId="368"/>
        <pc:sldMkLst>
          <pc:docMk/>
          <pc:sldMk cId="0" sldId="670"/>
        </pc:sldMkLst>
        <pc:picChg chg="mod">
          <ac:chgData name="janghoon jun" userId="056a5883350c2f5e" providerId="LiveId" clId="{6DA654A6-03B0-40F7-A259-B276216985A6}" dt="2026-08-11T06:55:06.543" v="1964" actId="1076"/>
          <ac:picMkLst>
            <pc:docMk/>
            <pc:sldMk cId="0" sldId="670"/>
            <ac:picMk id="5" creationId="{00000000-0000-0000-0000-000000000000}"/>
          </ac:picMkLst>
        </pc:picChg>
      </pc:sldChg>
      <pc:sldChg chg="addSp delSp modSp mod modNotes">
        <pc:chgData name="janghoon jun" userId="056a5883350c2f5e" providerId="LiveId" clId="{6DA654A6-03B0-40F7-A259-B276216985A6}" dt="2026-08-14T01:12:23.172" v="3225" actId="368"/>
        <pc:sldMkLst>
          <pc:docMk/>
          <pc:sldMk cId="0" sldId="671"/>
        </pc:sldMkLst>
        <pc:picChg chg="mod">
          <ac:chgData name="janghoon jun" userId="056a5883350c2f5e" providerId="LiveId" clId="{6DA654A6-03B0-40F7-A259-B276216985A6}" dt="2026-08-11T06:55:09.153" v="1965" actId="1076"/>
          <ac:picMkLst>
            <pc:docMk/>
            <pc:sldMk cId="0" sldId="671"/>
            <ac:picMk id="5" creationId="{00000000-0000-0000-0000-000000000000}"/>
          </ac:picMkLst>
        </pc:picChg>
      </pc:sldChg>
      <pc:sldChg chg="addSp delSp modSp add mod modNotes">
        <pc:chgData name="janghoon jun" userId="056a5883350c2f5e" providerId="LiveId" clId="{6DA654A6-03B0-40F7-A259-B276216985A6}" dt="2026-08-14T01:12:23.188" v="3233" actId="368"/>
        <pc:sldMkLst>
          <pc:docMk/>
          <pc:sldMk cId="232030861" sldId="672"/>
        </pc:sldMkLst>
        <pc:spChg chg="mod">
          <ac:chgData name="janghoon jun" userId="056a5883350c2f5e" providerId="LiveId" clId="{6DA654A6-03B0-40F7-A259-B276216985A6}" dt="2026-08-11T07:03:48.236" v="2044" actId="20577"/>
          <ac:spMkLst>
            <pc:docMk/>
            <pc:sldMk cId="232030861" sldId="672"/>
            <ac:spMk id="2" creationId="{F4DD96B3-50F0-DA60-9F2F-BE1062FF2D12}"/>
          </ac:spMkLst>
        </pc:spChg>
        <pc:picChg chg="add mod">
          <ac:chgData name="janghoon jun" userId="056a5883350c2f5e" providerId="LiveId" clId="{6DA654A6-03B0-40F7-A259-B276216985A6}" dt="2026-08-11T07:56:25.997" v="2167" actId="1076"/>
          <ac:picMkLst>
            <pc:docMk/>
            <pc:sldMk cId="232030861" sldId="672"/>
            <ac:picMk id="4" creationId="{E281818A-6809-FBDD-2666-C2132F75C5AC}"/>
          </ac:picMkLst>
        </pc:picChg>
      </pc:sldChg>
      <pc:sldChg chg="addSp delSp modSp add mod modNotes">
        <pc:chgData name="janghoon jun" userId="056a5883350c2f5e" providerId="LiveId" clId="{6DA654A6-03B0-40F7-A259-B276216985A6}" dt="2026-08-14T01:12:23.188" v="3231" actId="368"/>
        <pc:sldMkLst>
          <pc:docMk/>
          <pc:sldMk cId="3615412384" sldId="673"/>
        </pc:sldMkLst>
        <pc:picChg chg="add mod">
          <ac:chgData name="janghoon jun" userId="056a5883350c2f5e" providerId="LiveId" clId="{6DA654A6-03B0-40F7-A259-B276216985A6}" dt="2026-08-11T08:03:20.049" v="2197" actId="1076"/>
          <ac:picMkLst>
            <pc:docMk/>
            <pc:sldMk cId="3615412384" sldId="673"/>
            <ac:picMk id="4" creationId="{D310AD87-43B5-9C7E-16DA-05B04F65CA98}"/>
          </ac:picMkLst>
        </pc:picChg>
      </pc:sldChg>
      <pc:sldChg chg="addSp delSp modSp add mod ord modNotes">
        <pc:chgData name="janghoon jun" userId="056a5883350c2f5e" providerId="LiveId" clId="{6DA654A6-03B0-40F7-A259-B276216985A6}" dt="2026-08-14T01:12:23.172" v="3229" actId="368"/>
        <pc:sldMkLst>
          <pc:docMk/>
          <pc:sldMk cId="3139197864" sldId="674"/>
        </pc:sldMkLst>
        <pc:picChg chg="add mod">
          <ac:chgData name="janghoon jun" userId="056a5883350c2f5e" providerId="LiveId" clId="{6DA654A6-03B0-40F7-A259-B276216985A6}" dt="2026-08-11T08:03:08.893" v="2193" actId="1076"/>
          <ac:picMkLst>
            <pc:docMk/>
            <pc:sldMk cId="3139197864" sldId="674"/>
            <ac:picMk id="4" creationId="{969B6E79-79DE-A163-B826-302A420DB1F4}"/>
          </ac:picMkLst>
        </pc:picChg>
      </pc:sldChg>
      <pc:sldChg chg="addSp delSp modSp add mod modNotes">
        <pc:chgData name="janghoon jun" userId="056a5883350c2f5e" providerId="LiveId" clId="{6DA654A6-03B0-40F7-A259-B276216985A6}" dt="2026-08-14T01:12:23.157" v="3205" actId="368"/>
        <pc:sldMkLst>
          <pc:docMk/>
          <pc:sldMk cId="2289948881" sldId="675"/>
        </pc:sldMkLst>
        <pc:spChg chg="mod">
          <ac:chgData name="janghoon jun" userId="056a5883350c2f5e" providerId="LiveId" clId="{6DA654A6-03B0-40F7-A259-B276216985A6}" dt="2026-08-11T07:07:31.953" v="2096" actId="20577"/>
          <ac:spMkLst>
            <pc:docMk/>
            <pc:sldMk cId="2289948881" sldId="675"/>
            <ac:spMk id="2" creationId="{E863769D-A280-F2B9-5FAA-54C3E9431912}"/>
          </ac:spMkLst>
        </pc:spChg>
        <pc:spChg chg="add mod">
          <ac:chgData name="janghoon jun" userId="056a5883350c2f5e" providerId="LiveId" clId="{6DA654A6-03B0-40F7-A259-B276216985A6}" dt="2026-08-13T04:52:55.122" v="2985" actId="27636"/>
          <ac:spMkLst>
            <pc:docMk/>
            <pc:sldMk cId="2289948881" sldId="675"/>
            <ac:spMk id="4" creationId="{DCB23DE8-EEB7-5682-E1F8-DABB32DFE16F}"/>
          </ac:spMkLst>
        </pc:spChg>
      </pc:sldChg>
      <pc:sldChg chg="modSp mod modNotes">
        <pc:chgData name="janghoon jun" userId="056a5883350c2f5e" providerId="LiveId" clId="{6DA654A6-03B0-40F7-A259-B276216985A6}" dt="2026-08-14T01:12:23.157" v="3201" actId="368"/>
        <pc:sldMkLst>
          <pc:docMk/>
          <pc:sldMk cId="0" sldId="677"/>
        </pc:sldMkLst>
        <pc:spChg chg="mod">
          <ac:chgData name="janghoon jun" userId="056a5883350c2f5e" providerId="LiveId" clId="{6DA654A6-03B0-40F7-A259-B276216985A6}" dt="2026-08-12T06:06:19.694" v="2352" actId="207"/>
          <ac:spMkLst>
            <pc:docMk/>
            <pc:sldMk cId="0" sldId="677"/>
            <ac:spMk id="3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8-11T07:51:49.651" v="2163"/>
          <ac:graphicFrameMkLst>
            <pc:docMk/>
            <pc:sldMk cId="0" sldId="677"/>
            <ac:graphicFrameMk id="5" creationId="{00000000-0000-0000-0000-000000000000}"/>
          </ac:graphicFrameMkLst>
        </pc:graphicFrameChg>
      </pc:sldChg>
      <pc:sldChg chg="modSp mod modNotes">
        <pc:chgData name="janghoon jun" userId="056a5883350c2f5e" providerId="LiveId" clId="{6DA654A6-03B0-40F7-A259-B276216985A6}" dt="2026-08-14T01:12:23.125" v="3181" actId="368"/>
        <pc:sldMkLst>
          <pc:docMk/>
          <pc:sldMk cId="0" sldId="678"/>
        </pc:sldMkLst>
        <pc:picChg chg="mod">
          <ac:chgData name="janghoon jun" userId="056a5883350c2f5e" providerId="LiveId" clId="{6DA654A6-03B0-40F7-A259-B276216985A6}" dt="2026-08-12T05:46:26.004" v="2294" actId="1076"/>
          <ac:picMkLst>
            <pc:docMk/>
            <pc:sldMk cId="0" sldId="678"/>
            <ac:picMk id="5" creationId="{00000000-0000-0000-0000-000000000000}"/>
          </ac:picMkLst>
        </pc:picChg>
      </pc:sldChg>
      <pc:sldChg chg="modSp mod modNotes">
        <pc:chgData name="janghoon jun" userId="056a5883350c2f5e" providerId="LiveId" clId="{6DA654A6-03B0-40F7-A259-B276216985A6}" dt="2026-08-14T01:12:23.125" v="3185" actId="368"/>
        <pc:sldMkLst>
          <pc:docMk/>
          <pc:sldMk cId="0" sldId="679"/>
        </pc:sldMkLst>
        <pc:picChg chg="mod">
          <ac:chgData name="janghoon jun" userId="056a5883350c2f5e" providerId="LiveId" clId="{6DA654A6-03B0-40F7-A259-B276216985A6}" dt="2026-08-12T05:49:37.798" v="2296" actId="1076"/>
          <ac:picMkLst>
            <pc:docMk/>
            <pc:sldMk cId="0" sldId="679"/>
            <ac:picMk id="5" creationId="{00000000-0000-0000-0000-000000000000}"/>
          </ac:picMkLst>
        </pc:picChg>
      </pc:sldChg>
      <pc:sldChg chg="modNotes">
        <pc:chgData name="janghoon jun" userId="056a5883350c2f5e" providerId="LiveId" clId="{6DA654A6-03B0-40F7-A259-B276216985A6}" dt="2026-08-14T01:12:23.141" v="3189" actId="368"/>
        <pc:sldMkLst>
          <pc:docMk/>
          <pc:sldMk cId="0" sldId="680"/>
        </pc:sldMkLst>
      </pc:sldChg>
      <pc:sldChg chg="modNotes">
        <pc:chgData name="janghoon jun" userId="056a5883350c2f5e" providerId="LiveId" clId="{6DA654A6-03B0-40F7-A259-B276216985A6}" dt="2026-08-14T01:12:23.188" v="3239" actId="368"/>
        <pc:sldMkLst>
          <pc:docMk/>
          <pc:sldMk cId="0" sldId="681"/>
        </pc:sldMkLst>
      </pc:sldChg>
      <pc:sldChg chg="addSp delSp modSp mod chgLayout modNotes">
        <pc:chgData name="janghoon jun" userId="056a5883350c2f5e" providerId="LiveId" clId="{6DA654A6-03B0-40F7-A259-B276216985A6}" dt="2026-08-14T01:12:23.157" v="3203" actId="368"/>
        <pc:sldMkLst>
          <pc:docMk/>
          <pc:sldMk cId="0" sldId="682"/>
        </pc:sldMkLst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2" creationId="{8D695D7E-5B12-EE7F-2D27-D112735D3DF1}"/>
          </ac:spMkLst>
        </pc:spChg>
        <pc:spChg chg="add mod ord">
          <ac:chgData name="janghoon jun" userId="056a5883350c2f5e" providerId="LiveId" clId="{6DA654A6-03B0-40F7-A259-B276216985A6}" dt="2026-08-13T04:58:59.068" v="3108" actId="27636"/>
          <ac:spMkLst>
            <pc:docMk/>
            <pc:sldMk cId="0" sldId="682"/>
            <ac:spMk id="3" creationId="{F0E72CD2-81D6-E4A4-7AB6-851063A4EC79}"/>
          </ac:spMkLst>
        </pc:spChg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4" creationId="{C7CA2E73-B7C0-AE73-6FBB-E862B2291EE5}"/>
          </ac:spMkLst>
        </pc:spChg>
        <pc:spChg chg="del mod">
          <ac:chgData name="janghoon jun" userId="056a5883350c2f5e" providerId="LiveId" clId="{6DA654A6-03B0-40F7-A259-B276216985A6}" dt="2026-08-13T04:52:51.334" v="2982" actId="478"/>
          <ac:spMkLst>
            <pc:docMk/>
            <pc:sldMk cId="0" sldId="682"/>
            <ac:spMk id="6" creationId="{D98B7DAF-1ED7-D645-9CAA-09C1CC8E5F2B}"/>
          </ac:spMkLst>
        </pc:spChg>
        <pc:graphicFrameChg chg="mod modGraphic">
          <ac:chgData name="janghoon jun" userId="056a5883350c2f5e" providerId="LiveId" clId="{6DA654A6-03B0-40F7-A259-B276216985A6}" dt="2026-08-13T05:02:55.854" v="3111" actId="20577"/>
          <ac:graphicFrameMkLst>
            <pc:docMk/>
            <pc:sldMk cId="0" sldId="682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2026-08-14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컴포넌트 개수를 몇 개 쓸지 정할 때, 예측 성능(AUC 등)을 보고 정하면 그 성능 자체가 이미 선택 과정에 유리하게 최적화돼서 실제보다 좋아 보이는 착시가 생길 수 있습니다. 그래서 라벨(고혈압·당뇨·만성콩팥병 여부)은 전혀 보지 않고, AEC 곡선 자체가 몇 개의 패턴으로 얼마나 잘 요약되는지만으로 개수를 정하는 방법을 썼습니다. 패턴을 하나씩 늘릴 때마다 새로 설명되는 분산의 비율을 그래프로 그리면 처음엔 가파르게 떨어지다 어느 지점부터 완만해지는데, 이 '꺾이는 지점'을 elbow라고 부릅니다. 눈으로 봐서 대충 꺾이는 곳을 짚으면 사람마다 판단이 달라질 수 있어서, 그래프의 첫 점과 끝 점을 잇는 직선을 긋고 그 직선에서 가장 멀리 떨어진 점을 자동으로 찾는 방식(Kneedle 알고리즘)을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그래프는 패턴을 늘릴 때마다 설명되는 분산이 얼마나 쌓이는지(누적), 오른쪽 그래프는 패턴 하나하나가 새로 설명하는 분산이 얼마나 되는지(개별, scree)를 보여줍니다. 오른쪽 그래프의 점선이 첫 점과 끝 점을 잇는 직선이고, 이 직선에서 가장 멀리 떨어진 점(주황 점선 위치)이 자동으로 골라진 elbow 지점입니다 — 3번째 패턴에서 가장 멀리 떨어져서 n=3이 선택됐습니다.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고혈압(HTN)·당뇨(DM)·만성콩팥병(CKD) 3개 질환 각각에 대해, 나이·키·몸무게·성별만 쓴 모델과 여기에 AEC 패턴 3개를 추가한 모델의 분류 성능(AUC)을 비교했습니다. 같은 병원 데이터로 교차검증한 결과(internal)에서는 당뇨만 통계적으로 확실하게 좋아졌고 고혈압·만성콩팥병은 경계선에 있었지만, 아예 다른 병원 데이터에 한 번만 적용해본 결과(external, 더 엄격한 검증)에서는 3개 질환 모두 통계적으로 확실하게 좋아졌습니다.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예전 방식은 고혈압·당뇨·만성콩팥병 3개 질환의 평균 성능이 가장 좋은 조합 하나를 정해서 세 질환 모두에 똑같이 적용했습니다. 문제는 이렇게 하면 특정 질환에는 최적이 아닌 조합이 강제로 적용될 수 있다는 점입니다. 그래서 질환마다 따로따로, 그 질환에서 가장 좋은 조합을 고르도록 바꿨습니다. 다행히 이번 데이터에서는 세 질환 모두 따로 골라도 결국 같은 조합(FPCA)이 1등이라서 숫자 자체는 바뀌지 않았지만, 이제는 '어쩌다 보니 우연히 다른 질환 취향에 맞는 조합이 적용됐을 가능성'이 완전히 배제됐습니다.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DeLong 검정은 '같은 환자들에 대한 두 개의 점수'만 있으면 적용할 수 있는데, 그게 반드시 한 번도 학습에 쓰지 않은 완전히 새로운 환자일 필요는 없습니다. 저희 코드에서는 5개 조각으로 나눠 번갈아 학습·검증하는 교차검증을 두 모델(AEC 포함/미포함)에 똑같은 조각 나누기로 적용해서, 결국 같은 1090명·같은 조각 분할에서 나온 점수 두 벌을 비교합니다. 다만 이 교차검증 점수는 조각마다 실제로는 다른 모델(80%씩 겹치는 데이터로 학습)에서 나온 값을 이어붙인 것이라, DeLong이 원래 가정하는 '완전히 같은 하나의 모델' 조건과는 살짝 다릅니다. 이 때문에 internal 검정 결과는 참고용으로만 보고, 진짜 확정적인 판단은 외부 병원 데이터에 고정된 모델을 한 번만 적용한 external 검정으로 내리는 게 더 안전합니다.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Results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of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Multiple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Features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8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26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AEC 곡선 FPCA 컴포넌트 수 선택 근거 — Elbow(Kneedle)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Scree curve = 컴포넌트별 개별 explained variance ratio(누적의 1차 차분)</a:t>
            </a:r>
          </a:p>
          <a:p>
            <a:r>
              <a:t>② 축을 0~1 정규화 후 첫점-끝점 직선(chord)까지 수직거리 계산</a:t>
            </a:r>
          </a:p>
          <a:p>
            <a:r>
              <a:t>③ 거리 최대 지점 = elbow (Satopaa et al. 2011, Kneedle 알고리즘)</a:t>
            </a:r>
          </a:p>
          <a:p>
            <a:r>
              <a:t>④ 라벨(HTN/DM/CKD) 미사용 — AEC 곡선 분산 구조만으로 결정(outcome-blind)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Elbow 선택 근거 — Scree Curve &amp; Chord 거리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822960"/>
          </a:xfrm>
        </p:spPr>
        <p:txBody>
          <a:bodyPr/>
          <a:lstStyle/>
          <a:p>
            <a:r>
              <a:t>선택된 n=3 (chord-거리 최대 0.6109, 그 지점 누적분산비율 97.36%)</a:t>
            </a:r>
          </a:p>
        </p:txBody>
      </p:sp>
      <p:pic>
        <p:nvPicPr>
          <p:cNvPr id="4" name="Picture 3" descr="fpca_component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2103120"/>
            <a:ext cx="10332720" cy="35670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Elbow n=3 적용 결과 — HTN/DM/CKD Logistic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822960"/>
          </a:xfrm>
        </p:spPr>
        <p:txBody>
          <a:bodyPr/>
          <a:lstStyle/>
          <a:p>
            <a:r>
              <a:t>clinic4+AEC FPCA(n=3) — external 3개 질환 전부 DeLong p&lt;0.05 유의개선</a:t>
            </a:r>
          </a:p>
        </p:txBody>
      </p:sp>
      <p:pic>
        <p:nvPicPr>
          <p:cNvPr id="4" name="Picture 3" descr="auc_delta_summary_in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874519"/>
            <a:ext cx="10058400" cy="1369961"/>
          </a:xfrm>
          <a:prstGeom prst="rect">
            <a:avLst/>
          </a:prstGeom>
        </p:spPr>
      </p:pic>
      <p:pic>
        <p:nvPicPr>
          <p:cNvPr id="5" name="Picture 4" descr="auc_delta_summary_ex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3473081"/>
            <a:ext cx="10058400" cy="13699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Step3 AEC 조합 선택 — 질환별 개별 최적으로 변경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기존: 3질환 평균 internal AUC 기준 공통 조합 하나만 채택</a:t>
            </a:r>
          </a:p>
          <a:p>
            <a:r>
              <a:t>② 변경: 질환마다 5개 후보(SD·Skewness·상하위50%비율·FPCA·전체결합)를 독립적으로 비교</a:t>
            </a:r>
          </a:p>
          <a:p>
            <a:r>
              <a:t>③ 질환별 선택은 internal OOF AUC만 사용(external 미사용, 모델선택-검증 분리)</a:t>
            </a:r>
          </a:p>
          <a:p>
            <a:r>
              <a:t>④ 결과: HTN·DM·CKD 전부 개별적으로도 FPCA가 1위 — 수치는 기존과 동일, 방법론적 순환성만 해소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DeLong test의 internal 적용 원리와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Internal: 동일 5-fold(고정 random_state) 재사용 → 두 모델의 OOF 확률이 같은 환자·같은 fold 분할의 paired score</a:t>
            </a:r>
          </a:p>
          <a:p>
            <a:r>
              <a:t>② held-out test set이 아니어도 같은 환자 집합의 paired score면 DeLong test 적용 가능</a:t>
            </a:r>
          </a:p>
          <a:p>
            <a:r>
              <a:t>③ 한계: OOF 점수는 fold마다 다른 모델에서 산출 → 완전한 독립표본 가정과 다소 어긋남(분산 과소추정 가능성)</a:t>
            </a:r>
          </a:p>
          <a:p>
            <a:r>
              <a:t>④ External: 고정 학습모델을 한 번만 적용한 진짜 held-out 비교 → 확증적 검정 역할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6923</TotalTime>
  <Words>1705</Words>
  <Application>Microsoft Office PowerPoint</Application>
  <PresentationFormat>와이드스크린</PresentationFormat>
  <Paragraphs>336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KoPub돋움체 Medium</vt:lpstr>
      <vt:lpstr>Arial</vt:lpstr>
      <vt:lpstr>KoPub돋움체 Bold</vt:lpstr>
      <vt:lpstr>Office 테마</vt:lpstr>
      <vt:lpstr>PowerPoint 프레젠테이션</vt:lpstr>
      <vt:lpstr>Research Summary</vt:lpstr>
      <vt:lpstr>Reference Papers</vt:lpstr>
      <vt:lpstr>Research Flow</vt:lpstr>
      <vt:lpstr>체성분 비율 6종</vt:lpstr>
      <vt:lpstr>Output Feature ↔ 임상변수(clinic4) 상관관계</vt:lpstr>
      <vt:lpstr>Output Feature ↔ AEC 구간별 상관관계</vt:lpstr>
      <vt:lpstr>FPCA란? — AEC 곡선을 요약하는 방법</vt:lpstr>
      <vt:lpstr>FPCA란? — AEC 곡선을 요약하는 방법</vt:lpstr>
      <vt:lpstr>FPCA란? — AEC 곡선을 요약하는 방법</vt:lpstr>
      <vt:lpstr>FPCA란? — AEC 곡선을 요약하는 방법</vt:lpstr>
      <vt:lpstr>AEC 곡선 FPCA 컴포넌트 수 선택 근거</vt:lpstr>
      <vt:lpstr>FPCA n=3 vs n=12 - 회귀·분류 실제 비교</vt:lpstr>
      <vt:lpstr>Feature별 R2 비교 - 절대값</vt:lpstr>
      <vt:lpstr>Feature별 R2 비교 - 비율</vt:lpstr>
      <vt:lpstr>Logistic Regression AUC 원값(95% CI)</vt:lpstr>
      <vt:lpstr>Logistic Regression 성능 비교</vt:lpstr>
      <vt:lpstr>Logistic Regression 성능 비교</vt:lpstr>
      <vt:lpstr>스캐너별 성능 요약</vt:lpstr>
      <vt:lpstr>AEC 전처리 Raw vs Patient-wise — 상관·분류 비교</vt:lpstr>
      <vt:lpstr>Conclusion</vt:lpstr>
      <vt:lpstr>PowerPoint 프레젠테이션</vt:lpstr>
      <vt:lpstr>ROC Curve — SAT</vt:lpstr>
      <vt:lpstr>ROC Curve — VAT</vt:lpstr>
      <vt:lpstr>ROC Curve — Total Fat</vt:lpstr>
      <vt:lpstr>ROC Curve — VAT/SAT ratio</vt:lpstr>
      <vt:lpstr>ROC Curve — VAT/TotalFat ratio</vt:lpstr>
      <vt:lpstr>ROC Curve — VAT/TAMA ratio</vt:lpstr>
      <vt:lpstr>ROC Curve — SAT/TotalFat ratio</vt:lpstr>
      <vt:lpstr>ROC Curve — TotalFat/TAMA ratio</vt:lpstr>
      <vt:lpstr>ROC Curve — SAT/TAMA ratio</vt:lpstr>
      <vt:lpstr>스캐너별 성능 비교 – R2</vt:lpstr>
      <vt:lpstr>스캐너별 성능 비교 – R2</vt:lpstr>
      <vt:lpstr>스캐너별 성능 비교 – R2</vt:lpstr>
      <vt:lpstr>스캐너별 성능 비교 - AUC</vt:lpstr>
      <vt:lpstr>스캐너별 성능 비교 - AUC</vt:lpstr>
      <vt:lpstr>스캐너별 성능 비교 - AUC</vt:lpstr>
      <vt:lpstr>연구대상군 특성 (Table 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686</cp:revision>
  <dcterms:created xsi:type="dcterms:W3CDTF">2026-04-09T07:05:16Z</dcterms:created>
  <dcterms:modified xsi:type="dcterms:W3CDTF">2026-08-14T01:12:27Z</dcterms:modified>
</cp:coreProperties>
</file>
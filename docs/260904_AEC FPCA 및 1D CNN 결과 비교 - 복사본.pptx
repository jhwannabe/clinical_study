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488" r:id="rId4"/>
    <p:sldId id="494" r:id="rId5"/>
    <p:sldId id="496" r:id="rId6"/>
    <p:sldId id="497" r:id="rId7"/>
    <p:sldId id="498" r:id="rId8"/>
    <p:sldId id="499" r:id="rId9"/>
    <p:sldId id="501" r:id="rId10"/>
    <p:sldId id="500" r:id="rId11"/>
    <p:sldId id="491" r:id="rId12"/>
    <p:sldId id="487" r:id="rId13"/>
  </p:sldIdLst>
  <p:sldSz cx="12192000" cy="6858000"/>
  <p:notesSz cx="6858000" cy="9144000"/>
  <p:embeddedFontLst>
    <p:embeddedFont>
      <p:font typeface="KoPub돋움체 Bold" panose="00000800000000000000" pitchFamily="2" charset="-127"/>
      <p:bold r:id="rId15"/>
    </p:embeddedFont>
    <p:embeddedFont>
      <p:font typeface="KoPub돋움체 Medium" panose="00000600000000000000" pitchFamily="2" charset="-127"/>
      <p:regular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57"/>
            <p14:sldId id="488"/>
            <p14:sldId id="494"/>
            <p14:sldId id="496"/>
            <p14:sldId id="497"/>
            <p14:sldId id="498"/>
            <p14:sldId id="499"/>
            <p14:sldId id="501"/>
            <p14:sldId id="500"/>
            <p14:sldId id="491"/>
            <p14:sldId id="4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152" autoAdjust="0"/>
  </p:normalViewPr>
  <p:slideViewPr>
    <p:cSldViewPr snapToGrid="0">
      <p:cViewPr varScale="1">
        <p:scale>
          <a:sx n="96" d="100"/>
          <a:sy n="96" d="100"/>
        </p:scale>
        <p:origin x="109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commentAuthors" Target="commentAuthor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9-03T11:53:09.849" v="4324" actId="1076"/>
      <pc:docMkLst>
        <pc:docMk/>
      </pc:docMkLst>
      <pc:sldChg chg="modSp mod modNotes modNotesTx">
        <pc:chgData name="janghoon jun" userId="056a5883350c2f5e" providerId="LiveId" clId="{6DA654A6-03B0-40F7-A259-B276216985A6}" dt="2026-09-02T02:35:51.383" v="3706" actId="2057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9-02T02:35:44.400" v="3696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02T02:35:51.383" v="3706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 chgLayout modNotes modNotesTx">
        <pc:chgData name="janghoon jun" userId="056a5883350c2f5e" providerId="LiveId" clId="{6DA654A6-03B0-40F7-A259-B276216985A6}" dt="2026-09-03T06:33:07.388" v="3860" actId="6549"/>
        <pc:sldMkLst>
          <pc:docMk/>
          <pc:sldMk cId="0" sldId="257"/>
        </pc:sldMkLst>
        <pc:spChg chg="mod ord">
          <ac:chgData name="janghoon jun" userId="056a5883350c2f5e" providerId="LiveId" clId="{6DA654A6-03B0-40F7-A259-B276216985A6}" dt="2026-09-02T02:37:45.894" v="3728" actId="6549"/>
          <ac:spMkLst>
            <pc:docMk/>
            <pc:sldMk cId="0" sldId="257"/>
            <ac:spMk id="2" creationId="{00000000-0000-0000-0000-000000000000}"/>
          </ac:spMkLst>
        </pc:spChg>
        <pc:spChg chg="add mod ord">
          <ac:chgData name="janghoon jun" userId="056a5883350c2f5e" providerId="LiveId" clId="{6DA654A6-03B0-40F7-A259-B276216985A6}" dt="2026-09-03T06:33:02.811" v="3859" actId="20577"/>
          <ac:spMkLst>
            <pc:docMk/>
            <pc:sldMk cId="0" sldId="257"/>
            <ac:spMk id="12" creationId="{FB6B5539-CC2D-F932-DAA3-12E2A40E7236}"/>
          </ac:spMkLst>
        </pc:spChg>
        <pc:grpChg chg="add del mod">
          <ac:chgData name="janghoon jun" userId="056a5883350c2f5e" providerId="LiveId" clId="{6DA654A6-03B0-40F7-A259-B276216985A6}" dt="2026-09-02T02:37:40.171" v="3725" actId="478"/>
          <ac:grpSpMkLst>
            <pc:docMk/>
            <pc:sldMk cId="0" sldId="257"/>
            <ac:grpSpMk id="11" creationId="{1FA019A3-0AB6-2C56-8302-ED956B7043E1}"/>
          </ac:grpSpMkLst>
        </pc:grpChg>
        <pc:picChg chg="add del mod modCrop">
          <ac:chgData name="janghoon jun" userId="056a5883350c2f5e" providerId="LiveId" clId="{6DA654A6-03B0-40F7-A259-B276216985A6}" dt="2026-09-02T02:37:41.017" v="3726" actId="478"/>
          <ac:picMkLst>
            <pc:docMk/>
            <pc:sldMk cId="0" sldId="257"/>
            <ac:picMk id="3" creationId="{23CAF732-A9F9-BCFC-439A-A342776582FF}"/>
          </ac:picMkLst>
        </pc:picChg>
      </pc:sldChg>
      <pc:sldChg chg="add del modNotes">
        <pc:chgData name="janghoon jun" userId="056a5883350c2f5e" providerId="LiveId" clId="{6DA654A6-03B0-40F7-A259-B276216985A6}" dt="2026-09-02T02:37:52.972" v="3735" actId="47"/>
        <pc:sldMkLst>
          <pc:docMk/>
          <pc:sldMk cId="1147349972" sldId="262"/>
        </pc:sldMkLst>
      </pc:sldChg>
      <pc:sldChg chg="modSp add del mod modNotes">
        <pc:chgData name="janghoon jun" userId="056a5883350c2f5e" providerId="LiveId" clId="{6DA654A6-03B0-40F7-A259-B276216985A6}" dt="2026-09-02T02:37:51.142" v="3732" actId="47"/>
        <pc:sldMkLst>
          <pc:docMk/>
          <pc:sldMk cId="845412182" sldId="263"/>
        </pc:sldMkLst>
      </pc:sldChg>
      <pc:sldChg chg="add modNotes">
        <pc:chgData name="janghoon jun" userId="056a5883350c2f5e" providerId="LiveId" clId="{6DA654A6-03B0-40F7-A259-B276216985A6}" dt="2026-09-02T02:37:32.227" v="3724" actId="368"/>
        <pc:sldMkLst>
          <pc:docMk/>
          <pc:sldMk cId="0" sldId="487"/>
        </pc:sldMkLst>
      </pc:sldChg>
      <pc:sldChg chg="modSp del mod ord modNotes">
        <pc:chgData name="janghoon jun" userId="056a5883350c2f5e" providerId="LiveId" clId="{6DA654A6-03B0-40F7-A259-B276216985A6}" dt="2026-09-03T06:32:29.769" v="3815" actId="47"/>
        <pc:sldMkLst>
          <pc:docMk/>
          <pc:sldMk cId="0" sldId="488"/>
        </pc:sldMkLst>
      </pc:sldChg>
      <pc:sldChg chg="modSp del mod">
        <pc:chgData name="janghoon jun" userId="056a5883350c2f5e" providerId="LiveId" clId="{6DA654A6-03B0-40F7-A259-B276216985A6}" dt="2026-09-03T06:50:01.332" v="3881" actId="47"/>
        <pc:sldMkLst>
          <pc:docMk/>
          <pc:sldMk cId="0" sldId="489"/>
        </pc:sldMkLst>
        <pc:spChg chg="mod">
          <ac:chgData name="janghoon jun" userId="056a5883350c2f5e" providerId="LiveId" clId="{6DA654A6-03B0-40F7-A259-B276216985A6}" dt="2026-09-03T06:49:37.599" v="3875" actId="27636"/>
          <ac:spMkLst>
            <pc:docMk/>
            <pc:sldMk cId="0" sldId="489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03T06:42:37.490" v="3864" actId="1076"/>
          <ac:spMkLst>
            <pc:docMk/>
            <pc:sldMk cId="0" sldId="489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03T06:42:37.490" v="3864" actId="1076"/>
          <ac:spMkLst>
            <pc:docMk/>
            <pc:sldMk cId="0" sldId="489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9-03T06:42:37.490" v="3864" actId="1076"/>
          <ac:spMkLst>
            <pc:docMk/>
            <pc:sldMk cId="0" sldId="489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9-03T06:42:13.005" v="3861" actId="1076"/>
          <ac:spMkLst>
            <pc:docMk/>
            <pc:sldMk cId="0" sldId="489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9-03T06:42:13.005" v="3861" actId="1076"/>
          <ac:spMkLst>
            <pc:docMk/>
            <pc:sldMk cId="0" sldId="489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9-03T06:42:13.005" v="3861" actId="1076"/>
          <ac:spMkLst>
            <pc:docMk/>
            <pc:sldMk cId="0" sldId="489"/>
            <ac:spMk id="10" creationId="{00000000-0000-0000-0000-000000000000}"/>
          </ac:spMkLst>
        </pc:spChg>
        <pc:cxnChg chg="mod">
          <ac:chgData name="janghoon jun" userId="056a5883350c2f5e" providerId="LiveId" clId="{6DA654A6-03B0-40F7-A259-B276216985A6}" dt="2026-09-03T06:42:51.794" v="3871" actId="14100"/>
          <ac:cxnSpMkLst>
            <pc:docMk/>
            <pc:sldMk cId="0" sldId="489"/>
            <ac:cxnSpMk id="11" creationId="{00000000-0000-0000-0000-000000000000}"/>
          </ac:cxnSpMkLst>
        </pc:cxnChg>
        <pc:cxnChg chg="mod">
          <ac:chgData name="janghoon jun" userId="056a5883350c2f5e" providerId="LiveId" clId="{6DA654A6-03B0-40F7-A259-B276216985A6}" dt="2026-09-03T06:42:55.896" v="3873" actId="14100"/>
          <ac:cxnSpMkLst>
            <pc:docMk/>
            <pc:sldMk cId="0" sldId="489"/>
            <ac:cxnSpMk id="12" creationId="{00000000-0000-0000-0000-000000000000}"/>
          </ac:cxnSpMkLst>
        </pc:cxnChg>
        <pc:cxnChg chg="mod">
          <ac:chgData name="janghoon jun" userId="056a5883350c2f5e" providerId="LiveId" clId="{6DA654A6-03B0-40F7-A259-B276216985A6}" dt="2026-09-03T06:42:47.143" v="3869" actId="14100"/>
          <ac:cxnSpMkLst>
            <pc:docMk/>
            <pc:sldMk cId="0" sldId="489"/>
            <ac:cxnSpMk id="13" creationId="{00000000-0000-0000-0000-000000000000}"/>
          </ac:cxnSpMkLst>
        </pc:cxnChg>
        <pc:cxnChg chg="mod">
          <ac:chgData name="janghoon jun" userId="056a5883350c2f5e" providerId="LiveId" clId="{6DA654A6-03B0-40F7-A259-B276216985A6}" dt="2026-09-03T06:42:40.206" v="3865" actId="14100"/>
          <ac:cxnSpMkLst>
            <pc:docMk/>
            <pc:sldMk cId="0" sldId="489"/>
            <ac:cxnSpMk id="14" creationId="{00000000-0000-0000-0000-000000000000}"/>
          </ac:cxnSpMkLst>
        </pc:cxnChg>
        <pc:cxnChg chg="mod">
          <ac:chgData name="janghoon jun" userId="056a5883350c2f5e" providerId="LiveId" clId="{6DA654A6-03B0-40F7-A259-B276216985A6}" dt="2026-09-03T06:42:43.124" v="3866" actId="14100"/>
          <ac:cxnSpMkLst>
            <pc:docMk/>
            <pc:sldMk cId="0" sldId="489"/>
            <ac:cxnSpMk id="15" creationId="{00000000-0000-0000-0000-000000000000}"/>
          </ac:cxnSpMkLst>
        </pc:cxnChg>
        <pc:cxnChg chg="mod">
          <ac:chgData name="janghoon jun" userId="056a5883350c2f5e" providerId="LiveId" clId="{6DA654A6-03B0-40F7-A259-B276216985A6}" dt="2026-09-03T06:42:13.005" v="3861" actId="1076"/>
          <ac:cxnSpMkLst>
            <pc:docMk/>
            <pc:sldMk cId="0" sldId="489"/>
            <ac:cxnSpMk id="16" creationId="{00000000-0000-0000-0000-000000000000}"/>
          </ac:cxnSpMkLst>
        </pc:cxnChg>
        <pc:cxnChg chg="mod">
          <ac:chgData name="janghoon jun" userId="056a5883350c2f5e" providerId="LiveId" clId="{6DA654A6-03B0-40F7-A259-B276216985A6}" dt="2026-09-03T06:42:13.005" v="3861" actId="1076"/>
          <ac:cxnSpMkLst>
            <pc:docMk/>
            <pc:sldMk cId="0" sldId="489"/>
            <ac:cxnSpMk id="17" creationId="{00000000-0000-0000-0000-000000000000}"/>
          </ac:cxnSpMkLst>
        </pc:cxnChg>
      </pc:sldChg>
      <pc:sldChg chg="delSp modSp del mod modNotes">
        <pc:chgData name="janghoon jun" userId="056a5883350c2f5e" providerId="LiveId" clId="{6DA654A6-03B0-40F7-A259-B276216985A6}" dt="2026-09-03T06:51:11.054" v="3899" actId="47"/>
        <pc:sldMkLst>
          <pc:docMk/>
          <pc:sldMk cId="0" sldId="490"/>
        </pc:sldMkLst>
        <pc:spChg chg="mod">
          <ac:chgData name="janghoon jun" userId="056a5883350c2f5e" providerId="LiveId" clId="{6DA654A6-03B0-40F7-A259-B276216985A6}" dt="2026-09-03T06:49:37.600" v="3876" actId="27636"/>
          <ac:spMkLst>
            <pc:docMk/>
            <pc:sldMk cId="0" sldId="490"/>
            <ac:spMk id="2" creationId="{00000000-0000-0000-0000-000000000000}"/>
          </ac:spMkLst>
        </pc:spChg>
        <pc:spChg chg="del mod">
          <ac:chgData name="janghoon jun" userId="056a5883350c2f5e" providerId="LiveId" clId="{6DA654A6-03B0-40F7-A259-B276216985A6}" dt="2026-09-03T06:50:52.982" v="3894"/>
          <ac:spMkLst>
            <pc:docMk/>
            <pc:sldMk cId="0" sldId="490"/>
            <ac:spMk id="4" creationId="{00000000-0000-0000-0000-000000000000}"/>
          </ac:spMkLst>
        </pc:spChg>
        <pc:picChg chg="del">
          <ac:chgData name="janghoon jun" userId="056a5883350c2f5e" providerId="LiveId" clId="{6DA654A6-03B0-40F7-A259-B276216985A6}" dt="2026-09-03T06:50:29.934" v="3886" actId="21"/>
          <ac:picMkLst>
            <pc:docMk/>
            <pc:sldMk cId="0" sldId="490"/>
            <ac:picMk id="3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9-03T11:02:13.535" v="4213" actId="478"/>
        <pc:sldMkLst>
          <pc:docMk/>
          <pc:sldMk cId="0" sldId="491"/>
        </pc:sldMkLst>
        <pc:spChg chg="del mod">
          <ac:chgData name="janghoon jun" userId="056a5883350c2f5e" providerId="LiveId" clId="{6DA654A6-03B0-40F7-A259-B276216985A6}" dt="2026-09-03T11:02:13.535" v="4213" actId="478"/>
          <ac:spMkLst>
            <pc:docMk/>
            <pc:sldMk cId="0" sldId="491"/>
            <ac:spMk id="3" creationId="{00000000-0000-0000-0000-000000000000}"/>
          </ac:spMkLst>
        </pc:spChg>
        <pc:spChg chg="add mod">
          <ac:chgData name="janghoon jun" userId="056a5883350c2f5e" providerId="LiveId" clId="{6DA654A6-03B0-40F7-A259-B276216985A6}" dt="2026-09-03T11:02:13.535" v="4213" actId="478"/>
          <ac:spMkLst>
            <pc:docMk/>
            <pc:sldMk cId="0" sldId="491"/>
            <ac:spMk id="5" creationId="{DCCDD57E-67F8-2FB6-9B68-BE2B8AE4E7AC}"/>
          </ac:spMkLst>
        </pc:spChg>
      </pc:sldChg>
      <pc:sldChg chg="addSp delSp modSp del mod modNotes modNotesTx">
        <pc:chgData name="janghoon jun" userId="056a5883350c2f5e" providerId="LiveId" clId="{6DA654A6-03B0-40F7-A259-B276216985A6}" dt="2026-09-03T06:32:29.769" v="3815" actId="47"/>
        <pc:sldMkLst>
          <pc:docMk/>
          <pc:sldMk cId="0" sldId="492"/>
        </pc:sldMkLst>
      </pc:sldChg>
      <pc:sldChg chg="addSp delSp modSp add del mod ord">
        <pc:chgData name="janghoon jun" userId="056a5883350c2f5e" providerId="LiveId" clId="{6DA654A6-03B0-40F7-A259-B276216985A6}" dt="2026-09-03T11:02:43.001" v="4222" actId="47"/>
        <pc:sldMkLst>
          <pc:docMk/>
          <pc:sldMk cId="3305256227" sldId="492"/>
        </pc:sldMkLst>
        <pc:spChg chg="mod">
          <ac:chgData name="janghoon jun" userId="056a5883350c2f5e" providerId="LiveId" clId="{6DA654A6-03B0-40F7-A259-B276216985A6}" dt="2026-09-03T06:49:48.623" v="3877"/>
          <ac:spMkLst>
            <pc:docMk/>
            <pc:sldMk cId="3305256227" sldId="492"/>
            <ac:spMk id="2" creationId="{455F07E7-110A-C301-A293-C6B554ED41F9}"/>
          </ac:spMkLst>
        </pc:spChg>
        <pc:spChg chg="del">
          <ac:chgData name="janghoon jun" userId="056a5883350c2f5e" providerId="LiveId" clId="{6DA654A6-03B0-40F7-A259-B276216985A6}" dt="2026-09-03T06:49:52.527" v="3878" actId="478"/>
          <ac:spMkLst>
            <pc:docMk/>
            <pc:sldMk cId="3305256227" sldId="492"/>
            <ac:spMk id="3" creationId="{DC67FE6E-6AC8-DA4D-B023-89EE2F2C7F31}"/>
          </ac:spMkLst>
        </pc:spChg>
        <pc:spChg chg="add del mod">
          <ac:chgData name="janghoon jun" userId="056a5883350c2f5e" providerId="LiveId" clId="{6DA654A6-03B0-40F7-A259-B276216985A6}" dt="2026-09-03T06:49:53.166" v="3879" actId="478"/>
          <ac:spMkLst>
            <pc:docMk/>
            <pc:sldMk cId="3305256227" sldId="492"/>
            <ac:spMk id="5" creationId="{C41E6144-497C-79B8-F930-BC8DE34A3BEC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6" creationId="{D1A0A12C-29AE-2778-D7D0-3B42437667A5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7" creationId="{EA083E32-E89D-AB3F-7637-C3AA4CACF0AB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8" creationId="{5149CC89-8D28-7C11-BC1F-8169BE716DA7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9" creationId="{0BEA9E71-7E2B-E012-186E-6D8841B02152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10" creationId="{14FD847E-6C2A-0F1A-4F2C-6FEE1A023B7E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11" creationId="{E0F137BC-FF56-8D54-A048-954607C1233D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12" creationId="{0598D64A-AB2D-615D-8496-354577BF0BA0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13" creationId="{182932D6-C0B2-C0CB-3D89-58D6383922BD}"/>
          </ac:spMkLst>
        </pc:spChg>
        <pc:cxnChg chg="add mod">
          <ac:chgData name="janghoon jun" userId="056a5883350c2f5e" providerId="LiveId" clId="{6DA654A6-03B0-40F7-A259-B276216985A6}" dt="2026-09-03T06:51:45.980" v="3903" actId="1076"/>
          <ac:cxnSpMkLst>
            <pc:docMk/>
            <pc:sldMk cId="3305256227" sldId="492"/>
            <ac:cxnSpMk id="14" creationId="{73FDDEDD-B1E9-409E-6478-954FC8796596}"/>
          </ac:cxnSpMkLst>
        </pc:cxnChg>
        <pc:cxnChg chg="mod">
          <ac:chgData name="janghoon jun" userId="056a5883350c2f5e" providerId="LiveId" clId="{6DA654A6-03B0-40F7-A259-B276216985A6}" dt="2026-09-03T06:51:45.980" v="3903" actId="1076"/>
          <ac:cxnSpMkLst>
            <pc:docMk/>
            <pc:sldMk cId="3305256227" sldId="492"/>
            <ac:cxnSpMk id="15" creationId="{A8F07888-264E-5AC6-0D1B-0DA9DEC4F039}"/>
          </ac:cxnSpMkLst>
        </pc:cxnChg>
        <pc:cxnChg chg="del mod">
          <ac:chgData name="janghoon jun" userId="056a5883350c2f5e" providerId="LiveId" clId="{6DA654A6-03B0-40F7-A259-B276216985A6}" dt="2026-09-03T11:02:40.902" v="4220" actId="21"/>
          <ac:cxnSpMkLst>
            <pc:docMk/>
            <pc:sldMk cId="3305256227" sldId="492"/>
            <ac:cxnSpMk id="16" creationId="{CC806649-A588-38BC-8775-F96EF642DCBF}"/>
          </ac:cxnSpMkLst>
        </pc:cxnChg>
        <pc:cxnChg chg="del mod">
          <ac:chgData name="janghoon jun" userId="056a5883350c2f5e" providerId="LiveId" clId="{6DA654A6-03B0-40F7-A259-B276216985A6}" dt="2026-09-03T11:02:40.902" v="4220" actId="21"/>
          <ac:cxnSpMkLst>
            <pc:docMk/>
            <pc:sldMk cId="3305256227" sldId="492"/>
            <ac:cxnSpMk id="18" creationId="{CB1F2E85-E7EB-9A04-1672-4D286FC07E4B}"/>
          </ac:cxnSpMkLst>
        </pc:cxnChg>
        <pc:cxnChg chg="add mod">
          <ac:chgData name="janghoon jun" userId="056a5883350c2f5e" providerId="LiveId" clId="{6DA654A6-03B0-40F7-A259-B276216985A6}" dt="2026-09-03T06:49:57.108" v="3880"/>
          <ac:cxnSpMkLst>
            <pc:docMk/>
            <pc:sldMk cId="3305256227" sldId="492"/>
            <ac:cxnSpMk id="19" creationId="{C7341CA9-7E39-52B7-00F4-9419FCE2442E}"/>
          </ac:cxnSpMkLst>
        </pc:cxnChg>
      </pc:sldChg>
      <pc:sldChg chg="del">
        <pc:chgData name="janghoon jun" userId="056a5883350c2f5e" providerId="LiveId" clId="{6DA654A6-03B0-40F7-A259-B276216985A6}" dt="2026-09-03T06:32:29.769" v="3815" actId="47"/>
        <pc:sldMkLst>
          <pc:docMk/>
          <pc:sldMk cId="0" sldId="493"/>
        </pc:sldMkLst>
      </pc:sldChg>
      <pc:sldChg chg="addSp delSp modSp add del mod modNotes modNotesTx">
        <pc:chgData name="janghoon jun" userId="056a5883350c2f5e" providerId="LiveId" clId="{6DA654A6-03B0-40F7-A259-B276216985A6}" dt="2026-09-02T02:37:49.796" v="3729" actId="47"/>
        <pc:sldMkLst>
          <pc:docMk/>
          <pc:sldMk cId="1069001619" sldId="493"/>
        </pc:sldMkLst>
      </pc:sldChg>
      <pc:sldChg chg="addSp delSp modSp add del mod modNotesTx">
        <pc:chgData name="janghoon jun" userId="056a5883350c2f5e" providerId="LiveId" clId="{6DA654A6-03B0-40F7-A259-B276216985A6}" dt="2026-09-03T11:03:09.317" v="4223" actId="47"/>
        <pc:sldMkLst>
          <pc:docMk/>
          <pc:sldMk cId="3236131745" sldId="493"/>
        </pc:sldMkLst>
        <pc:spChg chg="mod">
          <ac:chgData name="janghoon jun" userId="056a5883350c2f5e" providerId="LiveId" clId="{6DA654A6-03B0-40F7-A259-B276216985A6}" dt="2026-09-03T06:50:28.249" v="3885"/>
          <ac:spMkLst>
            <pc:docMk/>
            <pc:sldMk cId="3236131745" sldId="493"/>
            <ac:spMk id="2" creationId="{87194470-FA0F-9DD7-3B37-E152815B54A3}"/>
          </ac:spMkLst>
        </pc:spChg>
        <pc:spChg chg="add mod">
          <ac:chgData name="janghoon jun" userId="056a5883350c2f5e" providerId="LiveId" clId="{6DA654A6-03B0-40F7-A259-B276216985A6}" dt="2026-09-03T11:02:21.364" v="4216" actId="478"/>
          <ac:spMkLst>
            <pc:docMk/>
            <pc:sldMk cId="3236131745" sldId="493"/>
            <ac:spMk id="4" creationId="{09870FCF-E4B7-4675-E39C-0C47BED95704}"/>
          </ac:spMkLst>
        </pc:spChg>
        <pc:spChg chg="add del mod">
          <ac:chgData name="janghoon jun" userId="056a5883350c2f5e" providerId="LiveId" clId="{6DA654A6-03B0-40F7-A259-B276216985A6}" dt="2026-09-03T11:02:21.364" v="4216" actId="478"/>
          <ac:spMkLst>
            <pc:docMk/>
            <pc:sldMk cId="3236131745" sldId="493"/>
            <ac:spMk id="5" creationId="{C3DCCAB6-35E8-C677-C24F-4B77FB79FEC7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6" creationId="{5EDD35DB-7410-5188-8EF0-BFA138C3ADCC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7" creationId="{17CB0689-B535-A4FC-2037-85D9178BB2FF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8" creationId="{F600DCF6-656A-45D6-7021-370D4CA21160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9" creationId="{03D93F56-33E9-0BDB-6A11-F2B41BB5F32E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10" creationId="{476CDF93-2C07-9C3D-8470-878BE90C213F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11" creationId="{D2B0A5E5-75B8-E30A-7ABF-21A1FF503C08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12" creationId="{DEA86912-13B6-DD20-FD1F-3CEF9F1B647E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13" creationId="{A3FB9809-2AB5-583A-6CFB-CEE96A93CD36}"/>
          </ac:spMkLst>
        </pc:spChg>
        <pc:picChg chg="add mod">
          <ac:chgData name="janghoon jun" userId="056a5883350c2f5e" providerId="LiveId" clId="{6DA654A6-03B0-40F7-A259-B276216985A6}" dt="2026-09-03T06:51:07.266" v="3898" actId="1076"/>
          <ac:picMkLst>
            <pc:docMk/>
            <pc:sldMk cId="3236131745" sldId="493"/>
            <ac:picMk id="4" creationId="{D81CE0FB-DFD7-7198-3671-EFCA7F19AFFB}"/>
          </ac:picMkLst>
        </pc:picChg>
        <pc:picChg chg="del mod">
          <ac:chgData name="janghoon jun" userId="056a5883350c2f5e" providerId="LiveId" clId="{6DA654A6-03B0-40F7-A259-B276216985A6}" dt="2026-09-03T11:02:18.789" v="4215" actId="478"/>
          <ac:picMkLst>
            <pc:docMk/>
            <pc:sldMk cId="3236131745" sldId="493"/>
            <ac:picMk id="6" creationId="{00000000-0000-0000-0000-000000000000}"/>
          </ac:picMkLst>
        </pc:picChg>
        <pc:cxnChg chg="del mod">
          <ac:chgData name="janghoon jun" userId="056a5883350c2f5e" providerId="LiveId" clId="{6DA654A6-03B0-40F7-A259-B276216985A6}" dt="2026-09-03T06:50:23.055" v="3884" actId="478"/>
          <ac:cxnSpMkLst>
            <pc:docMk/>
            <pc:sldMk cId="3236131745" sldId="493"/>
            <ac:cxnSpMk id="14" creationId="{1C44FD00-1204-5ADF-7141-3FE5C67F9E4A}"/>
          </ac:cxnSpMkLst>
        </pc:cxnChg>
        <pc:cxnChg chg="del mod">
          <ac:chgData name="janghoon jun" userId="056a5883350c2f5e" providerId="LiveId" clId="{6DA654A6-03B0-40F7-A259-B276216985A6}" dt="2026-09-03T06:50:23.055" v="3884" actId="478"/>
          <ac:cxnSpMkLst>
            <pc:docMk/>
            <pc:sldMk cId="3236131745" sldId="493"/>
            <ac:cxnSpMk id="15" creationId="{2EBF4EE7-50F5-039C-FB07-1F09FB188B96}"/>
          </ac:cxnSpMkLst>
        </pc:cxnChg>
      </pc:sldChg>
      <pc:sldChg chg="modSp del mod modNotes">
        <pc:chgData name="janghoon jun" userId="056a5883350c2f5e" providerId="LiveId" clId="{6DA654A6-03B0-40F7-A259-B276216985A6}" dt="2026-09-03T11:30:04.078" v="4254" actId="27636"/>
        <pc:sldMkLst>
          <pc:docMk/>
          <pc:sldMk cId="0" sldId="494"/>
        </pc:sldMkLst>
        <pc:spChg chg="mod">
          <ac:chgData name="janghoon jun" userId="056a5883350c2f5e" providerId="LiveId" clId="{6DA654A6-03B0-40F7-A259-B276216985A6}" dt="2026-09-03T11:30:04.078" v="4254" actId="27636"/>
          <ac:spMkLst>
            <pc:docMk/>
            <pc:sldMk cId="0" sldId="494"/>
            <ac:spMk id="4" creationId="{8487C2AB-80F7-C18B-503C-6C54783C30BF}"/>
          </ac:spMkLst>
        </pc:spChg>
      </pc:sldChg>
      <pc:sldChg chg="modSp del mod">
        <pc:chgData name="janghoon jun" userId="056a5883350c2f5e" providerId="LiveId" clId="{6DA654A6-03B0-40F7-A259-B276216985A6}" dt="2026-09-03T11:02:25.588" v="4217" actId="47"/>
        <pc:sldMkLst>
          <pc:docMk/>
          <pc:sldMk cId="0" sldId="495"/>
        </pc:sldMkLst>
        <pc:picChg chg="mod modCrop">
          <ac:chgData name="janghoon jun" userId="056a5883350c2f5e" providerId="LiveId" clId="{6DA654A6-03B0-40F7-A259-B276216985A6}" dt="2026-09-03T06:32:10.642" v="3812" actId="1035"/>
          <ac:picMkLst>
            <pc:docMk/>
            <pc:sldMk cId="0" sldId="495"/>
            <ac:picMk id="5" creationId="{00000000-0000-0000-0000-000000000000}"/>
          </ac:picMkLst>
        </pc:picChg>
      </pc:sldChg>
      <pc:sldChg chg="delSp modSp mod">
        <pc:chgData name="janghoon jun" userId="056a5883350c2f5e" providerId="LiveId" clId="{6DA654A6-03B0-40F7-A259-B276216985A6}" dt="2026-09-03T11:29:34.508" v="4245" actId="20577"/>
        <pc:sldMkLst>
          <pc:docMk/>
          <pc:sldMk cId="831819448" sldId="496"/>
        </pc:sldMkLst>
        <pc:spChg chg="mod">
          <ac:chgData name="janghoon jun" userId="056a5883350c2f5e" providerId="LiveId" clId="{6DA654A6-03B0-40F7-A259-B276216985A6}" dt="2026-09-03T11:29:34.508" v="4245" actId="20577"/>
          <ac:spMkLst>
            <pc:docMk/>
            <pc:sldMk cId="831819448" sldId="496"/>
            <ac:spMk id="4" creationId="{8E0FEBAE-6E66-30DA-9E32-2BE1EEA96736}"/>
          </ac:spMkLst>
        </pc:spChg>
        <pc:spChg chg="del mod">
          <ac:chgData name="janghoon jun" userId="056a5883350c2f5e" providerId="LiveId" clId="{6DA654A6-03B0-40F7-A259-B276216985A6}" dt="2026-09-03T11:28:01.194" v="4227" actId="478"/>
          <ac:spMkLst>
            <pc:docMk/>
            <pc:sldMk cId="831819448" sldId="496"/>
            <ac:spMk id="7" creationId="{00000000-0000-0000-0000-000000000000}"/>
          </ac:spMkLst>
        </pc:spChg>
        <pc:picChg chg="mod">
          <ac:chgData name="janghoon jun" userId="056a5883350c2f5e" providerId="LiveId" clId="{6DA654A6-03B0-40F7-A259-B276216985A6}" dt="2026-09-03T11:28:04.171" v="4228" actId="1076"/>
          <ac:picMkLst>
            <pc:docMk/>
            <pc:sldMk cId="831819448" sldId="496"/>
            <ac:picMk id="5" creationId="{00000000-0000-0000-0000-000000000000}"/>
          </ac:picMkLst>
        </pc:picChg>
        <pc:picChg chg="mod">
          <ac:chgData name="janghoon jun" userId="056a5883350c2f5e" providerId="LiveId" clId="{6DA654A6-03B0-40F7-A259-B276216985A6}" dt="2026-09-03T11:28:04.171" v="4228" actId="1076"/>
          <ac:picMkLst>
            <pc:docMk/>
            <pc:sldMk cId="831819448" sldId="496"/>
            <ac:picMk id="6" creationId="{00000000-0000-0000-0000-000000000000}"/>
          </ac:picMkLst>
        </pc:picChg>
      </pc:sldChg>
      <pc:sldChg chg="modSp del mod">
        <pc:chgData name="janghoon jun" userId="056a5883350c2f5e" providerId="LiveId" clId="{6DA654A6-03B0-40F7-A259-B276216985A6}" dt="2026-09-03T06:32:29.769" v="3815" actId="47"/>
        <pc:sldMkLst>
          <pc:docMk/>
          <pc:sldMk cId="0" sldId="497"/>
        </pc:sldMkLst>
        <pc:picChg chg="mod modCrop">
          <ac:chgData name="janghoon jun" userId="056a5883350c2f5e" providerId="LiveId" clId="{6DA654A6-03B0-40F7-A259-B276216985A6}" dt="2026-09-03T02:58:56.247" v="3805" actId="1076"/>
          <ac:picMkLst>
            <pc:docMk/>
            <pc:sldMk cId="0" sldId="497"/>
            <ac:picMk id="3" creationId="{00000000-0000-0000-0000-000000000000}"/>
          </ac:picMkLst>
        </pc:picChg>
      </pc:sldChg>
      <pc:sldChg chg="modSp add mod">
        <pc:chgData name="janghoon jun" userId="056a5883350c2f5e" providerId="LiveId" clId="{6DA654A6-03B0-40F7-A259-B276216985A6}" dt="2026-09-03T11:29:52.871" v="4252" actId="27636"/>
        <pc:sldMkLst>
          <pc:docMk/>
          <pc:sldMk cId="482855788" sldId="497"/>
        </pc:sldMkLst>
        <pc:spChg chg="mod">
          <ac:chgData name="janghoon jun" userId="056a5883350c2f5e" providerId="LiveId" clId="{6DA654A6-03B0-40F7-A259-B276216985A6}" dt="2026-09-03T11:29:52.871" v="4252" actId="27636"/>
          <ac:spMkLst>
            <pc:docMk/>
            <pc:sldMk cId="482855788" sldId="497"/>
            <ac:spMk id="4" creationId="{BED984B2-087D-E81B-A974-64F9B725AE9C}"/>
          </ac:spMkLst>
        </pc:spChg>
        <pc:picChg chg="mod">
          <ac:chgData name="janghoon jun" userId="056a5883350c2f5e" providerId="LiveId" clId="{6DA654A6-03B0-40F7-A259-B276216985A6}" dt="2026-09-03T11:29:47.282" v="4246" actId="1076"/>
          <ac:picMkLst>
            <pc:docMk/>
            <pc:sldMk cId="482855788" sldId="497"/>
            <ac:picMk id="5" creationId="{00000000-0000-0000-0000-000000000000}"/>
          </ac:picMkLst>
        </pc:picChg>
      </pc:sldChg>
      <pc:sldChg chg="modSp del mod">
        <pc:chgData name="janghoon jun" userId="056a5883350c2f5e" providerId="LiveId" clId="{6DA654A6-03B0-40F7-A259-B276216985A6}" dt="2026-09-03T06:32:29.769" v="3815" actId="47"/>
        <pc:sldMkLst>
          <pc:docMk/>
          <pc:sldMk cId="0" sldId="498"/>
        </pc:sldMkLst>
        <pc:picChg chg="mod">
          <ac:chgData name="janghoon jun" userId="056a5883350c2f5e" providerId="LiveId" clId="{6DA654A6-03B0-40F7-A259-B276216985A6}" dt="2026-09-03T06:32:15.087" v="3813" actId="1076"/>
          <ac:picMkLst>
            <pc:docMk/>
            <pc:sldMk cId="0" sldId="498"/>
            <ac:picMk id="5" creationId="{00000000-0000-0000-0000-000000000000}"/>
          </ac:picMkLst>
        </pc:picChg>
      </pc:sldChg>
      <pc:sldChg chg="modSp add mod">
        <pc:chgData name="janghoon jun" userId="056a5883350c2f5e" providerId="LiveId" clId="{6DA654A6-03B0-40F7-A259-B276216985A6}" dt="2026-09-03T11:50:49.471" v="4270" actId="14100"/>
        <pc:sldMkLst>
          <pc:docMk/>
          <pc:sldMk cId="2915969661" sldId="498"/>
        </pc:sldMkLst>
        <pc:spChg chg="mod">
          <ac:chgData name="janghoon jun" userId="056a5883350c2f5e" providerId="LiveId" clId="{6DA654A6-03B0-40F7-A259-B276216985A6}" dt="2026-09-03T11:50:41.035" v="4268" actId="20577"/>
          <ac:spMkLst>
            <pc:docMk/>
            <pc:sldMk cId="2915969661" sldId="498"/>
            <ac:spMk id="4" creationId="{C1DAE8BD-3A47-A9E4-0FA6-C97AA1DCB127}"/>
          </ac:spMkLst>
        </pc:spChg>
        <pc:picChg chg="mod modCrop">
          <ac:chgData name="janghoon jun" userId="056a5883350c2f5e" providerId="LiveId" clId="{6DA654A6-03B0-40F7-A259-B276216985A6}" dt="2026-09-03T11:50:49.471" v="4270" actId="14100"/>
          <ac:picMkLst>
            <pc:docMk/>
            <pc:sldMk cId="2915969661" sldId="498"/>
            <ac:picMk id="5" creationId="{00000000-0000-0000-0000-000000000000}"/>
          </ac:picMkLst>
        </pc:picChg>
      </pc:sldChg>
      <pc:sldChg chg="addSp delSp modSp add mod">
        <pc:chgData name="janghoon jun" userId="056a5883350c2f5e" providerId="LiveId" clId="{6DA654A6-03B0-40F7-A259-B276216985A6}" dt="2026-09-03T11:53:09.849" v="4324" actId="1076"/>
        <pc:sldMkLst>
          <pc:docMk/>
          <pc:sldMk cId="3820420432" sldId="499"/>
        </pc:sldMkLst>
        <pc:spChg chg="mod">
          <ac:chgData name="janghoon jun" userId="056a5883350c2f5e" providerId="LiveId" clId="{6DA654A6-03B0-40F7-A259-B276216985A6}" dt="2026-09-03T11:53:06.183" v="4322" actId="20577"/>
          <ac:spMkLst>
            <pc:docMk/>
            <pc:sldMk cId="3820420432" sldId="499"/>
            <ac:spMk id="4" creationId="{DDCE46F8-A092-75A7-509C-CBD3E5F3D983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6" creationId="{D1A0A12C-29AE-2778-D7D0-3B42437667A5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7" creationId="{EA083E32-E89D-AB3F-7637-C3AA4CACF0AB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8" creationId="{5149CC89-8D28-7C11-BC1F-8169BE716DA7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9" creationId="{0BEA9E71-7E2B-E012-186E-6D8841B02152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10" creationId="{14FD847E-6C2A-0F1A-4F2C-6FEE1A023B7E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11" creationId="{E0F137BC-FF56-8D54-A048-954607C1233D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12" creationId="{0598D64A-AB2D-615D-8496-354577BF0BA0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13" creationId="{182932D6-C0B2-C0CB-3D89-58D6383922BD}"/>
          </ac:spMkLst>
        </pc:spChg>
        <pc:spChg chg="del mod">
          <ac:chgData name="janghoon jun" userId="056a5883350c2f5e" providerId="LiveId" clId="{6DA654A6-03B0-40F7-A259-B276216985A6}" dt="2026-09-03T11:52:02.993" v="4278" actId="478"/>
          <ac:spMkLst>
            <pc:docMk/>
            <pc:sldMk cId="3820420432" sldId="499"/>
            <ac:spMk id="21" creationId="{00000000-0000-0000-0000-000000000000}"/>
          </ac:spMkLst>
        </pc:spChg>
        <pc:grpChg chg="add del mod">
          <ac:chgData name="janghoon jun" userId="056a5883350c2f5e" providerId="LiveId" clId="{6DA654A6-03B0-40F7-A259-B276216985A6}" dt="2026-09-03T11:52:44.425" v="4284" actId="478"/>
          <ac:grpSpMkLst>
            <pc:docMk/>
            <pc:sldMk cId="3820420432" sldId="499"/>
            <ac:grpSpMk id="5" creationId="{FE2C65ED-A464-AF0B-E14F-743C98CB6D82}"/>
          </ac:grpSpMkLst>
        </pc:grpChg>
        <pc:picChg chg="add mod">
          <ac:chgData name="janghoon jun" userId="056a5883350c2f5e" providerId="LiveId" clId="{6DA654A6-03B0-40F7-A259-B276216985A6}" dt="2026-09-03T11:53:09.849" v="4324" actId="1076"/>
          <ac:picMkLst>
            <pc:docMk/>
            <pc:sldMk cId="3820420432" sldId="499"/>
            <ac:picMk id="23" creationId="{ACAD3FB6-96EF-4EA0-1457-BA73AB6852C8}"/>
          </ac:picMkLst>
        </pc:picChg>
        <pc:cxnChg chg="mod">
          <ac:chgData name="janghoon jun" userId="056a5883350c2f5e" providerId="LiveId" clId="{6DA654A6-03B0-40F7-A259-B276216985A6}" dt="2026-09-03T11:52:44.425" v="4284" actId="478"/>
          <ac:cxnSpMkLst>
            <pc:docMk/>
            <pc:sldMk cId="3820420432" sldId="499"/>
            <ac:cxnSpMk id="14" creationId="{73FDDEDD-B1E9-409E-6478-954FC8796596}"/>
          </ac:cxnSpMkLst>
        </pc:cxnChg>
        <pc:cxnChg chg="add mod">
          <ac:chgData name="janghoon jun" userId="056a5883350c2f5e" providerId="LiveId" clId="{6DA654A6-03B0-40F7-A259-B276216985A6}" dt="2026-09-03T11:52:44.425" v="4284" actId="478"/>
          <ac:cxnSpMkLst>
            <pc:docMk/>
            <pc:sldMk cId="3820420432" sldId="499"/>
            <ac:cxnSpMk id="15" creationId="{A8F07888-264E-5AC6-0D1B-0DA9DEC4F039}"/>
          </ac:cxnSpMkLst>
        </pc:cxnChg>
        <pc:cxnChg chg="mod">
          <ac:chgData name="janghoon jun" userId="056a5883350c2f5e" providerId="LiveId" clId="{6DA654A6-03B0-40F7-A259-B276216985A6}" dt="2026-09-03T11:52:44.425" v="4284" actId="478"/>
          <ac:cxnSpMkLst>
            <pc:docMk/>
            <pc:sldMk cId="3820420432" sldId="499"/>
            <ac:cxnSpMk id="16" creationId="{CC806649-A588-38BC-8775-F96EF642DCBF}"/>
          </ac:cxnSpMkLst>
        </pc:cxnChg>
        <pc:cxnChg chg="add mod">
          <ac:chgData name="janghoon jun" userId="056a5883350c2f5e" providerId="LiveId" clId="{6DA654A6-03B0-40F7-A259-B276216985A6}" dt="2026-09-03T11:52:44.425" v="4284" actId="478"/>
          <ac:cxnSpMkLst>
            <pc:docMk/>
            <pc:sldMk cId="3820420432" sldId="499"/>
            <ac:cxnSpMk id="17" creationId="{FE903A84-6ABA-21CB-A4C1-261870F5BF82}"/>
          </ac:cxnSpMkLst>
        </pc:cxnChg>
        <pc:cxnChg chg="mod">
          <ac:chgData name="janghoon jun" userId="056a5883350c2f5e" providerId="LiveId" clId="{6DA654A6-03B0-40F7-A259-B276216985A6}" dt="2026-09-03T11:52:44.425" v="4284" actId="478"/>
          <ac:cxnSpMkLst>
            <pc:docMk/>
            <pc:sldMk cId="3820420432" sldId="499"/>
            <ac:cxnSpMk id="18" creationId="{CB1F2E85-E7EB-9A04-1672-4D286FC07E4B}"/>
          </ac:cxnSpMkLst>
        </pc:cxnChg>
      </pc:sldChg>
      <pc:sldChg chg="del">
        <pc:chgData name="janghoon jun" userId="056a5883350c2f5e" providerId="LiveId" clId="{6DA654A6-03B0-40F7-A259-B276216985A6}" dt="2026-09-03T06:32:29.769" v="3815" actId="47"/>
        <pc:sldMkLst>
          <pc:docMk/>
          <pc:sldMk cId="0" sldId="500"/>
        </pc:sldMkLst>
      </pc:sldChg>
      <pc:sldChg chg="modSp add mod">
        <pc:chgData name="janghoon jun" userId="056a5883350c2f5e" providerId="LiveId" clId="{6DA654A6-03B0-40F7-A259-B276216985A6}" dt="2026-09-03T11:01:56.044" v="4210" actId="20577"/>
        <pc:sldMkLst>
          <pc:docMk/>
          <pc:sldMk cId="4128333669" sldId="500"/>
        </pc:sldMkLst>
        <pc:spChg chg="mod">
          <ac:chgData name="janghoon jun" userId="056a5883350c2f5e" providerId="LiveId" clId="{6DA654A6-03B0-40F7-A259-B276216985A6}" dt="2026-09-03T11:01:56.044" v="4210" actId="20577"/>
          <ac:spMkLst>
            <pc:docMk/>
            <pc:sldMk cId="4128333669" sldId="500"/>
            <ac:spMk id="4" creationId="{5711BA0B-CE4F-3235-D7F6-E7508AFAE47E}"/>
          </ac:spMkLst>
        </pc:spChg>
      </pc:sldChg>
      <pc:sldChg chg="delSp add mod">
        <pc:chgData name="janghoon jun" userId="056a5883350c2f5e" providerId="LiveId" clId="{6DA654A6-03B0-40F7-A259-B276216985A6}" dt="2026-09-03T11:52:40.471" v="4282" actId="478"/>
        <pc:sldMkLst>
          <pc:docMk/>
          <pc:sldMk cId="231429646" sldId="501"/>
        </pc:sldMkLst>
        <pc:picChg chg="del">
          <ac:chgData name="janghoon jun" userId="056a5883350c2f5e" providerId="LiveId" clId="{6DA654A6-03B0-40F7-A259-B276216985A6}" dt="2026-09-03T11:52:40.471" v="4282" actId="478"/>
          <ac:picMkLst>
            <pc:docMk/>
            <pc:sldMk cId="231429646" sldId="501"/>
            <ac:picMk id="23" creationId="{05664B02-900A-A6FC-542C-7970ED772388}"/>
          </ac:picMkLst>
        </pc:picChg>
      </pc:sldChg>
      <pc:sldChg chg="del">
        <pc:chgData name="janghoon jun" userId="056a5883350c2f5e" providerId="LiveId" clId="{6DA654A6-03B0-40F7-A259-B276216985A6}" dt="2026-09-03T06:32:29.769" v="3815" actId="47"/>
        <pc:sldMkLst>
          <pc:docMk/>
          <pc:sldMk cId="0" sldId="502"/>
        </pc:sldMkLst>
      </pc:sldChg>
      <pc:sldChg chg="del">
        <pc:chgData name="janghoon jun" userId="056a5883350c2f5e" providerId="LiveId" clId="{6DA654A6-03B0-40F7-A259-B276216985A6}" dt="2026-09-03T06:32:29.769" v="3815" actId="47"/>
        <pc:sldMkLst>
          <pc:docMk/>
          <pc:sldMk cId="0" sldId="504"/>
        </pc:sldMkLst>
      </pc:sldChg>
      <pc:sldChg chg="del">
        <pc:chgData name="janghoon jun" userId="056a5883350c2f5e" providerId="LiveId" clId="{6DA654A6-03B0-40F7-A259-B276216985A6}" dt="2026-09-03T06:32:24.991" v="3814" actId="47"/>
        <pc:sldMkLst>
          <pc:docMk/>
          <pc:sldMk cId="0" sldId="505"/>
        </pc:sldMkLst>
      </pc:sldChg>
      <pc:sldChg chg="delSp modSp del mod">
        <pc:chgData name="janghoon jun" userId="056a5883350c2f5e" providerId="LiveId" clId="{6DA654A6-03B0-40F7-A259-B276216985A6}" dt="2026-09-03T06:32:29.769" v="3815" actId="47"/>
        <pc:sldMkLst>
          <pc:docMk/>
          <pc:sldMk cId="0" sldId="507"/>
        </pc:sldMkLst>
        <pc:picChg chg="del mod">
          <ac:chgData name="janghoon jun" userId="056a5883350c2f5e" providerId="LiveId" clId="{6DA654A6-03B0-40F7-A259-B276216985A6}" dt="2026-09-03T06:32:04.900" v="3808" actId="478"/>
          <ac:picMkLst>
            <pc:docMk/>
            <pc:sldMk cId="0" sldId="507"/>
            <ac:picMk id="4" creationId="{00000000-0000-0000-0000-000000000000}"/>
          </ac:picMkLst>
        </pc:picChg>
      </pc:sldChg>
      <pc:sldChg chg="modSp del mod">
        <pc:chgData name="janghoon jun" userId="056a5883350c2f5e" providerId="LiveId" clId="{6DA654A6-03B0-40F7-A259-B276216985A6}" dt="2026-09-03T06:32:29.769" v="3815" actId="47"/>
        <pc:sldMkLst>
          <pc:docMk/>
          <pc:sldMk cId="0" sldId="509"/>
        </pc:sldMkLst>
        <pc:spChg chg="mod">
          <ac:chgData name="janghoon jun" userId="056a5883350c2f5e" providerId="LiveId" clId="{6DA654A6-03B0-40F7-A259-B276216985A6}" dt="2026-09-03T02:57:12.364" v="3795" actId="403"/>
          <ac:spMkLst>
            <pc:docMk/>
            <pc:sldMk cId="0" sldId="509"/>
            <ac:spMk id="3" creationId="{00000000-0000-0000-0000-000000000000}"/>
          </ac:spMkLst>
        </pc:spChg>
      </pc:sldChg>
      <pc:sldChg chg="del">
        <pc:chgData name="janghoon jun" userId="056a5883350c2f5e" providerId="LiveId" clId="{6DA654A6-03B0-40F7-A259-B276216985A6}" dt="2026-09-03T06:32:29.769" v="3815" actId="47"/>
        <pc:sldMkLst>
          <pc:docMk/>
          <pc:sldMk cId="0" sldId="510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2026-09-03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B4C0D-57D7-2565-FD26-E1B1E4CE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5D4F2-5ACE-154A-784B-E6EED381C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162C2-FE11-6E32-1FCE-6B633296B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C914D-EC5E-0B98-ACE2-461F86802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32501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E93FF-8EF9-3684-103D-45B7200A6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54466-CB8B-7A8D-55BF-ECF513014F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FE95B-0128-C77A-1687-79D005E66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AA10F-2D2B-6FAF-8080-4868A6AAB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03239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5F7A7-0962-B2D8-8E69-EBDE726D2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A051C-E63C-E07C-7FE9-FA64B08750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B0B4D-2F8E-3DC6-19EC-DFB333BB3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곡선 전체</a:t>
            </a:r>
            <a:r>
              <a:rPr lang="en-US" altLang="ko-KR" sz="1200" dirty="0"/>
              <a:t>(128</a:t>
            </a:r>
            <a:r>
              <a:rPr lang="ko-KR" altLang="en-US" sz="1200" dirty="0"/>
              <a:t>포인트</a:t>
            </a:r>
            <a:r>
              <a:rPr lang="en-US" altLang="ko-KR" sz="1200" dirty="0"/>
              <a:t>) </a:t>
            </a:r>
            <a:r>
              <a:rPr lang="ko-KR" altLang="en-US" sz="1200" dirty="0"/>
              <a:t>단위 </a:t>
            </a:r>
            <a:r>
              <a:rPr lang="en-US" altLang="ko-KR" sz="1200" dirty="0"/>
              <a:t>permutation test(</a:t>
            </a:r>
            <a:r>
              <a:rPr lang="ko-KR" altLang="en-US" sz="1200" dirty="0"/>
              <a:t>그룹평균곡선 </a:t>
            </a:r>
            <a:r>
              <a:rPr lang="en-US" altLang="ko-KR" sz="1200" dirty="0"/>
              <a:t>L2 </a:t>
            </a:r>
            <a:r>
              <a:rPr lang="ko-KR" altLang="en-US" sz="1200" dirty="0"/>
              <a:t>거리 통계량</a:t>
            </a:r>
            <a:r>
              <a:rPr lang="en-US" altLang="ko-KR" sz="1200" dirty="0"/>
              <a:t>, 20,000</a:t>
            </a:r>
            <a:r>
              <a:rPr lang="ko-KR" altLang="en-US" sz="1200" dirty="0"/>
              <a:t>회 </a:t>
            </a:r>
            <a:r>
              <a:rPr lang="ko-KR" altLang="en-US" sz="1200" dirty="0" err="1"/>
              <a:t>셔플</a:t>
            </a:r>
            <a:r>
              <a:rPr lang="en-US" altLang="ko-KR" sz="1200" dirty="0"/>
              <a:t>, slice</a:t>
            </a:r>
            <a:r>
              <a:rPr lang="ko-KR" altLang="en-US" sz="1200" dirty="0"/>
              <a:t>별 </a:t>
            </a:r>
            <a:r>
              <a:rPr lang="en-US" altLang="ko-KR" sz="1200" dirty="0"/>
              <a:t>t-test </a:t>
            </a:r>
            <a:r>
              <a:rPr lang="ko-KR" altLang="en-US" sz="1200" dirty="0" err="1"/>
              <a:t>미실시</a:t>
            </a:r>
            <a:r>
              <a:rPr lang="en-US" altLang="ko-KR" sz="1200" dirty="0"/>
              <a:t>) — 6</a:t>
            </a:r>
            <a:r>
              <a:rPr lang="ko-KR" altLang="en-US" sz="1200" dirty="0"/>
              <a:t>개 조합 전부 </a:t>
            </a:r>
            <a:r>
              <a:rPr lang="en-US" altLang="ko-KR" sz="1200" dirty="0"/>
              <a:t>p&lt;0.0001</a:t>
            </a:r>
            <a:r>
              <a:rPr lang="ko-KR" altLang="en-US" sz="1200" dirty="0"/>
              <a:t>로 곡선 형태 자체는 유의하게 다름</a:t>
            </a:r>
            <a:r>
              <a:rPr lang="en-US" altLang="ko-KR" sz="1200" dirty="0"/>
              <a:t>, </a:t>
            </a:r>
            <a:r>
              <a:rPr lang="ko-KR" altLang="en-US" sz="1200" dirty="0"/>
              <a:t>단 예측력</a:t>
            </a:r>
            <a:r>
              <a:rPr lang="en-US" altLang="ko-KR" sz="1200" dirty="0"/>
              <a:t>(AUC) </a:t>
            </a:r>
            <a:r>
              <a:rPr lang="ko-KR" altLang="en-US" sz="1200" dirty="0"/>
              <a:t>개선으로는 이어지지 않음</a:t>
            </a:r>
            <a:r>
              <a:rPr lang="en-US" altLang="ko-KR" sz="1200" dirty="0"/>
              <a:t>(</a:t>
            </a:r>
            <a:r>
              <a:rPr lang="ko-KR" altLang="en-US" sz="1200" dirty="0"/>
              <a:t>슬라이드 </a:t>
            </a:r>
            <a:r>
              <a:rPr lang="en-US" altLang="ko-KR" sz="1200" dirty="0"/>
              <a:t>6·9)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A06D1-9001-574B-DFFD-D3D19E797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34940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3D411-E8DD-649B-2D47-40B900B8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32DDD-1180-1CA2-9524-D9ED2FD24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C32D0-924C-938E-4EC3-CF04DD74DF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34726-21DE-B368-8BC1-CD3C90696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55117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DF5C-BCC7-3B1F-E3E2-338E9B1C7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F0633-69E1-FD69-E331-5C413F1207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14820-9105-3301-2726-3F06852368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6ADF2-5E8F-CF03-7A69-A3D5D76F9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98428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89B2B-0F0D-B460-74D1-945111F3D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7DDFC-26BA-D14E-3BA9-E221354C28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A0999-7C16-98E7-E0D1-44DFD316D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8DD32-C003-B1F8-9E44-A6C4A7EED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96046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 FPCA 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및 </a:t>
            </a:r>
            <a:r>
              <a:rPr lang="en-US" altLang="ko-KR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1D CNN 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결과 비교</a:t>
            </a:r>
            <a:endParaRPr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9. 04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dirty="0" err="1"/>
              <a:t>목차</a:t>
            </a:r>
            <a:endParaRPr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FB6B5539-CC2D-F932-DAA3-12E2A40E7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lang="en-US" altLang="ko-KR" dirty="0"/>
              <a:t>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</a:p>
          <a:p>
            <a:pPr>
              <a:spcAft>
                <a:spcPts val="1000"/>
              </a:spcAft>
            </a:pPr>
            <a:r>
              <a:rPr lang="en-US" dirty="0"/>
              <a:t>References</a:t>
            </a:r>
          </a:p>
          <a:p>
            <a:pPr>
              <a:spcAft>
                <a:spcPts val="1000"/>
              </a:spcAft>
            </a:pPr>
            <a:r>
              <a:rPr lang="en-US" dirty="0"/>
              <a:t>Detailed Progress</a:t>
            </a:r>
          </a:p>
          <a:p>
            <a:pPr>
              <a:spcAft>
                <a:spcPts val="1000"/>
              </a:spcAft>
            </a:pPr>
            <a:r>
              <a:rPr lang="en-US" dirty="0"/>
              <a:t>Conclusion &amp; Next Plans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02787EC-F75F-AB92-4A6F-820CC3A5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lang="en-US" dirty="0"/>
              <a:t>Research 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/>
          <a:lstStyle/>
          <a:p>
            <a:r>
              <a:rPr b="1" dirty="0"/>
              <a:t>Clinic4(Sex, Age, Height, Weight) vs Clinic4 + VAT + SAT + AEC(FPCA)</a:t>
            </a:r>
          </a:p>
          <a:p>
            <a:pPr lvl="1"/>
            <a:r>
              <a:rPr dirty="0"/>
              <a:t>Internal ΔAUC </a:t>
            </a:r>
            <a:r>
              <a:rPr dirty="0" err="1"/>
              <a:t>평균</a:t>
            </a:r>
            <a:r>
              <a:rPr dirty="0"/>
              <a:t> +0.011 (HTN +0.016 · DM +0.013 · CKD +0.005)</a:t>
            </a:r>
          </a:p>
          <a:p>
            <a:pPr lvl="1"/>
            <a:r>
              <a:rPr dirty="0"/>
              <a:t>External ΔAUC </a:t>
            </a:r>
            <a:r>
              <a:rPr dirty="0" err="1"/>
              <a:t>평균</a:t>
            </a:r>
            <a:r>
              <a:rPr dirty="0"/>
              <a:t> +0.016 (HTN +0.016 · DM +0.020 · CKD +0.011)</a:t>
            </a:r>
          </a:p>
          <a:p>
            <a:r>
              <a:rPr b="1" dirty="0"/>
              <a:t>AEC-128 → 1D CNN </a:t>
            </a:r>
            <a:r>
              <a:rPr b="1" dirty="0" err="1"/>
              <a:t>멀티모달</a:t>
            </a:r>
            <a:r>
              <a:rPr b="1" dirty="0"/>
              <a:t> </a:t>
            </a:r>
            <a:r>
              <a:rPr b="1" dirty="0" err="1"/>
              <a:t>fusion으로</a:t>
            </a:r>
            <a:r>
              <a:rPr b="1" dirty="0"/>
              <a:t> </a:t>
            </a:r>
            <a:r>
              <a:rPr b="1" dirty="0" err="1"/>
              <a:t>재비교</a:t>
            </a:r>
            <a:r>
              <a:rPr b="1" dirty="0"/>
              <a:t> (</a:t>
            </a:r>
            <a:r>
              <a:rPr b="1" dirty="0" err="1"/>
              <a:t>아키텍처</a:t>
            </a:r>
            <a:r>
              <a:rPr b="1" dirty="0"/>
              <a:t> 10종·fusion 4종·전처리 </a:t>
            </a:r>
            <a:r>
              <a:rPr b="1" dirty="0" err="1"/>
              <a:t>다수</a:t>
            </a:r>
            <a:r>
              <a:rPr b="1" dirty="0"/>
              <a:t> </a:t>
            </a:r>
            <a:r>
              <a:rPr b="1" dirty="0" err="1"/>
              <a:t>스크리닝</a:t>
            </a:r>
            <a:r>
              <a:rPr b="1" dirty="0"/>
              <a:t>)</a:t>
            </a:r>
          </a:p>
          <a:p>
            <a:pPr lvl="1"/>
            <a:r>
              <a:rPr dirty="0"/>
              <a:t>Baseline vs FPCA vs 1D CNN 3-way: </a:t>
            </a:r>
            <a:r>
              <a:rPr dirty="0" err="1"/>
              <a:t>CNN이</a:t>
            </a:r>
            <a:r>
              <a:rPr dirty="0"/>
              <a:t> </a:t>
            </a:r>
            <a:r>
              <a:rPr dirty="0" err="1"/>
              <a:t>FPCA를</a:t>
            </a:r>
            <a:r>
              <a:rPr dirty="0"/>
              <a:t> </a:t>
            </a:r>
            <a:r>
              <a:rPr dirty="0" err="1"/>
              <a:t>이긴</a:t>
            </a:r>
            <a:r>
              <a:rPr dirty="0"/>
              <a:t> </a:t>
            </a:r>
            <a:r>
              <a:rPr dirty="0" err="1"/>
              <a:t>사례</a:t>
            </a:r>
            <a:r>
              <a:rPr dirty="0"/>
              <a:t> 0/6</a:t>
            </a:r>
          </a:p>
          <a:p>
            <a:pPr lvl="1"/>
            <a:r>
              <a:rPr dirty="0"/>
              <a:t>DM </a:t>
            </a:r>
            <a:r>
              <a:rPr dirty="0" err="1"/>
              <a:t>external은</a:t>
            </a:r>
            <a:r>
              <a:rPr dirty="0"/>
              <a:t> </a:t>
            </a:r>
            <a:r>
              <a:rPr dirty="0" err="1"/>
              <a:t>CNN이</a:t>
            </a:r>
            <a:r>
              <a:rPr dirty="0"/>
              <a:t> </a:t>
            </a:r>
            <a:r>
              <a:rPr dirty="0" err="1"/>
              <a:t>오히려</a:t>
            </a:r>
            <a:r>
              <a:rPr dirty="0"/>
              <a:t> </a:t>
            </a:r>
            <a:r>
              <a:rPr dirty="0" err="1"/>
              <a:t>유의하게</a:t>
            </a:r>
            <a:r>
              <a:rPr dirty="0"/>
              <a:t> </a:t>
            </a:r>
            <a:r>
              <a:rPr dirty="0" err="1"/>
              <a:t>열세</a:t>
            </a:r>
            <a:r>
              <a:rPr dirty="0"/>
              <a:t> (ΔAUC −0.031, DeLong p=0.0011)</a:t>
            </a:r>
          </a:p>
          <a:p>
            <a:r>
              <a:rPr b="1" dirty="0" err="1"/>
              <a:t>결론</a:t>
            </a:r>
            <a:r>
              <a:rPr b="1" dirty="0"/>
              <a:t>: AEC </a:t>
            </a:r>
            <a:r>
              <a:rPr b="1" dirty="0" err="1"/>
              <a:t>곡선</a:t>
            </a:r>
            <a:r>
              <a:rPr b="1" dirty="0"/>
              <a:t> </a:t>
            </a:r>
            <a:r>
              <a:rPr b="1" dirty="0" err="1"/>
              <a:t>정보는</a:t>
            </a:r>
            <a:r>
              <a:rPr b="1" dirty="0"/>
              <a:t> FPCA 3성분(PC1–3, </a:t>
            </a:r>
            <a:r>
              <a:rPr b="1" dirty="0" err="1"/>
              <a:t>누적분산</a:t>
            </a:r>
            <a:r>
              <a:rPr b="1" dirty="0"/>
              <a:t> 97.4%)</a:t>
            </a:r>
            <a:r>
              <a:rPr b="1" dirty="0" err="1"/>
              <a:t>으로</a:t>
            </a:r>
            <a:r>
              <a:rPr b="1" dirty="0"/>
              <a:t> </a:t>
            </a:r>
            <a:r>
              <a:rPr b="1" dirty="0" err="1"/>
              <a:t>충분히</a:t>
            </a:r>
            <a:r>
              <a:rPr b="1" dirty="0"/>
              <a:t> </a:t>
            </a:r>
            <a:r>
              <a:rPr b="1" dirty="0" err="1"/>
              <a:t>압축됨</a:t>
            </a:r>
            <a:r>
              <a:rPr b="1" dirty="0"/>
              <a:t> — 1D CNN </a:t>
            </a:r>
            <a:r>
              <a:rPr b="1" dirty="0" err="1"/>
              <a:t>추가이득</a:t>
            </a:r>
            <a:r>
              <a:rPr b="1" dirty="0"/>
              <a:t> </a:t>
            </a:r>
            <a:r>
              <a:rPr b="1" dirty="0" err="1"/>
              <a:t>없음</a:t>
            </a:r>
            <a:endParaRPr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04E895-0FEF-BC1A-0FA7-78D6A709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87C2AB-80F7-C18B-503C-6C54783C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>
            <a:normAutofit/>
          </a:bodyPr>
          <a:lstStyle/>
          <a:p>
            <a:r>
              <a:rPr sz="1700" b="1"/>
              <a:t>Beretta et al., Sustainable Energy Grids &amp; Networks 2020 — Functional PCA</a:t>
            </a:r>
          </a:p>
          <a:p>
            <a:pPr lvl="1"/>
            <a:r>
              <a:rPr sz="1300"/>
              <a:t>전력 소비 곡선 → FPCA로 저차원 score 압축 · elbow로 n_components 선정</a:t>
            </a:r>
          </a:p>
          <a:p>
            <a:r>
              <a:rPr sz="1700" b="1"/>
              <a:t>Kachuee et al., IEEE ICHI 2018 (arXiv:1805.00794) — 1D CNN 원조격 아키텍처</a:t>
            </a:r>
          </a:p>
          <a:p>
            <a:pPr lvl="1"/>
            <a:r>
              <a:rPr sz="1300"/>
              <a:t>원시 ECG → Conv1D+Residual block 5개 직접 학습 · raw 곡선 conv 인코더 원형</a:t>
            </a:r>
          </a:p>
          <a:p>
            <a:r>
              <a:rPr sz="1700" b="1"/>
              <a:t>Mei et al., arXiv:2405.03239 — DeepSpiro</a:t>
            </a:r>
          </a:p>
          <a:p>
            <a:pPr lvl="1"/>
            <a:r>
              <a:rPr sz="1300"/>
              <a:t>곡선 encoder + 인구학적 변수를 heterogeneous fusion+temporal attention으로 결합</a:t>
            </a:r>
          </a:p>
          <a:p>
            <a:r>
              <a:rPr sz="1700" b="1"/>
              <a:t>Li et al., PeerJ Computer Science 2025 (DOI:10.7717/peerj-cs.3038) — PACFNet</a:t>
            </a:r>
          </a:p>
          <a:p>
            <a:pPr lvl="1"/>
            <a:r>
              <a:rPr sz="1300"/>
              <a:t>ECG+PCG 4단계 progressive cross-modal attention 융합 · cross-attention fusion 구현 사례</a:t>
            </a:r>
          </a:p>
          <a:p>
            <a:r>
              <a:rPr sz="1700" b="1"/>
              <a:t>Alipour et al., Radiology Advances 2025 (umaf035) — XComposition</a:t>
            </a:r>
          </a:p>
          <a:p>
            <a:pPr lvl="1"/>
            <a:r>
              <a:rPr sz="1300"/>
              <a:t>흉부 X-ray(영상 신호)+임상변수 4종을 concat fusion → 체성분 추정 · 본 연구 curve+clinic concat 구조의 근접 선례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306C984-B95E-E633-CAEC-E8E8E7719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14C11-A2B1-E6AC-8D67-125407E49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7410-953B-4D1D-2BC8-93827835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Progress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0FEBAE-6E66-30DA-9E32-2BE1EEA96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2531532"/>
          </a:xfrm>
        </p:spPr>
        <p:txBody>
          <a:bodyPr wrap="square">
            <a:normAutofit lnSpcReduction="10000"/>
          </a:bodyPr>
          <a:lstStyle/>
          <a:p>
            <a:r>
              <a:rPr dirty="0"/>
              <a:t>AEC-128 </a:t>
            </a:r>
            <a:r>
              <a:rPr dirty="0" err="1"/>
              <a:t>원시곡선</a:t>
            </a:r>
            <a:r>
              <a:rPr dirty="0"/>
              <a:t>(</a:t>
            </a:r>
            <a:r>
              <a:rPr dirty="0" err="1"/>
              <a:t>liver→hip</a:t>
            </a:r>
            <a:r>
              <a:rPr dirty="0"/>
              <a:t>) → internal </a:t>
            </a:r>
            <a:r>
              <a:rPr dirty="0" err="1"/>
              <a:t>코호트</a:t>
            </a:r>
            <a:r>
              <a:rPr dirty="0"/>
              <a:t> PCA → elbow(</a:t>
            </a:r>
            <a:r>
              <a:rPr dirty="0" err="1"/>
              <a:t>Kneedle</a:t>
            </a:r>
            <a:r>
              <a:rPr dirty="0"/>
              <a:t>) k=3 </a:t>
            </a:r>
            <a:r>
              <a:rPr dirty="0" err="1"/>
              <a:t>고정</a:t>
            </a:r>
            <a:endParaRPr lang="en-US" dirty="0"/>
          </a:p>
          <a:p>
            <a:pPr lvl="1"/>
            <a:r>
              <a:rPr dirty="0"/>
              <a:t>전 </a:t>
            </a:r>
            <a:r>
              <a:rPr dirty="0" err="1"/>
              <a:t>질환·모델</a:t>
            </a:r>
            <a:r>
              <a:rPr dirty="0"/>
              <a:t> </a:t>
            </a:r>
            <a:r>
              <a:rPr dirty="0" err="1"/>
              <a:t>공통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(Prespecified AEC Score)</a:t>
            </a:r>
          </a:p>
          <a:p>
            <a:r>
              <a:rPr dirty="0"/>
              <a:t>PC1–3 </a:t>
            </a:r>
            <a:r>
              <a:rPr dirty="0" err="1"/>
              <a:t>누적</a:t>
            </a:r>
            <a:r>
              <a:rPr dirty="0"/>
              <a:t> explained variance 97.4% (PC1 84.6% · PC2 10.2% · PC3 2.6%)</a:t>
            </a:r>
          </a:p>
          <a:p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: Sex/Age/Height/Weight + VAT+SAT + FPCA(PC1–3) → Logistic Regression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69B836B-4EA8-BDED-D703-3F731A40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5" name="Picture 4" descr="fig_scree_elb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656928"/>
            <a:ext cx="3971767" cy="2720748"/>
          </a:xfrm>
          <a:prstGeom prst="rect">
            <a:avLst/>
          </a:prstGeom>
        </p:spPr>
      </p:pic>
      <p:pic>
        <p:nvPicPr>
          <p:cNvPr id="6" name="Picture 5" descr="fpca_load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767" y="3656928"/>
            <a:ext cx="7054229" cy="272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19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CAAAE-7E97-0AD6-02BE-298312547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2804-FFAB-2B50-A236-1ECE69A4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Progress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D984B2-087D-E81B-A974-64F9B725A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600000"/>
          </a:xfrm>
        </p:spPr>
        <p:txBody>
          <a:bodyPr wrap="square">
            <a:normAutofit/>
          </a:bodyPr>
          <a:lstStyle/>
          <a:p>
            <a:r>
              <a:rPr sz="1800" dirty="0"/>
              <a:t>Family B: Clinic4 → + VAT+SAT → + VAT+SAT+AEC(FPCA), 5-fold OOF(internal) / frozen </a:t>
            </a:r>
            <a:r>
              <a:rPr sz="1800" dirty="0" err="1"/>
              <a:t>평가</a:t>
            </a:r>
            <a:r>
              <a:rPr sz="1800" dirty="0"/>
              <a:t>(external)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7EA8495-A832-0D03-0EB2-ADA9029E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8000" y="5890000"/>
            <a:ext cx="11176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AEC 추가효과(DeLong, +VAT+SAT 대비): HTN internal p=0.91 / external p=0.26  ·  DM internal p=0.050 / external p=0.18  ·  CKD internal p=0.66 / external p=0.079  — 유의(p&lt;0.05) 0/6</a:t>
            </a:r>
          </a:p>
        </p:txBody>
      </p:sp>
      <p:pic>
        <p:nvPicPr>
          <p:cNvPr id="7" name="Picture 6" descr="logistic_regression_auc_summary_vats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93" y="1577468"/>
            <a:ext cx="10092214" cy="431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55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5B060-C1C9-E631-48A7-1CF11620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F575B-11AD-FF3A-607F-AA37B15A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Progress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DAE8BD-3A47-A9E4-0FA6-C97AA1DCB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7"/>
            <a:ext cx="11176000" cy="1289141"/>
          </a:xfrm>
        </p:spPr>
        <p:txBody>
          <a:bodyPr wrap="square">
            <a:normAutofit/>
          </a:bodyPr>
          <a:lstStyle/>
          <a:p>
            <a:r>
              <a:rPr dirty="0" err="1"/>
              <a:t>질환</a:t>
            </a:r>
            <a:r>
              <a:rPr dirty="0"/>
              <a:t>(HTN/DM/CKD) </a:t>
            </a:r>
            <a:r>
              <a:rPr dirty="0" err="1"/>
              <a:t>유무별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AEC </a:t>
            </a:r>
            <a:r>
              <a:rPr dirty="0" err="1"/>
              <a:t>곡선</a:t>
            </a:r>
            <a:r>
              <a:rPr dirty="0"/>
              <a:t> </a:t>
            </a:r>
            <a:r>
              <a:rPr lang="en-US" altLang="ko-KR" dirty="0"/>
              <a:t>—</a:t>
            </a:r>
            <a:r>
              <a:rPr dirty="0"/>
              <a:t> patient-wise z-score </a:t>
            </a:r>
            <a:r>
              <a:rPr dirty="0" err="1"/>
              <a:t>정규화</a:t>
            </a:r>
            <a:endParaRPr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1F6C822-D69E-A1B7-7585-A8528F05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5" name="Picture 4" descr="aec_mean_curve_grid.png"/>
          <p:cNvPicPr>
            <a:picLocks noChangeAspect="1"/>
          </p:cNvPicPr>
          <p:nvPr/>
        </p:nvPicPr>
        <p:blipFill>
          <a:blip r:embed="rId3"/>
          <a:srcRect t="4820"/>
          <a:stretch>
            <a:fillRect/>
          </a:stretch>
        </p:blipFill>
        <p:spPr>
          <a:xfrm>
            <a:off x="1818185" y="1540565"/>
            <a:ext cx="8555629" cy="483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69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D5289-8D6A-6CA6-7A11-37A0EF2A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7FF57-1C6E-30CD-0A07-E7692F52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Progress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CE46F8-A092-75A7-509C-CBD3E5F3D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>
            <a:normAutofit/>
          </a:bodyPr>
          <a:lstStyle/>
          <a:p>
            <a:pPr/>
            <a:r>
              <a:rPr sz="1800" b="1"/>
              <a:t>Alipour et al., Radiology Advances 2025 (umaf035) — XComposition 아키텍처</a:t>
            </a:r>
          </a:p>
          <a:p>
            <a:pPr lvl="1"/>
            <a:r>
              <a:rPr sz="1400"/>
              <a:t>흉부 X-ray → CNN 인코더(Flatten) + 임상변수(Age/Sex/Weight/Height) → Early/Intermediate/Late Fusion 비교 → Dense → 체성분(골격근/VAT/SAT/척추골 volume) 예측</a:t>
            </a:r>
          </a:p>
          <a:p>
            <a:pPr lvl="1"/>
            <a:r>
              <a:rPr sz="1400"/>
              <a:t>본 연구 구조(AEC curve encoder + clinic encoder 각각 임베딩 → concat(32) → 공유 Fusion Head, 슬라이드 9)는 이 분류 체계상 Intermediate Fusion에 해당 — Late Fusion(모달리티별 독립 예측 후 결합)이 아니라, 특징벡터 단계에서 결합 후 공유 head로 처리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BEF1BA-AAF2-CF32-7673-DB08E6C8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CAD3FB6-96EF-4EA0-1457-BA73AB685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948" y="1645654"/>
            <a:ext cx="9810104" cy="460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420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44EE8-F0F7-5A5F-FB82-89245802C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334E-7EE1-AEB2-581C-2978E3EC2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Progress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ED1048-15AB-69C1-8A23-6437F96F1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>
            <a:normAutofit/>
          </a:bodyPr>
          <a:lstStyle/>
          <a:p>
            <a:r>
              <a:rPr sz="2000" dirty="0"/>
              <a:t>1D CNN </a:t>
            </a:r>
            <a:r>
              <a:rPr sz="2000" dirty="0" err="1"/>
              <a:t>멀티모달</a:t>
            </a:r>
            <a:r>
              <a:rPr sz="2000" dirty="0"/>
              <a:t> </a:t>
            </a:r>
            <a:r>
              <a:rPr sz="2000" dirty="0" err="1"/>
              <a:t>아키텍처</a:t>
            </a:r>
            <a:r>
              <a:rPr sz="2000" dirty="0"/>
              <a:t> </a:t>
            </a:r>
            <a:r>
              <a:rPr sz="2000" dirty="0" err="1"/>
              <a:t>도식화</a:t>
            </a:r>
            <a:endParaRPr sz="20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1E8A08C-F64C-9189-00EA-233B8B6298E9}"/>
              </a:ext>
            </a:extLst>
          </p:cNvPr>
          <p:cNvGrpSpPr/>
          <p:nvPr/>
        </p:nvGrpSpPr>
        <p:grpSpPr>
          <a:xfrm>
            <a:off x="432682" y="2148840"/>
            <a:ext cx="11326635" cy="2560320"/>
            <a:chOff x="457199" y="2148840"/>
            <a:chExt cx="11326635" cy="2560320"/>
          </a:xfrm>
        </p:grpSpPr>
        <p:sp>
          <p:nvSpPr>
            <p:cNvPr id="6" name="Rounded Rectangle 2">
              <a:extLst>
                <a:ext uri="{FF2B5EF4-FFF2-40B4-BE49-F238E27FC236}">
                  <a16:creationId xmlns:a16="http://schemas.microsoft.com/office/drawing/2014/main" id="{9D4CF375-4219-A116-C4EB-8A1A09D68F6B}"/>
                </a:ext>
              </a:extLst>
            </p:cNvPr>
            <p:cNvSpPr/>
            <p:nvPr/>
          </p:nvSpPr>
          <p:spPr>
            <a:xfrm>
              <a:off x="457200" y="2148840"/>
              <a:ext cx="1463040" cy="777240"/>
            </a:xfrm>
            <a:prstGeom prst="roundRect">
              <a:avLst/>
            </a:prstGeom>
            <a:solidFill>
              <a:srgbClr val="1B6BA8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AEC 곡선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</a:rPr>
                <a:t>(128포인트)</a:t>
              </a:r>
            </a:p>
          </p:txBody>
        </p:sp>
        <p:sp>
          <p:nvSpPr>
            <p:cNvPr id="7" name="Rounded Rectangle 3">
              <a:extLst>
                <a:ext uri="{FF2B5EF4-FFF2-40B4-BE49-F238E27FC236}">
                  <a16:creationId xmlns:a16="http://schemas.microsoft.com/office/drawing/2014/main" id="{B113B332-62B2-1131-8860-9FA8EF083BF3}"/>
                </a:ext>
              </a:extLst>
            </p:cNvPr>
            <p:cNvSpPr/>
            <p:nvPr/>
          </p:nvSpPr>
          <p:spPr>
            <a:xfrm>
              <a:off x="2286000" y="2148840"/>
              <a:ext cx="1463040" cy="777240"/>
            </a:xfrm>
            <a:prstGeom prst="roundRect">
              <a:avLst/>
            </a:prstGeom>
            <a:solidFill>
              <a:srgbClr val="1B6BA8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Conv1D x3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</a:rPr>
                <a:t>64-128-64채널</a:t>
              </a:r>
            </a:p>
          </p:txBody>
        </p:sp>
        <p:sp>
          <p:nvSpPr>
            <p:cNvPr id="8" name="Rounded Rectangle 4">
              <a:extLst>
                <a:ext uri="{FF2B5EF4-FFF2-40B4-BE49-F238E27FC236}">
                  <a16:creationId xmlns:a16="http://schemas.microsoft.com/office/drawing/2014/main" id="{B7E7DEFD-1EAF-9E9D-CF9E-195622FDEDC6}"/>
                </a:ext>
              </a:extLst>
            </p:cNvPr>
            <p:cNvSpPr/>
            <p:nvPr/>
          </p:nvSpPr>
          <p:spPr>
            <a:xfrm>
              <a:off x="4114800" y="2148840"/>
              <a:ext cx="1463040" cy="777240"/>
            </a:xfrm>
            <a:prstGeom prst="roundRect">
              <a:avLst/>
            </a:prstGeom>
            <a:solidFill>
              <a:srgbClr val="1B6BA8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전역평균풀링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</a:rPr>
                <a:t>+ Embed(16)</a:t>
              </a:r>
            </a:p>
          </p:txBody>
        </p:sp>
        <p:sp>
          <p:nvSpPr>
            <p:cNvPr id="9" name="Rounded Rectangle 5">
              <a:extLst>
                <a:ext uri="{FF2B5EF4-FFF2-40B4-BE49-F238E27FC236}">
                  <a16:creationId xmlns:a16="http://schemas.microsoft.com/office/drawing/2014/main" id="{E5F630F8-2C78-D2B3-9D1A-17C351605CDD}"/>
                </a:ext>
              </a:extLst>
            </p:cNvPr>
            <p:cNvSpPr/>
            <p:nvPr/>
          </p:nvSpPr>
          <p:spPr>
            <a:xfrm>
              <a:off x="457199" y="3931920"/>
              <a:ext cx="2753139" cy="777240"/>
            </a:xfrm>
            <a:prstGeom prst="roundRect">
              <a:avLst/>
            </a:prstGeom>
            <a:solidFill>
              <a:srgbClr val="E2622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 dirty="0" err="1">
                  <a:solidFill>
                    <a:srgbClr val="FFFFFF"/>
                  </a:solidFill>
                </a:rPr>
                <a:t>임상변수</a:t>
              </a:r>
              <a:r>
                <a:rPr sz="1300" b="1" dirty="0">
                  <a:solidFill>
                    <a:srgbClr val="FFFFFF"/>
                  </a:solidFill>
                </a:rPr>
                <a:t> 6종</a:t>
              </a:r>
            </a:p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(</a:t>
              </a:r>
              <a:r>
                <a:rPr sz="1300" b="1" dirty="0" err="1">
                  <a:solidFill>
                    <a:srgbClr val="FFFFFF"/>
                  </a:solidFill>
                </a:rPr>
                <a:t>성별</a:t>
              </a:r>
              <a:r>
                <a:rPr sz="1300" b="1" dirty="0">
                  <a:solidFill>
                    <a:srgbClr val="FFFFFF"/>
                  </a:solidFill>
                </a:rPr>
                <a:t>/</a:t>
              </a:r>
              <a:r>
                <a:rPr sz="1300" b="1" dirty="0" err="1">
                  <a:solidFill>
                    <a:srgbClr val="FFFFFF"/>
                  </a:solidFill>
                </a:rPr>
                <a:t>나이</a:t>
              </a:r>
              <a:r>
                <a:rPr sz="1300" b="1" dirty="0">
                  <a:solidFill>
                    <a:srgbClr val="FFFFFF"/>
                  </a:solidFill>
                </a:rPr>
                <a:t>/키/</a:t>
              </a:r>
              <a:r>
                <a:rPr sz="1300" b="1" dirty="0" err="1">
                  <a:solidFill>
                    <a:srgbClr val="FFFFFF"/>
                  </a:solidFill>
                </a:rPr>
                <a:t>몸무게</a:t>
              </a:r>
              <a:r>
                <a:rPr sz="1300" b="1" dirty="0">
                  <a:solidFill>
                    <a:srgbClr val="FFFFFF"/>
                  </a:solidFill>
                </a:rPr>
                <a:t>/VAT/SAT)</a:t>
              </a:r>
            </a:p>
          </p:txBody>
        </p:sp>
        <p:sp>
          <p:nvSpPr>
            <p:cNvPr id="10" name="Rounded Rectangle 6">
              <a:extLst>
                <a:ext uri="{FF2B5EF4-FFF2-40B4-BE49-F238E27FC236}">
                  <a16:creationId xmlns:a16="http://schemas.microsoft.com/office/drawing/2014/main" id="{C7C65E37-43AD-9198-3B8D-4B70CFA17F22}"/>
                </a:ext>
              </a:extLst>
            </p:cNvPr>
            <p:cNvSpPr/>
            <p:nvPr/>
          </p:nvSpPr>
          <p:spPr>
            <a:xfrm>
              <a:off x="3931920" y="3931920"/>
              <a:ext cx="1645920" cy="777240"/>
            </a:xfrm>
            <a:prstGeom prst="roundRect">
              <a:avLst/>
            </a:prstGeom>
            <a:solidFill>
              <a:srgbClr val="E2622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Linear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</a:rPr>
                <a:t>+ Embed(16)</a:t>
              </a:r>
            </a:p>
          </p:txBody>
        </p:sp>
        <p:sp>
          <p:nvSpPr>
            <p:cNvPr id="11" name="Rounded Rectangle 7">
              <a:extLst>
                <a:ext uri="{FF2B5EF4-FFF2-40B4-BE49-F238E27FC236}">
                  <a16:creationId xmlns:a16="http://schemas.microsoft.com/office/drawing/2014/main" id="{33B3A35A-7B95-72CA-6CB2-8E4DF205C024}"/>
                </a:ext>
              </a:extLst>
            </p:cNvPr>
            <p:cNvSpPr/>
            <p:nvPr/>
          </p:nvSpPr>
          <p:spPr>
            <a:xfrm>
              <a:off x="7028954" y="3154680"/>
              <a:ext cx="1188720" cy="77724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Concat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</a:rPr>
                <a:t>(32)</a:t>
              </a:r>
            </a:p>
          </p:txBody>
        </p:sp>
        <p:sp>
          <p:nvSpPr>
            <p:cNvPr id="12" name="Rounded Rectangle 8">
              <a:extLst>
                <a:ext uri="{FF2B5EF4-FFF2-40B4-BE49-F238E27FC236}">
                  <a16:creationId xmlns:a16="http://schemas.microsoft.com/office/drawing/2014/main" id="{65836CE1-35AD-1049-B3B4-D8E8746B95FF}"/>
                </a:ext>
              </a:extLst>
            </p:cNvPr>
            <p:cNvSpPr/>
            <p:nvPr/>
          </p:nvSpPr>
          <p:spPr>
            <a:xfrm>
              <a:off x="8583433" y="3154680"/>
              <a:ext cx="1737360" cy="77724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Fusion Head</a:t>
              </a:r>
            </a:p>
            <a:p>
              <a:pPr algn="ctr"/>
              <a:r>
                <a:rPr sz="1300" b="1" dirty="0" err="1">
                  <a:solidFill>
                    <a:srgbClr val="FFFFFF"/>
                  </a:solidFill>
                </a:rPr>
                <a:t>Linear+ReLU</a:t>
              </a:r>
              <a:endParaRPr lang="en-US" sz="1300" b="1" dirty="0">
                <a:solidFill>
                  <a:srgbClr val="FFFFFF"/>
                </a:solidFill>
              </a:endParaRPr>
            </a:p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+Dropout</a:t>
              </a:r>
            </a:p>
          </p:txBody>
        </p:sp>
        <p:sp>
          <p:nvSpPr>
            <p:cNvPr id="13" name="Rounded Rectangle 9">
              <a:extLst>
                <a:ext uri="{FF2B5EF4-FFF2-40B4-BE49-F238E27FC236}">
                  <a16:creationId xmlns:a16="http://schemas.microsoft.com/office/drawing/2014/main" id="{56EBE596-2FBD-20BB-AFE9-C57539D69B33}"/>
                </a:ext>
              </a:extLst>
            </p:cNvPr>
            <p:cNvSpPr/>
            <p:nvPr/>
          </p:nvSpPr>
          <p:spPr>
            <a:xfrm>
              <a:off x="10595114" y="3154680"/>
              <a:ext cx="1188720" cy="777240"/>
            </a:xfrm>
            <a:prstGeom prst="roundRect">
              <a:avLst/>
            </a:prstGeom>
            <a:solidFill>
              <a:srgbClr val="2E8B57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Output</a:t>
              </a:r>
            </a:p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P(</a:t>
              </a:r>
              <a:r>
                <a:rPr sz="1300" b="1" dirty="0" err="1">
                  <a:solidFill>
                    <a:srgbClr val="FFFFFF"/>
                  </a:solidFill>
                </a:rPr>
                <a:t>질환</a:t>
              </a:r>
              <a:r>
                <a:rPr sz="1300" b="1" dirty="0">
                  <a:solidFill>
                    <a:srgbClr val="FFFFFF"/>
                  </a:solidFill>
                </a:rPr>
                <a:t>)</a:t>
              </a:r>
            </a:p>
          </p:txBody>
        </p:sp>
        <p:cxnSp>
          <p:nvCxnSpPr>
            <p:cNvPr id="14" name="Connector 10">
              <a:extLst>
                <a:ext uri="{FF2B5EF4-FFF2-40B4-BE49-F238E27FC236}">
                  <a16:creationId xmlns:a16="http://schemas.microsoft.com/office/drawing/2014/main" id="{879F2841-50DA-638C-EAEB-B518A6A09F22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1920240" y="2537460"/>
              <a:ext cx="365760" cy="0"/>
            </a:xfrm>
            <a:prstGeom prst="line">
              <a:avLst/>
            </a:prstGeom>
            <a:ln w="22225">
              <a:solidFill>
                <a:srgbClr val="1B6B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1">
              <a:extLst>
                <a:ext uri="{FF2B5EF4-FFF2-40B4-BE49-F238E27FC236}">
                  <a16:creationId xmlns:a16="http://schemas.microsoft.com/office/drawing/2014/main" id="{705F0396-384D-1CE1-2D91-AB2A30AFD39F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3749040" y="2537460"/>
              <a:ext cx="365760" cy="0"/>
            </a:xfrm>
            <a:prstGeom prst="line">
              <a:avLst/>
            </a:prstGeom>
            <a:ln w="22225">
              <a:solidFill>
                <a:srgbClr val="1B6B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2">
              <a:extLst>
                <a:ext uri="{FF2B5EF4-FFF2-40B4-BE49-F238E27FC236}">
                  <a16:creationId xmlns:a16="http://schemas.microsoft.com/office/drawing/2014/main" id="{F0F74609-C655-72A8-3684-8E6E9C4C428D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3210338" y="4320540"/>
              <a:ext cx="721582" cy="0"/>
            </a:xfrm>
            <a:prstGeom prst="line">
              <a:avLst/>
            </a:prstGeom>
            <a:ln w="22225">
              <a:solidFill>
                <a:srgbClr val="E2622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3">
              <a:extLst>
                <a:ext uri="{FF2B5EF4-FFF2-40B4-BE49-F238E27FC236}">
                  <a16:creationId xmlns:a16="http://schemas.microsoft.com/office/drawing/2014/main" id="{60139370-295F-D5E1-0B8C-7E28C42AFF20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5577840" y="2537460"/>
              <a:ext cx="1451114" cy="891540"/>
            </a:xfrm>
            <a:prstGeom prst="line">
              <a:avLst/>
            </a:prstGeom>
            <a:ln w="22225">
              <a:solidFill>
                <a:srgbClr val="1B6B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4">
              <a:extLst>
                <a:ext uri="{FF2B5EF4-FFF2-40B4-BE49-F238E27FC236}">
                  <a16:creationId xmlns:a16="http://schemas.microsoft.com/office/drawing/2014/main" id="{81CA9269-FB7B-E34F-2556-3C7BE582912E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5577840" y="3727175"/>
              <a:ext cx="1451114" cy="593365"/>
            </a:xfrm>
            <a:prstGeom prst="line">
              <a:avLst/>
            </a:prstGeom>
            <a:ln w="22225">
              <a:solidFill>
                <a:srgbClr val="E2622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5">
              <a:extLst>
                <a:ext uri="{FF2B5EF4-FFF2-40B4-BE49-F238E27FC236}">
                  <a16:creationId xmlns:a16="http://schemas.microsoft.com/office/drawing/2014/main" id="{396CABAD-5CCB-0FA0-E882-B5E148BDEE3E}"/>
                </a:ext>
              </a:extLst>
            </p:cNvPr>
            <p:cNvCxnSpPr/>
            <p:nvPr/>
          </p:nvCxnSpPr>
          <p:spPr>
            <a:xfrm>
              <a:off x="8217674" y="3543300"/>
              <a:ext cx="365759" cy="0"/>
            </a:xfrm>
            <a:prstGeom prst="line">
              <a:avLst/>
            </a:prstGeom>
            <a:ln w="22225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6">
              <a:extLst>
                <a:ext uri="{FF2B5EF4-FFF2-40B4-BE49-F238E27FC236}">
                  <a16:creationId xmlns:a16="http://schemas.microsoft.com/office/drawing/2014/main" id="{155FD7B5-9E82-9FAE-D219-AABF0B837FE6}"/>
                </a:ext>
              </a:extLst>
            </p:cNvPr>
            <p:cNvCxnSpPr/>
            <p:nvPr/>
          </p:nvCxnSpPr>
          <p:spPr>
            <a:xfrm>
              <a:off x="10320793" y="3543300"/>
              <a:ext cx="274321" cy="0"/>
            </a:xfrm>
            <a:prstGeom prst="line">
              <a:avLst/>
            </a:prstGeom>
            <a:ln w="22225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FFF5BB3-5687-8EA4-5F3F-50869EF48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42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601DB-84C6-FD0A-C78B-62E4DFEF1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EA6C-CD6B-3E34-497A-A1C1236FF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Progress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11BA0B-CE4F-3235-D7F6-E7508AFAE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950000"/>
          </a:xfrm>
        </p:spPr>
        <p:txBody>
          <a:bodyPr wrap="square">
            <a:normAutofit/>
          </a:bodyPr>
          <a:lstStyle/>
          <a:p>
            <a:pPr/>
            <a:r>
              <a:rPr sz="1500"/>
              <a:t>Clinic4 vs Clinic4+VAT+SAT+AEC(FPCA) vs Clinic4+VAT+SAT+AEC(1D CNN) 3-way 비교</a:t>
            </a:r>
          </a:p>
          <a:p>
            <a:pPr lvl="1"/>
            <a:r>
              <a:rPr sz="1300"/>
              <a:t>AEC 입력 전처리 차이: FPCA는 raw 곡선에 PCA / CNN은 patient-wise z-score 정규화 곡선 입력 (두 표현 모두 clinic4+VAT+SAT는 동일)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3FE912-BD55-1988-2C82-0FCFDDEA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5" name="Picture 4" descr="auc_comparison_3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628" y="1867468"/>
            <a:ext cx="6888745" cy="39625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8000" y="5890000"/>
            <a:ext cx="11176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DeLong(FPCA vs CNN): HTN internal p=0.053 / external p=0.93  ·  DM internal p=0.51 / external p=0.0011(CNN 유의 열세)  ·  CKD internal p=0.075 / external p=0.61  — CNN이 FPCA를 유의하게 이긴 사례 0/6</a:t>
            </a:r>
          </a:p>
        </p:txBody>
      </p:sp>
    </p:spTree>
    <p:extLst>
      <p:ext uri="{BB962C8B-B14F-4D97-AF65-F5344CB8AC3E}">
        <p14:creationId xmlns:p14="http://schemas.microsoft.com/office/powerpoint/2010/main" val="4128333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lang="en-US" dirty="0"/>
              <a:t>Conclusion &amp; Next Plans</a:t>
            </a:r>
            <a:endParaRPr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CCDD57E-67F8-2FB6-9B68-BE2B8AE4E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/>
              <a:t>Conclusion</a:t>
            </a:r>
          </a:p>
          <a:p>
            <a:pPr lvl="1"/>
            <a:r>
              <a:rPr sz="1500"/>
              <a:t>AEC-128 곡선 정보는 FPCA PC1–3(누적분산 97.4%)로 충분히 압축됨</a:t>
            </a:r>
          </a:p>
          <a:p>
            <a:pPr lvl="1"/>
            <a:r>
              <a:rPr sz="1500"/>
              <a:t>질환 유무별 곡선 형태는 permutation test로 유의하게 다름(6/6, p&lt;0.0001) — 그러나 이 형태차이가 예측력(AUC) 개선으로는 전환되지 않음</a:t>
            </a:r>
          </a:p>
          <a:p>
            <a:pPr lvl="1"/>
            <a:r>
              <a:rPr sz="1500"/>
              <a:t>곡선 인코더 20여 방법론(아키텍처·fusion·전처리) 전부 FPCA 대비 우위 없음 — DM external 유의 열세(p=0.0011)</a:t>
            </a:r>
          </a:p>
          <a:p>
            <a:pPr lvl="1"/>
            <a:r>
              <a:rPr sz="1500"/>
              <a:t>Clinic4+VAT+SAT 대비 AEC 추가효과는 방향은 일관되게 양(+)이나 통계적 유의 0/6(95% CI 전부 baseline과 중첩)</a:t>
            </a:r>
          </a:p>
          <a:p>
            <a:pPr/>
            <a:r>
              <a:rPr sz="2000" b="1"/>
              <a:t>Next Plans</a:t>
            </a:r>
          </a:p>
          <a:p>
            <a:pPr lvl="1"/>
            <a:r>
              <a:rPr sz="1500"/>
              <a:t>AEC를 "부가 정보원"이 아닌 "세그멘테이션 대체재"로 프레이밍 전환 — 비열등성 검정 진행 중</a:t>
            </a:r>
          </a:p>
          <a:p>
            <a:pPr lvl="1"/>
            <a:r>
              <a:rPr sz="1500"/>
              <a:t>곡선 형태차이가 AUC로 전환되지 않는 기전 규명 — VAT/SAT와 부분 중복(r=0.09–0.44) 또는 효과크기 자체가 작을 가능성</a:t>
            </a:r>
          </a:p>
          <a:p>
            <a:pPr lvl="1"/>
            <a:r>
              <a:rPr sz="1500"/>
              <a:t>후속 후보: 연속형 검사수치(ΔR²), 사망 예후(follow-up cohort)로 평가축 확장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9F6610-04ED-DFAA-CBF9-E490D4F88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atch_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7150</TotalTime>
  <Words>851</Words>
  <Application>Microsoft Office PowerPoint</Application>
  <PresentationFormat>와이드스크린</PresentationFormat>
  <Paragraphs>84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KoPub돋움체 Medium</vt:lpstr>
      <vt:lpstr>Arial</vt:lpstr>
      <vt:lpstr>KoPub돋움체 Bold</vt:lpstr>
      <vt:lpstr>Office 테마</vt:lpstr>
      <vt:lpstr>PowerPoint 프레젠테이션</vt:lpstr>
      <vt:lpstr>목차</vt:lpstr>
      <vt:lpstr>Research Summary</vt:lpstr>
      <vt:lpstr>References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Conclusion &amp; Next Plans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694</cp:revision>
  <dcterms:created xsi:type="dcterms:W3CDTF">2026-04-09T07:05:16Z</dcterms:created>
  <dcterms:modified xsi:type="dcterms:W3CDTF">2026-09-03T11:53:59Z</dcterms:modified>
</cp:coreProperties>
</file>
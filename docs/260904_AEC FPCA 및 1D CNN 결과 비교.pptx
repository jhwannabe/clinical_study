
<file path=[Content_Types].xml><?xml version="1.0" encoding="utf-8"?>
<Types xmlns="http://schemas.openxmlformats.org/package/2006/content-types">
  <Default Extension="fntdata" ContentType="application/x-fontdata"/>
  <Default Extension="jpeg" ContentType="image/jpeg"/>
  <Default Extension="png" ContentType="image/png"/>
  <Default Extension="rels" ContentType="application/vnd.openxmlformats-package.relationships+xml"/>
  <Default Extension="wdp" ContentType="image/vnd.ms-photo"/>
  <Default Extension="xml" ContentType="application/xml"/>
  <Override PartName="/ppt/webextensions/taskpanes.xml" ContentType="application/vnd.ms-office.webextensiontaskpanes+xml"/>
  <Override PartName="/ppt/webextensions/webextension1.xml" ContentType="application/vnd.ms-office.webextens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notesMasters/notesMaster1.xml" ContentType="application/vnd.openxmlformats-officedocument.presentationml.notesMaster+xml"/>
  <Override PartName="/ppt/commentAuthors.xml" ContentType="application/vnd.openxmlformats-officedocument.presentationml.commentAuthor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changesInfos/changesInfo1.xml" ContentType="application/vnd.ms-powerpoint.changes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thumbnail" Target="docProps/thumbnail.jpeg"/><Relationship Id="rId2" Type="http://schemas.openxmlformats.org/officeDocument/2006/relationships/officeDocument" Target="ppt/presentation.xml"/><Relationship Id="rId1" Type="http://schemas.microsoft.com/office/2011/relationships/webextensiontaskpanes" Target="ppt/webextensions/taskpanes.xml"/><Relationship Id="rId5" Type="http://schemas.openxmlformats.org/officeDocument/2006/relationships/extended-properties" Target="docProps/app.xml"/><Relationship Id="rId4" Type="http://schemas.openxmlformats.org/package/2006/relationships/metadata/core-properties" Target="docProps/core.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embedTrueTypeFonts="1" saveSubsetFonts="1">
  <p:sldMasterIdLst>
    <p:sldMasterId id="2147483648" r:id="rId1"/>
  </p:sldMasterIdLst>
  <p:notesMasterIdLst>
    <p:notesMasterId r:id="rId11"/>
  </p:notesMasterIdLst>
  <p:sldIdLst>
    <p:sldId id="256" r:id="rId2"/>
    <p:sldId id="257" r:id="rId3"/>
    <p:sldId id="488" r:id="rId4"/>
    <p:sldId id="494" r:id="rId5"/>
    <p:sldId id="492" r:id="rId6"/>
    <p:sldId id="495" r:id="rId7"/>
    <p:sldId id="493" r:id="rId8"/>
    <p:sldId id="491" r:id="rId9"/>
    <p:sldId id="487" r:id="rId10"/>
  </p:sldIdLst>
  <p:sldSz cx="12192000" cy="6858000"/>
  <p:notesSz cx="6858000" cy="9144000"/>
  <p:embeddedFontLst>
    <p:embeddedFont>
      <p:font typeface="KoPub돋움체 Bold" panose="00000800000000000000" pitchFamily="2" charset="-127"/>
      <p:bold r:id="rId12"/>
    </p:embeddedFont>
    <p:embeddedFont>
      <p:font typeface="KoPub돋움체 Medium" panose="00000600000000000000" pitchFamily="2" charset="-127"/>
      <p:regular r:id="rId13"/>
    </p:embeddedFont>
  </p:embeddedFontLst>
  <p:defaultTextStyle>
    <a:defPPr>
      <a:defRPr lang="ko-KR"/>
    </a:defPPr>
    <a:lvl1pPr marL="0" algn="l" defTabSz="914400" rtl="0" eaLnBrk="1" latinLnBrk="1" hangingPunct="1">
      <a:defRPr sz="1800" kern="1200">
        <a:solidFill>
          <a:schemeClr val="tx1"/>
        </a:solidFill>
        <a:latin typeface="+mn-lt"/>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기본 구역" id="{097B6DF2-66C3-4074-9053-F9AA00FED5D5}">
          <p14:sldIdLst>
            <p14:sldId id="256"/>
            <p14:sldId id="257"/>
            <p14:sldId id="488"/>
            <p14:sldId id="494"/>
            <p14:sldId id="492"/>
            <p14:sldId id="495"/>
            <p14:sldId id="493"/>
            <p14:sldId id="491"/>
            <p14:sldId id="487"/>
          </p14:sldIdLst>
        </p14:section>
      </p14:sectionLst>
    </p:ext>
    <p:ext uri="{EFAFB233-063F-42B5-8137-9DF3F51BA10A}">
      <p15:sldGuideLst xmlns:p15="http://schemas.microsoft.com/office/powerpoint/2012/main"/>
    </p:ext>
    <p:ext uri="{2D200454-40CA-4A62-9FC3-DE9A4176ACB9}">
      <p15:notesGuideLst xmlns:p15="http://schemas.microsoft.com/office/powerpoint/2012/main"/>
    </p:ext>
  </p:extLst>
</p:presentation>
</file>

<file path=ppt/commentAuthors.xml><?xml version="1.0" encoding="utf-8"?>
<p:cmAuthorLst xmlns:a="http://schemas.openxmlformats.org/drawingml/2006/main" xmlns:r="http://schemas.openxmlformats.org/officeDocument/2006/relationships" xmlns:p="http://schemas.openxmlformats.org/presentationml/2006/main">
  <p:cmAuthor id="1" name="전장훈" initials="전" lastIdx="19" clrIdx="0">
    <p:extLst>
      <p:ext uri="{19B8F6BF-5375-455C-9EA6-DF929625EA0E}">
        <p15:presenceInfo xmlns:p15="http://schemas.microsoft.com/office/powerpoint/2012/main" userId="전장훈" providerId="None"/>
      </p:ext>
    </p:extLst>
  </p:cmAuthor>
</p:cm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2F5597"/>
    <a:srgbClr val="5C7DD0"/>
    <a:srgbClr val="1F346B"/>
    <a:srgbClr val="023670"/>
    <a:srgbClr val="17A5AA"/>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9D7B26C5-4107-4FEC-AEDC-1716B250A1EF}" styleName="밝은 스타일 1">
    <a:wholeTbl>
      <a:tcTxStyle>
        <a:fontRef idx="minor">
          <a:scrgbClr r="0" g="0" b="0"/>
        </a:fontRef>
        <a:schemeClr val="tx1"/>
      </a:tcTxStyle>
      <a:tcStyle>
        <a:tcBdr>
          <a:left>
            <a:ln>
              <a:noFill/>
            </a:ln>
          </a:left>
          <a:right>
            <a:ln>
              <a:noFill/>
            </a:ln>
          </a:right>
          <a:top>
            <a:ln w="12700" cmpd="sng">
              <a:solidFill>
                <a:schemeClr val="tx1"/>
              </a:solidFill>
            </a:ln>
          </a:top>
          <a:bottom>
            <a:ln w="12700" cmpd="sng">
              <a:solidFill>
                <a:schemeClr val="tx1"/>
              </a:solidFill>
            </a:ln>
          </a:bottom>
          <a:insideH>
            <a:ln>
              <a:noFill/>
            </a:ln>
          </a:insideH>
          <a:insideV>
            <a:ln>
              <a:noFill/>
            </a:ln>
          </a:insideV>
        </a:tcBdr>
        <a:fill>
          <a:noFill/>
        </a:fill>
      </a:tcStyle>
    </a:wholeTbl>
    <a:band1H>
      <a:tcStyle>
        <a:tcBdr/>
        <a:fill>
          <a:solidFill>
            <a:schemeClr val="tx1">
              <a:alpha val="20000"/>
            </a:schemeClr>
          </a:solidFill>
        </a:fill>
      </a:tcStyle>
    </a:band1H>
    <a:band2H>
      <a:tcStyle>
        <a:tcBdr/>
      </a:tcStyle>
    </a:band2H>
    <a:band1V>
      <a:tcStyle>
        <a:tcBdr/>
        <a:fill>
          <a:solidFill>
            <a:schemeClr val="tx1">
              <a:alpha val="20000"/>
            </a:schemeClr>
          </a:solidFill>
        </a:fill>
      </a:tcStyle>
    </a:band1V>
    <a:lastCol>
      <a:tcTxStyle b="on"/>
      <a:tcStyle>
        <a:tcBdr/>
      </a:tcStyle>
    </a:lastCol>
    <a:firstCol>
      <a:tcTxStyle b="on"/>
      <a:tcStyle>
        <a:tcBdr/>
      </a:tcStyle>
    </a:firstCol>
    <a:lastRow>
      <a:tcTxStyle b="on"/>
      <a:tcStyle>
        <a:tcBdr>
          <a:top>
            <a:ln w="12700" cmpd="sng">
              <a:solidFill>
                <a:schemeClr val="tx1"/>
              </a:solidFill>
            </a:ln>
          </a:top>
        </a:tcBdr>
        <a:fill>
          <a:noFill/>
        </a:fill>
      </a:tcStyle>
    </a:lastRow>
    <a:firstRow>
      <a:tcTxStyle b="on"/>
      <a:tcStyle>
        <a:tcBdr>
          <a:bottom>
            <a:ln w="12700" cmpd="sng">
              <a:solidFill>
                <a:schemeClr val="tx1"/>
              </a:solidFill>
            </a:ln>
          </a:bottom>
        </a:tcBdr>
        <a:fill>
          <a:noFill/>
        </a:fill>
      </a:tcStyle>
    </a:firstRow>
  </a:tblStyle>
  <a:tblStyle styleId="{793D81CF-94F2-401A-BA57-92F5A7B2D0C5}" styleName="보통 스타일 1">
    <a:wholeTbl>
      <a:tcTxStyle>
        <a:fontRef idx="minor">
          <a:scrgbClr r="0" g="0" b="0"/>
        </a:fontRef>
        <a:schemeClr val="dk1"/>
      </a:tcTxStyle>
      <a:tcStyle>
        <a:tcBdr>
          <a:left>
            <a:ln w="12700" cmpd="sng">
              <a:solidFill>
                <a:schemeClr val="dk1"/>
              </a:solidFill>
            </a:ln>
          </a:left>
          <a:right>
            <a:ln w="12700" cmpd="sng">
              <a:solidFill>
                <a:schemeClr val="dk1"/>
              </a:solidFill>
            </a:ln>
          </a:right>
          <a:top>
            <a:ln w="12700" cmpd="sng">
              <a:solidFill>
                <a:schemeClr val="dk1"/>
              </a:solidFill>
            </a:ln>
          </a:top>
          <a:bottom>
            <a:ln w="12700" cmpd="sng">
              <a:solidFill>
                <a:schemeClr val="dk1"/>
              </a:solidFill>
            </a:ln>
          </a:bottom>
          <a:insideH>
            <a:ln w="12700" cmpd="sng">
              <a:solidFill>
                <a:schemeClr val="dk1"/>
              </a:solid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tcStyle>
        <a:tcBdr/>
      </a:tcStyle>
    </a:lastCol>
    <a:firstCol>
      <a:tcTxStyle b="on"/>
      <a:tcStyle>
        <a:tcBdr/>
      </a:tcStyle>
    </a:firstCol>
    <a:lastRow>
      <a:tcTxStyle b="on"/>
      <a:tcStyle>
        <a:tcBdr>
          <a:top>
            <a:ln w="50800" cmpd="dbl">
              <a:solidFill>
                <a:schemeClr val="dk1"/>
              </a:solidFill>
            </a:ln>
          </a:top>
        </a:tcBdr>
        <a:fill>
          <a:solidFill>
            <a:schemeClr val="lt1"/>
          </a:solidFill>
        </a:fill>
      </a:tcStyle>
    </a:lastRow>
    <a:firstRow>
      <a:tcTxStyle b="on">
        <a:fontRef idx="minor">
          <a:scrgbClr r="0" g="0" b="0"/>
        </a:fontRef>
        <a:schemeClr val="lt1"/>
      </a:tcTxStyle>
      <a:tcStyle>
        <a:tcBdr/>
        <a:fill>
          <a:solidFill>
            <a:schemeClr val="dk1"/>
          </a:solidFill>
        </a:fill>
      </a:tcStyle>
    </a:firstRow>
  </a:tblStyle>
  <a:tblStyle styleId="{5C22544A-7EE6-4342-B048-85BDC9FD1C3A}" styleName="보통 스타일 2 - 강조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073A0DAA-6AF3-43AB-8588-CEC1D06C72B9}" styleName="보통 스타일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dk1">
              <a:tint val="20000"/>
            </a:schemeClr>
          </a:solidFill>
        </a:fill>
      </a:tcStyle>
    </a:wholeTbl>
    <a:band1H>
      <a:tcStyle>
        <a:tcBdr/>
        <a:fill>
          <a:solidFill>
            <a:schemeClr val="dk1">
              <a:tint val="40000"/>
            </a:schemeClr>
          </a:solidFill>
        </a:fill>
      </a:tcStyle>
    </a:band1H>
    <a:band2H>
      <a:tcStyle>
        <a:tcBdr/>
      </a:tcStyle>
    </a:band2H>
    <a:band1V>
      <a:tcStyle>
        <a:tcBdr/>
        <a:fill>
          <a:solidFill>
            <a:schemeClr val="dk1">
              <a:tint val="40000"/>
            </a:schemeClr>
          </a:solidFill>
        </a:fill>
      </a:tcStyle>
    </a:band1V>
    <a:band2V>
      <a:tcStyle>
        <a:tcBdr/>
      </a:tcStyle>
    </a:band2V>
    <a:lastCol>
      <a:tcTxStyle b="on">
        <a:fontRef idx="minor">
          <a:prstClr val="black"/>
        </a:fontRef>
        <a:schemeClr val="lt1"/>
      </a:tcTxStyle>
      <a:tcStyle>
        <a:tcBdr/>
        <a:fill>
          <a:solidFill>
            <a:schemeClr val="dk1"/>
          </a:solidFill>
        </a:fill>
      </a:tcStyle>
    </a:lastCol>
    <a:firstCol>
      <a:tcTxStyle b="on">
        <a:fontRef idx="minor">
          <a:prstClr val="black"/>
        </a:fontRef>
        <a:schemeClr val="lt1"/>
      </a:tcTxStyle>
      <a:tcStyle>
        <a:tcBdr/>
        <a:fill>
          <a:solidFill>
            <a:schemeClr val="dk1"/>
          </a:solidFill>
        </a:fill>
      </a:tcStyle>
    </a:firstCol>
    <a:lastRow>
      <a:tcTxStyle b="on">
        <a:fontRef idx="minor">
          <a:prstClr val="black"/>
        </a:fontRef>
        <a:schemeClr val="lt1"/>
      </a:tcTxStyle>
      <a:tcStyle>
        <a:tcBdr>
          <a:top>
            <a:ln w="38100" cmpd="sng">
              <a:solidFill>
                <a:schemeClr val="lt1"/>
              </a:solidFill>
            </a:ln>
          </a:top>
        </a:tcBdr>
        <a:fill>
          <a:solidFill>
            <a:schemeClr val="dk1"/>
          </a:solidFill>
        </a:fill>
      </a:tcStyle>
    </a:lastRow>
    <a:firstRow>
      <a:tcTxStyle b="on">
        <a:fontRef idx="minor">
          <a:prstClr val="black"/>
        </a:fontRef>
        <a:schemeClr val="lt1"/>
      </a:tcTxStyle>
      <a:tcStyle>
        <a:tcBdr>
          <a:bottom>
            <a:ln w="38100" cmpd="sng">
              <a:solidFill>
                <a:schemeClr val="lt1"/>
              </a:solidFill>
            </a:ln>
          </a:bottom>
        </a:tcBdr>
        <a:fill>
          <a:solidFill>
            <a:schemeClr val="dk1"/>
          </a:solidFill>
        </a:fill>
      </a:tcStyle>
    </a:firstRow>
  </a:tblStyle>
  <a:tblStyle styleId="{93296810-A885-4BE3-A3E7-6D5BEEA58F35}" styleName="보통 스타일 2 - 강조 6">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6">
              <a:tint val="20000"/>
            </a:schemeClr>
          </a:solidFill>
        </a:fill>
      </a:tcStyle>
    </a:wholeTbl>
    <a:band1H>
      <a:tcStyle>
        <a:tcBdr/>
        <a:fill>
          <a:solidFill>
            <a:schemeClr val="accent6">
              <a:tint val="40000"/>
            </a:schemeClr>
          </a:solidFill>
        </a:fill>
      </a:tcStyle>
    </a:band1H>
    <a:band2H>
      <a:tcStyle>
        <a:tcBdr/>
      </a:tcStyle>
    </a:band2H>
    <a:band1V>
      <a:tcStyle>
        <a:tcBdr/>
        <a:fill>
          <a:solidFill>
            <a:schemeClr val="accent6">
              <a:tint val="40000"/>
            </a:schemeClr>
          </a:solidFill>
        </a:fill>
      </a:tcStyle>
    </a:band1V>
    <a:band2V>
      <a:tcStyle>
        <a:tcBdr/>
      </a:tcStyle>
    </a:band2V>
    <a:lastCol>
      <a:tcTxStyle b="on">
        <a:fontRef idx="minor">
          <a:prstClr val="black"/>
        </a:fontRef>
        <a:schemeClr val="lt1"/>
      </a:tcTxStyle>
      <a:tcStyle>
        <a:tcBdr/>
        <a:fill>
          <a:solidFill>
            <a:schemeClr val="accent6"/>
          </a:solidFill>
        </a:fill>
      </a:tcStyle>
    </a:lastCol>
    <a:firstCol>
      <a:tcTxStyle b="on">
        <a:fontRef idx="minor">
          <a:prstClr val="black"/>
        </a:fontRef>
        <a:schemeClr val="lt1"/>
      </a:tcTxStyle>
      <a:tcStyle>
        <a:tcBdr/>
        <a:fill>
          <a:solidFill>
            <a:schemeClr val="accent6"/>
          </a:solidFill>
        </a:fill>
      </a:tcStyle>
    </a:firstCol>
    <a:lastRow>
      <a:tcTxStyle b="on">
        <a:fontRef idx="minor">
          <a:prstClr val="black"/>
        </a:fontRef>
        <a:schemeClr val="lt1"/>
      </a:tcTxStyle>
      <a:tcStyle>
        <a:tcBdr>
          <a:top>
            <a:ln w="38100" cmpd="sng">
              <a:solidFill>
                <a:schemeClr val="lt1"/>
              </a:solidFill>
            </a:ln>
          </a:top>
        </a:tcBdr>
        <a:fill>
          <a:solidFill>
            <a:schemeClr val="accent6"/>
          </a:solidFill>
        </a:fill>
      </a:tcStyle>
    </a:lastRow>
    <a:firstRow>
      <a:tcTxStyle b="on">
        <a:fontRef idx="minor">
          <a:prstClr val="black"/>
        </a:fontRef>
        <a:schemeClr val="lt1"/>
      </a:tcTxStyle>
      <a:tcStyle>
        <a:tcBdr>
          <a:bottom>
            <a:ln w="38100" cmpd="sng">
              <a:solidFill>
                <a:schemeClr val="lt1"/>
              </a:solidFill>
            </a:ln>
          </a:bottom>
        </a:tcBdr>
        <a:fill>
          <a:solidFill>
            <a:schemeClr val="accent6"/>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987" autoAdjust="0"/>
    <p:restoredTop sz="87152" autoAdjust="0"/>
  </p:normalViewPr>
  <p:slideViewPr>
    <p:cSldViewPr snapToGrid="0">
      <p:cViewPr varScale="1">
        <p:scale>
          <a:sx n="96" d="100"/>
          <a:sy n="96" d="100"/>
        </p:scale>
        <p:origin x="1092" y="90"/>
      </p:cViewPr>
      <p:guideLst/>
    </p:cSldViewPr>
  </p:slideViewPr>
  <p:notesTextViewPr>
    <p:cViewPr>
      <p:scale>
        <a:sx n="3" d="2"/>
        <a:sy n="3" d="2"/>
      </p:scale>
      <p:origin x="0" y="0"/>
    </p:cViewPr>
  </p:notesTextViewPr>
  <p:notesViewPr>
    <p:cSldViewPr snapToGrid="0">
      <p:cViewPr varScale="1">
        <p:scale>
          <a:sx n="84" d="100"/>
          <a:sy n="84" d="100"/>
        </p:scale>
        <p:origin x="3912" y="96"/>
      </p:cViewPr>
      <p:guideLst/>
    </p:cSldViewPr>
  </p:notes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font" Target="fonts/font2.fntdata"/><Relationship Id="rId18" Type="http://schemas.openxmlformats.org/officeDocument/2006/relationships/tableStyles" Target="tableStyle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font" Target="fonts/font1.fntdata"/><Relationship Id="rId17" Type="http://schemas.openxmlformats.org/officeDocument/2006/relationships/theme" Target="theme/theme1.xml"/><Relationship Id="rId2" Type="http://schemas.openxmlformats.org/officeDocument/2006/relationships/slide" Target="slides/slide1.xml"/><Relationship Id="rId16"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notesMaster" Target="notesMasters/notesMaster1.xml"/><Relationship Id="rId5" Type="http://schemas.openxmlformats.org/officeDocument/2006/relationships/slide" Target="slides/slide4.xml"/><Relationship Id="rId15" Type="http://schemas.openxmlformats.org/officeDocument/2006/relationships/presProps" Target="presProps.xml"/><Relationship Id="rId10" Type="http://schemas.openxmlformats.org/officeDocument/2006/relationships/slide" Target="slides/slide9.xml"/><Relationship Id="rId19" Type="http://schemas.microsoft.com/office/2016/11/relationships/changesInfo" Target="changesInfos/changesInfo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commentAuthors" Target="commentAuthors.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janghoon jun" userId="056a5883350c2f5e" providerId="LiveId" clId="{6DA654A6-03B0-40F7-A259-B276216985A6}"/>
    <pc:docChg chg="undo redo custSel addSld delSld modSld sldOrd modSection">
      <pc:chgData name="janghoon jun" userId="056a5883350c2f5e" providerId="LiveId" clId="{6DA654A6-03B0-40F7-A259-B276216985A6}" dt="2026-09-03T08:36:37.832" v="3910" actId="20577"/>
      <pc:docMkLst>
        <pc:docMk/>
      </pc:docMkLst>
      <pc:sldChg chg="modSp mod modNotes modNotesTx">
        <pc:chgData name="janghoon jun" userId="056a5883350c2f5e" providerId="LiveId" clId="{6DA654A6-03B0-40F7-A259-B276216985A6}" dt="2026-09-02T02:35:51.383" v="3706" actId="20577"/>
        <pc:sldMkLst>
          <pc:docMk/>
          <pc:sldMk cId="0" sldId="256"/>
        </pc:sldMkLst>
        <pc:spChg chg="mod">
          <ac:chgData name="janghoon jun" userId="056a5883350c2f5e" providerId="LiveId" clId="{6DA654A6-03B0-40F7-A259-B276216985A6}" dt="2026-09-02T02:35:44.400" v="3696" actId="20577"/>
          <ac:spMkLst>
            <pc:docMk/>
            <pc:sldMk cId="0" sldId="256"/>
            <ac:spMk id="2" creationId="{00000000-0000-0000-0000-000000000000}"/>
          </ac:spMkLst>
        </pc:spChg>
        <pc:spChg chg="mod">
          <ac:chgData name="janghoon jun" userId="056a5883350c2f5e" providerId="LiveId" clId="{6DA654A6-03B0-40F7-A259-B276216985A6}" dt="2026-09-02T02:35:51.383" v="3706" actId="20577"/>
          <ac:spMkLst>
            <pc:docMk/>
            <pc:sldMk cId="0" sldId="256"/>
            <ac:spMk id="3" creationId="{00000000-0000-0000-0000-000000000000}"/>
          </ac:spMkLst>
        </pc:spChg>
      </pc:sldChg>
      <pc:sldChg chg="addSp delSp modSp mod chgLayout modNotes modNotesTx">
        <pc:chgData name="janghoon jun" userId="056a5883350c2f5e" providerId="LiveId" clId="{6DA654A6-03B0-40F7-A259-B276216985A6}" dt="2026-09-03T06:33:07.388" v="3860" actId="6549"/>
        <pc:sldMkLst>
          <pc:docMk/>
          <pc:sldMk cId="0" sldId="257"/>
        </pc:sldMkLst>
        <pc:spChg chg="mod ord">
          <ac:chgData name="janghoon jun" userId="056a5883350c2f5e" providerId="LiveId" clId="{6DA654A6-03B0-40F7-A259-B276216985A6}" dt="2026-09-02T02:37:45.894" v="3728" actId="6549"/>
          <ac:spMkLst>
            <pc:docMk/>
            <pc:sldMk cId="0" sldId="257"/>
            <ac:spMk id="2" creationId="{00000000-0000-0000-0000-000000000000}"/>
          </ac:spMkLst>
        </pc:spChg>
        <pc:spChg chg="add mod ord">
          <ac:chgData name="janghoon jun" userId="056a5883350c2f5e" providerId="LiveId" clId="{6DA654A6-03B0-40F7-A259-B276216985A6}" dt="2026-09-03T06:33:02.811" v="3859" actId="20577"/>
          <ac:spMkLst>
            <pc:docMk/>
            <pc:sldMk cId="0" sldId="257"/>
            <ac:spMk id="12" creationId="{FB6B5539-CC2D-F932-DAA3-12E2A40E7236}"/>
          </ac:spMkLst>
        </pc:spChg>
        <pc:grpChg chg="add del mod">
          <ac:chgData name="janghoon jun" userId="056a5883350c2f5e" providerId="LiveId" clId="{6DA654A6-03B0-40F7-A259-B276216985A6}" dt="2026-09-02T02:37:40.171" v="3725" actId="478"/>
          <ac:grpSpMkLst>
            <pc:docMk/>
            <pc:sldMk cId="0" sldId="257"/>
            <ac:grpSpMk id="11" creationId="{1FA019A3-0AB6-2C56-8302-ED956B7043E1}"/>
          </ac:grpSpMkLst>
        </pc:grpChg>
        <pc:picChg chg="add del mod modCrop">
          <ac:chgData name="janghoon jun" userId="056a5883350c2f5e" providerId="LiveId" clId="{6DA654A6-03B0-40F7-A259-B276216985A6}" dt="2026-09-02T02:37:41.017" v="3726" actId="478"/>
          <ac:picMkLst>
            <pc:docMk/>
            <pc:sldMk cId="0" sldId="257"/>
            <ac:picMk id="3" creationId="{23CAF732-A9F9-BCFC-439A-A342776582FF}"/>
          </ac:picMkLst>
        </pc:picChg>
      </pc:sldChg>
      <pc:sldChg chg="add del modNotes">
        <pc:chgData name="janghoon jun" userId="056a5883350c2f5e" providerId="LiveId" clId="{6DA654A6-03B0-40F7-A259-B276216985A6}" dt="2026-09-02T02:37:52.972" v="3735" actId="47"/>
        <pc:sldMkLst>
          <pc:docMk/>
          <pc:sldMk cId="1147349972" sldId="262"/>
        </pc:sldMkLst>
      </pc:sldChg>
      <pc:sldChg chg="modSp add del mod modNotes">
        <pc:chgData name="janghoon jun" userId="056a5883350c2f5e" providerId="LiveId" clId="{6DA654A6-03B0-40F7-A259-B276216985A6}" dt="2026-09-02T02:37:51.142" v="3732" actId="47"/>
        <pc:sldMkLst>
          <pc:docMk/>
          <pc:sldMk cId="845412182" sldId="263"/>
        </pc:sldMkLst>
      </pc:sldChg>
      <pc:sldChg chg="add modNotes">
        <pc:chgData name="janghoon jun" userId="056a5883350c2f5e" providerId="LiveId" clId="{6DA654A6-03B0-40F7-A259-B276216985A6}" dt="2026-09-02T02:37:32.227" v="3724" actId="368"/>
        <pc:sldMkLst>
          <pc:docMk/>
          <pc:sldMk cId="0" sldId="487"/>
        </pc:sldMkLst>
      </pc:sldChg>
      <pc:sldChg chg="modSp del mod ord modNotes">
        <pc:chgData name="janghoon jun" userId="056a5883350c2f5e" providerId="LiveId" clId="{6DA654A6-03B0-40F7-A259-B276216985A6}" dt="2026-09-03T06:32:29.769" v="3815" actId="47"/>
        <pc:sldMkLst>
          <pc:docMk/>
          <pc:sldMk cId="0" sldId="488"/>
        </pc:sldMkLst>
      </pc:sldChg>
      <pc:sldChg chg="modSp del mod">
        <pc:chgData name="janghoon jun" userId="056a5883350c2f5e" providerId="LiveId" clId="{6DA654A6-03B0-40F7-A259-B276216985A6}" dt="2026-09-03T06:50:01.332" v="3881" actId="47"/>
        <pc:sldMkLst>
          <pc:docMk/>
          <pc:sldMk cId="0" sldId="489"/>
        </pc:sldMkLst>
        <pc:spChg chg="mod">
          <ac:chgData name="janghoon jun" userId="056a5883350c2f5e" providerId="LiveId" clId="{6DA654A6-03B0-40F7-A259-B276216985A6}" dt="2026-09-03T06:49:37.599" v="3875" actId="27636"/>
          <ac:spMkLst>
            <pc:docMk/>
            <pc:sldMk cId="0" sldId="489"/>
            <ac:spMk id="2" creationId="{00000000-0000-0000-0000-000000000000}"/>
          </ac:spMkLst>
        </pc:spChg>
        <pc:spChg chg="mod">
          <ac:chgData name="janghoon jun" userId="056a5883350c2f5e" providerId="LiveId" clId="{6DA654A6-03B0-40F7-A259-B276216985A6}" dt="2026-09-03T06:42:37.490" v="3864" actId="1076"/>
          <ac:spMkLst>
            <pc:docMk/>
            <pc:sldMk cId="0" sldId="489"/>
            <ac:spMk id="3" creationId="{00000000-0000-0000-0000-000000000000}"/>
          </ac:spMkLst>
        </pc:spChg>
        <pc:spChg chg="mod">
          <ac:chgData name="janghoon jun" userId="056a5883350c2f5e" providerId="LiveId" clId="{6DA654A6-03B0-40F7-A259-B276216985A6}" dt="2026-09-03T06:42:37.490" v="3864" actId="1076"/>
          <ac:spMkLst>
            <pc:docMk/>
            <pc:sldMk cId="0" sldId="489"/>
            <ac:spMk id="4" creationId="{00000000-0000-0000-0000-000000000000}"/>
          </ac:spMkLst>
        </pc:spChg>
        <pc:spChg chg="mod">
          <ac:chgData name="janghoon jun" userId="056a5883350c2f5e" providerId="LiveId" clId="{6DA654A6-03B0-40F7-A259-B276216985A6}" dt="2026-09-03T06:42:37.490" v="3864" actId="1076"/>
          <ac:spMkLst>
            <pc:docMk/>
            <pc:sldMk cId="0" sldId="489"/>
            <ac:spMk id="5" creationId="{00000000-0000-0000-0000-000000000000}"/>
          </ac:spMkLst>
        </pc:spChg>
        <pc:spChg chg="mod">
          <ac:chgData name="janghoon jun" userId="056a5883350c2f5e" providerId="LiveId" clId="{6DA654A6-03B0-40F7-A259-B276216985A6}" dt="2026-09-03T06:42:13.005" v="3861" actId="1076"/>
          <ac:spMkLst>
            <pc:docMk/>
            <pc:sldMk cId="0" sldId="489"/>
            <ac:spMk id="8" creationId="{00000000-0000-0000-0000-000000000000}"/>
          </ac:spMkLst>
        </pc:spChg>
        <pc:spChg chg="mod">
          <ac:chgData name="janghoon jun" userId="056a5883350c2f5e" providerId="LiveId" clId="{6DA654A6-03B0-40F7-A259-B276216985A6}" dt="2026-09-03T06:42:13.005" v="3861" actId="1076"/>
          <ac:spMkLst>
            <pc:docMk/>
            <pc:sldMk cId="0" sldId="489"/>
            <ac:spMk id="9" creationId="{00000000-0000-0000-0000-000000000000}"/>
          </ac:spMkLst>
        </pc:spChg>
        <pc:spChg chg="mod">
          <ac:chgData name="janghoon jun" userId="056a5883350c2f5e" providerId="LiveId" clId="{6DA654A6-03B0-40F7-A259-B276216985A6}" dt="2026-09-03T06:42:13.005" v="3861" actId="1076"/>
          <ac:spMkLst>
            <pc:docMk/>
            <pc:sldMk cId="0" sldId="489"/>
            <ac:spMk id="10" creationId="{00000000-0000-0000-0000-000000000000}"/>
          </ac:spMkLst>
        </pc:spChg>
        <pc:cxnChg chg="mod">
          <ac:chgData name="janghoon jun" userId="056a5883350c2f5e" providerId="LiveId" clId="{6DA654A6-03B0-40F7-A259-B276216985A6}" dt="2026-09-03T06:42:51.794" v="3871" actId="14100"/>
          <ac:cxnSpMkLst>
            <pc:docMk/>
            <pc:sldMk cId="0" sldId="489"/>
            <ac:cxnSpMk id="11" creationId="{00000000-0000-0000-0000-000000000000}"/>
          </ac:cxnSpMkLst>
        </pc:cxnChg>
        <pc:cxnChg chg="mod">
          <ac:chgData name="janghoon jun" userId="056a5883350c2f5e" providerId="LiveId" clId="{6DA654A6-03B0-40F7-A259-B276216985A6}" dt="2026-09-03T06:42:55.896" v="3873" actId="14100"/>
          <ac:cxnSpMkLst>
            <pc:docMk/>
            <pc:sldMk cId="0" sldId="489"/>
            <ac:cxnSpMk id="12" creationId="{00000000-0000-0000-0000-000000000000}"/>
          </ac:cxnSpMkLst>
        </pc:cxnChg>
        <pc:cxnChg chg="mod">
          <ac:chgData name="janghoon jun" userId="056a5883350c2f5e" providerId="LiveId" clId="{6DA654A6-03B0-40F7-A259-B276216985A6}" dt="2026-09-03T06:42:47.143" v="3869" actId="14100"/>
          <ac:cxnSpMkLst>
            <pc:docMk/>
            <pc:sldMk cId="0" sldId="489"/>
            <ac:cxnSpMk id="13" creationId="{00000000-0000-0000-0000-000000000000}"/>
          </ac:cxnSpMkLst>
        </pc:cxnChg>
        <pc:cxnChg chg="mod">
          <ac:chgData name="janghoon jun" userId="056a5883350c2f5e" providerId="LiveId" clId="{6DA654A6-03B0-40F7-A259-B276216985A6}" dt="2026-09-03T06:42:40.206" v="3865" actId="14100"/>
          <ac:cxnSpMkLst>
            <pc:docMk/>
            <pc:sldMk cId="0" sldId="489"/>
            <ac:cxnSpMk id="14" creationId="{00000000-0000-0000-0000-000000000000}"/>
          </ac:cxnSpMkLst>
        </pc:cxnChg>
        <pc:cxnChg chg="mod">
          <ac:chgData name="janghoon jun" userId="056a5883350c2f5e" providerId="LiveId" clId="{6DA654A6-03B0-40F7-A259-B276216985A6}" dt="2026-09-03T06:42:43.124" v="3866" actId="14100"/>
          <ac:cxnSpMkLst>
            <pc:docMk/>
            <pc:sldMk cId="0" sldId="489"/>
            <ac:cxnSpMk id="15" creationId="{00000000-0000-0000-0000-000000000000}"/>
          </ac:cxnSpMkLst>
        </pc:cxnChg>
        <pc:cxnChg chg="mod">
          <ac:chgData name="janghoon jun" userId="056a5883350c2f5e" providerId="LiveId" clId="{6DA654A6-03B0-40F7-A259-B276216985A6}" dt="2026-09-03T06:42:13.005" v="3861" actId="1076"/>
          <ac:cxnSpMkLst>
            <pc:docMk/>
            <pc:sldMk cId="0" sldId="489"/>
            <ac:cxnSpMk id="16" creationId="{00000000-0000-0000-0000-000000000000}"/>
          </ac:cxnSpMkLst>
        </pc:cxnChg>
        <pc:cxnChg chg="mod">
          <ac:chgData name="janghoon jun" userId="056a5883350c2f5e" providerId="LiveId" clId="{6DA654A6-03B0-40F7-A259-B276216985A6}" dt="2026-09-03T06:42:13.005" v="3861" actId="1076"/>
          <ac:cxnSpMkLst>
            <pc:docMk/>
            <pc:sldMk cId="0" sldId="489"/>
            <ac:cxnSpMk id="17" creationId="{00000000-0000-0000-0000-000000000000}"/>
          </ac:cxnSpMkLst>
        </pc:cxnChg>
      </pc:sldChg>
      <pc:sldChg chg="delSp modSp del mod modNotes">
        <pc:chgData name="janghoon jun" userId="056a5883350c2f5e" providerId="LiveId" clId="{6DA654A6-03B0-40F7-A259-B276216985A6}" dt="2026-09-03T06:51:11.054" v="3899" actId="47"/>
        <pc:sldMkLst>
          <pc:docMk/>
          <pc:sldMk cId="0" sldId="490"/>
        </pc:sldMkLst>
        <pc:spChg chg="mod">
          <ac:chgData name="janghoon jun" userId="056a5883350c2f5e" providerId="LiveId" clId="{6DA654A6-03B0-40F7-A259-B276216985A6}" dt="2026-09-03T06:49:37.600" v="3876" actId="27636"/>
          <ac:spMkLst>
            <pc:docMk/>
            <pc:sldMk cId="0" sldId="490"/>
            <ac:spMk id="2" creationId="{00000000-0000-0000-0000-000000000000}"/>
          </ac:spMkLst>
        </pc:spChg>
        <pc:spChg chg="del mod">
          <ac:chgData name="janghoon jun" userId="056a5883350c2f5e" providerId="LiveId" clId="{6DA654A6-03B0-40F7-A259-B276216985A6}" dt="2026-09-03T06:50:52.982" v="3894"/>
          <ac:spMkLst>
            <pc:docMk/>
            <pc:sldMk cId="0" sldId="490"/>
            <ac:spMk id="4" creationId="{00000000-0000-0000-0000-000000000000}"/>
          </ac:spMkLst>
        </pc:spChg>
        <pc:picChg chg="del">
          <ac:chgData name="janghoon jun" userId="056a5883350c2f5e" providerId="LiveId" clId="{6DA654A6-03B0-40F7-A259-B276216985A6}" dt="2026-09-03T06:50:29.934" v="3886" actId="21"/>
          <ac:picMkLst>
            <pc:docMk/>
            <pc:sldMk cId="0" sldId="490"/>
            <ac:picMk id="3" creationId="{00000000-0000-0000-0000-000000000000}"/>
          </ac:picMkLst>
        </pc:picChg>
      </pc:sldChg>
      <pc:sldChg chg="modSp mod">
        <pc:chgData name="janghoon jun" userId="056a5883350c2f5e" providerId="LiveId" clId="{6DA654A6-03B0-40F7-A259-B276216985A6}" dt="2026-09-03T08:36:37.832" v="3910" actId="20577"/>
        <pc:sldMkLst>
          <pc:docMk/>
          <pc:sldMk cId="0" sldId="491"/>
        </pc:sldMkLst>
        <pc:spChg chg="mod">
          <ac:chgData name="janghoon jun" userId="056a5883350c2f5e" providerId="LiveId" clId="{6DA654A6-03B0-40F7-A259-B276216985A6}" dt="2026-09-03T08:36:37.832" v="3910" actId="20577"/>
          <ac:spMkLst>
            <pc:docMk/>
            <pc:sldMk cId="0" sldId="491"/>
            <ac:spMk id="3" creationId="{00000000-0000-0000-0000-000000000000}"/>
          </ac:spMkLst>
        </pc:spChg>
      </pc:sldChg>
      <pc:sldChg chg="addSp delSp modSp del mod modNotes modNotesTx">
        <pc:chgData name="janghoon jun" userId="056a5883350c2f5e" providerId="LiveId" clId="{6DA654A6-03B0-40F7-A259-B276216985A6}" dt="2026-09-03T06:32:29.769" v="3815" actId="47"/>
        <pc:sldMkLst>
          <pc:docMk/>
          <pc:sldMk cId="0" sldId="492"/>
        </pc:sldMkLst>
      </pc:sldChg>
      <pc:sldChg chg="addSp delSp modSp add mod">
        <pc:chgData name="janghoon jun" userId="056a5883350c2f5e" providerId="LiveId" clId="{6DA654A6-03B0-40F7-A259-B276216985A6}" dt="2026-09-03T08:22:39.071" v="3904" actId="20577"/>
        <pc:sldMkLst>
          <pc:docMk/>
          <pc:sldMk cId="3305256227" sldId="492"/>
        </pc:sldMkLst>
        <pc:spChg chg="mod">
          <ac:chgData name="janghoon jun" userId="056a5883350c2f5e" providerId="LiveId" clId="{6DA654A6-03B0-40F7-A259-B276216985A6}" dt="2026-09-03T06:49:48.623" v="3877"/>
          <ac:spMkLst>
            <pc:docMk/>
            <pc:sldMk cId="3305256227" sldId="492"/>
            <ac:spMk id="2" creationId="{455F07E7-110A-C301-A293-C6B554ED41F9}"/>
          </ac:spMkLst>
        </pc:spChg>
        <pc:spChg chg="del">
          <ac:chgData name="janghoon jun" userId="056a5883350c2f5e" providerId="LiveId" clId="{6DA654A6-03B0-40F7-A259-B276216985A6}" dt="2026-09-03T06:49:52.527" v="3878" actId="478"/>
          <ac:spMkLst>
            <pc:docMk/>
            <pc:sldMk cId="3305256227" sldId="492"/>
            <ac:spMk id="3" creationId="{DC67FE6E-6AC8-DA4D-B023-89EE2F2C7F31}"/>
          </ac:spMkLst>
        </pc:spChg>
        <pc:spChg chg="add del mod">
          <ac:chgData name="janghoon jun" userId="056a5883350c2f5e" providerId="LiveId" clId="{6DA654A6-03B0-40F7-A259-B276216985A6}" dt="2026-09-03T06:49:53.166" v="3879" actId="478"/>
          <ac:spMkLst>
            <pc:docMk/>
            <pc:sldMk cId="3305256227" sldId="492"/>
            <ac:spMk id="5" creationId="{C41E6144-497C-79B8-F930-BC8DE34A3BEC}"/>
          </ac:spMkLst>
        </pc:spChg>
        <pc:spChg chg="add mod">
          <ac:chgData name="janghoon jun" userId="056a5883350c2f5e" providerId="LiveId" clId="{6DA654A6-03B0-40F7-A259-B276216985A6}" dt="2026-09-03T06:49:57.108" v="3880"/>
          <ac:spMkLst>
            <pc:docMk/>
            <pc:sldMk cId="3305256227" sldId="492"/>
            <ac:spMk id="6" creationId="{D1A0A12C-29AE-2778-D7D0-3B42437667A5}"/>
          </ac:spMkLst>
        </pc:spChg>
        <pc:spChg chg="add mod">
          <ac:chgData name="janghoon jun" userId="056a5883350c2f5e" providerId="LiveId" clId="{6DA654A6-03B0-40F7-A259-B276216985A6}" dt="2026-09-03T06:51:45.980" v="3903" actId="1076"/>
          <ac:spMkLst>
            <pc:docMk/>
            <pc:sldMk cId="3305256227" sldId="492"/>
            <ac:spMk id="7" creationId="{EA083E32-E89D-AB3F-7637-C3AA4CACF0AB}"/>
          </ac:spMkLst>
        </pc:spChg>
        <pc:spChg chg="add mod">
          <ac:chgData name="janghoon jun" userId="056a5883350c2f5e" providerId="LiveId" clId="{6DA654A6-03B0-40F7-A259-B276216985A6}" dt="2026-09-03T06:49:57.108" v="3880"/>
          <ac:spMkLst>
            <pc:docMk/>
            <pc:sldMk cId="3305256227" sldId="492"/>
            <ac:spMk id="8" creationId="{5149CC89-8D28-7C11-BC1F-8169BE716DA7}"/>
          </ac:spMkLst>
        </pc:spChg>
        <pc:spChg chg="add mod">
          <ac:chgData name="janghoon jun" userId="056a5883350c2f5e" providerId="LiveId" clId="{6DA654A6-03B0-40F7-A259-B276216985A6}" dt="2026-09-03T06:51:33.320" v="3901" actId="14100"/>
          <ac:spMkLst>
            <pc:docMk/>
            <pc:sldMk cId="3305256227" sldId="492"/>
            <ac:spMk id="9" creationId="{0BEA9E71-7E2B-E012-186E-6D8841B02152}"/>
          </ac:spMkLst>
        </pc:spChg>
        <pc:spChg chg="add mod">
          <ac:chgData name="janghoon jun" userId="056a5883350c2f5e" providerId="LiveId" clId="{6DA654A6-03B0-40F7-A259-B276216985A6}" dt="2026-09-03T06:51:29.106" v="3900" actId="1076"/>
          <ac:spMkLst>
            <pc:docMk/>
            <pc:sldMk cId="3305256227" sldId="492"/>
            <ac:spMk id="10" creationId="{14FD847E-6C2A-0F1A-4F2C-6FEE1A023B7E}"/>
          </ac:spMkLst>
        </pc:spChg>
        <pc:spChg chg="add mod">
          <ac:chgData name="janghoon jun" userId="056a5883350c2f5e" providerId="LiveId" clId="{6DA654A6-03B0-40F7-A259-B276216985A6}" dt="2026-09-03T06:49:57.108" v="3880"/>
          <ac:spMkLst>
            <pc:docMk/>
            <pc:sldMk cId="3305256227" sldId="492"/>
            <ac:spMk id="11" creationId="{E0F137BC-FF56-8D54-A048-954607C1233D}"/>
          </ac:spMkLst>
        </pc:spChg>
        <pc:spChg chg="add mod">
          <ac:chgData name="janghoon jun" userId="056a5883350c2f5e" providerId="LiveId" clId="{6DA654A6-03B0-40F7-A259-B276216985A6}" dt="2026-09-03T08:22:39.071" v="3904" actId="20577"/>
          <ac:spMkLst>
            <pc:docMk/>
            <pc:sldMk cId="3305256227" sldId="492"/>
            <ac:spMk id="12" creationId="{0598D64A-AB2D-615D-8496-354577BF0BA0}"/>
          </ac:spMkLst>
        </pc:spChg>
        <pc:spChg chg="add mod">
          <ac:chgData name="janghoon jun" userId="056a5883350c2f5e" providerId="LiveId" clId="{6DA654A6-03B0-40F7-A259-B276216985A6}" dt="2026-09-03T06:49:57.108" v="3880"/>
          <ac:spMkLst>
            <pc:docMk/>
            <pc:sldMk cId="3305256227" sldId="492"/>
            <ac:spMk id="13" creationId="{182932D6-C0B2-C0CB-3D89-58D6383922BD}"/>
          </ac:spMkLst>
        </pc:spChg>
        <pc:cxnChg chg="add mod">
          <ac:chgData name="janghoon jun" userId="056a5883350c2f5e" providerId="LiveId" clId="{6DA654A6-03B0-40F7-A259-B276216985A6}" dt="2026-09-03T06:51:45.980" v="3903" actId="1076"/>
          <ac:cxnSpMkLst>
            <pc:docMk/>
            <pc:sldMk cId="3305256227" sldId="492"/>
            <ac:cxnSpMk id="14" creationId="{73FDDEDD-B1E9-409E-6478-954FC8796596}"/>
          </ac:cxnSpMkLst>
        </pc:cxnChg>
        <pc:cxnChg chg="mod">
          <ac:chgData name="janghoon jun" userId="056a5883350c2f5e" providerId="LiveId" clId="{6DA654A6-03B0-40F7-A259-B276216985A6}" dt="2026-09-03T06:51:45.980" v="3903" actId="1076"/>
          <ac:cxnSpMkLst>
            <pc:docMk/>
            <pc:sldMk cId="3305256227" sldId="492"/>
            <ac:cxnSpMk id="15" creationId="{A8F07888-264E-5AC6-0D1B-0DA9DEC4F039}"/>
          </ac:cxnSpMkLst>
        </pc:cxnChg>
        <pc:cxnChg chg="mod">
          <ac:chgData name="janghoon jun" userId="056a5883350c2f5e" providerId="LiveId" clId="{6DA654A6-03B0-40F7-A259-B276216985A6}" dt="2026-09-03T06:51:33.320" v="3901" actId="14100"/>
          <ac:cxnSpMkLst>
            <pc:docMk/>
            <pc:sldMk cId="3305256227" sldId="492"/>
            <ac:cxnSpMk id="16" creationId="{CC806649-A588-38BC-8775-F96EF642DCBF}"/>
          </ac:cxnSpMkLst>
        </pc:cxnChg>
        <pc:cxnChg chg="mod">
          <ac:chgData name="janghoon jun" userId="056a5883350c2f5e" providerId="LiveId" clId="{6DA654A6-03B0-40F7-A259-B276216985A6}" dt="2026-09-03T06:51:39.239" v="3902" actId="14100"/>
          <ac:cxnSpMkLst>
            <pc:docMk/>
            <pc:sldMk cId="3305256227" sldId="492"/>
            <ac:cxnSpMk id="18" creationId="{CB1F2E85-E7EB-9A04-1672-4D286FC07E4B}"/>
          </ac:cxnSpMkLst>
        </pc:cxnChg>
        <pc:cxnChg chg="add mod">
          <ac:chgData name="janghoon jun" userId="056a5883350c2f5e" providerId="LiveId" clId="{6DA654A6-03B0-40F7-A259-B276216985A6}" dt="2026-09-03T06:49:57.108" v="3880"/>
          <ac:cxnSpMkLst>
            <pc:docMk/>
            <pc:sldMk cId="3305256227" sldId="492"/>
            <ac:cxnSpMk id="19" creationId="{C7341CA9-7E39-52B7-00F4-9419FCE2442E}"/>
          </ac:cxnSpMkLst>
        </pc:cxnChg>
      </pc:sldChg>
      <pc:sldChg chg="del">
        <pc:chgData name="janghoon jun" userId="056a5883350c2f5e" providerId="LiveId" clId="{6DA654A6-03B0-40F7-A259-B276216985A6}" dt="2026-09-03T06:32:29.769" v="3815" actId="47"/>
        <pc:sldMkLst>
          <pc:docMk/>
          <pc:sldMk cId="0" sldId="493"/>
        </pc:sldMkLst>
      </pc:sldChg>
      <pc:sldChg chg="addSp delSp modSp add del mod modNotes modNotesTx">
        <pc:chgData name="janghoon jun" userId="056a5883350c2f5e" providerId="LiveId" clId="{6DA654A6-03B0-40F7-A259-B276216985A6}" dt="2026-09-02T02:37:49.796" v="3729" actId="47"/>
        <pc:sldMkLst>
          <pc:docMk/>
          <pc:sldMk cId="1069001619" sldId="493"/>
        </pc:sldMkLst>
      </pc:sldChg>
      <pc:sldChg chg="addSp delSp modSp add mod modNotesTx">
        <pc:chgData name="janghoon jun" userId="056a5883350c2f5e" providerId="LiveId" clId="{6DA654A6-03B0-40F7-A259-B276216985A6}" dt="2026-09-03T06:51:07.266" v="3898" actId="1076"/>
        <pc:sldMkLst>
          <pc:docMk/>
          <pc:sldMk cId="3236131745" sldId="493"/>
        </pc:sldMkLst>
        <pc:spChg chg="mod">
          <ac:chgData name="janghoon jun" userId="056a5883350c2f5e" providerId="LiveId" clId="{6DA654A6-03B0-40F7-A259-B276216985A6}" dt="2026-09-03T06:50:28.249" v="3885"/>
          <ac:spMkLst>
            <pc:docMk/>
            <pc:sldMk cId="3236131745" sldId="493"/>
            <ac:spMk id="2" creationId="{87194470-FA0F-9DD7-3B37-E152815B54A3}"/>
          </ac:spMkLst>
        </pc:spChg>
        <pc:spChg chg="add mod">
          <ac:chgData name="janghoon jun" userId="056a5883350c2f5e" providerId="LiveId" clId="{6DA654A6-03B0-40F7-A259-B276216985A6}" dt="2026-09-03T06:50:59.561" v="3896" actId="207"/>
          <ac:spMkLst>
            <pc:docMk/>
            <pc:sldMk cId="3236131745" sldId="493"/>
            <ac:spMk id="5" creationId="{C3DCCAB6-35E8-C677-C24F-4B77FB79FEC7}"/>
          </ac:spMkLst>
        </pc:spChg>
        <pc:spChg chg="del">
          <ac:chgData name="janghoon jun" userId="056a5883350c2f5e" providerId="LiveId" clId="{6DA654A6-03B0-40F7-A259-B276216985A6}" dt="2026-09-03T06:50:23.055" v="3884" actId="478"/>
          <ac:spMkLst>
            <pc:docMk/>
            <pc:sldMk cId="3236131745" sldId="493"/>
            <ac:spMk id="6" creationId="{5EDD35DB-7410-5188-8EF0-BFA138C3ADCC}"/>
          </ac:spMkLst>
        </pc:spChg>
        <pc:spChg chg="del">
          <ac:chgData name="janghoon jun" userId="056a5883350c2f5e" providerId="LiveId" clId="{6DA654A6-03B0-40F7-A259-B276216985A6}" dt="2026-09-03T06:50:23.055" v="3884" actId="478"/>
          <ac:spMkLst>
            <pc:docMk/>
            <pc:sldMk cId="3236131745" sldId="493"/>
            <ac:spMk id="7" creationId="{17CB0689-B535-A4FC-2037-85D9178BB2FF}"/>
          </ac:spMkLst>
        </pc:spChg>
        <pc:spChg chg="del">
          <ac:chgData name="janghoon jun" userId="056a5883350c2f5e" providerId="LiveId" clId="{6DA654A6-03B0-40F7-A259-B276216985A6}" dt="2026-09-03T06:50:23.055" v="3884" actId="478"/>
          <ac:spMkLst>
            <pc:docMk/>
            <pc:sldMk cId="3236131745" sldId="493"/>
            <ac:spMk id="8" creationId="{F600DCF6-656A-45D6-7021-370D4CA21160}"/>
          </ac:spMkLst>
        </pc:spChg>
        <pc:spChg chg="del">
          <ac:chgData name="janghoon jun" userId="056a5883350c2f5e" providerId="LiveId" clId="{6DA654A6-03B0-40F7-A259-B276216985A6}" dt="2026-09-03T06:50:23.055" v="3884" actId="478"/>
          <ac:spMkLst>
            <pc:docMk/>
            <pc:sldMk cId="3236131745" sldId="493"/>
            <ac:spMk id="9" creationId="{03D93F56-33E9-0BDB-6A11-F2B41BB5F32E}"/>
          </ac:spMkLst>
        </pc:spChg>
        <pc:spChg chg="del">
          <ac:chgData name="janghoon jun" userId="056a5883350c2f5e" providerId="LiveId" clId="{6DA654A6-03B0-40F7-A259-B276216985A6}" dt="2026-09-03T06:50:23.055" v="3884" actId="478"/>
          <ac:spMkLst>
            <pc:docMk/>
            <pc:sldMk cId="3236131745" sldId="493"/>
            <ac:spMk id="10" creationId="{476CDF93-2C07-9C3D-8470-878BE90C213F}"/>
          </ac:spMkLst>
        </pc:spChg>
        <pc:spChg chg="del">
          <ac:chgData name="janghoon jun" userId="056a5883350c2f5e" providerId="LiveId" clId="{6DA654A6-03B0-40F7-A259-B276216985A6}" dt="2026-09-03T06:50:23.055" v="3884" actId="478"/>
          <ac:spMkLst>
            <pc:docMk/>
            <pc:sldMk cId="3236131745" sldId="493"/>
            <ac:spMk id="11" creationId="{D2B0A5E5-75B8-E30A-7ABF-21A1FF503C08}"/>
          </ac:spMkLst>
        </pc:spChg>
        <pc:spChg chg="del">
          <ac:chgData name="janghoon jun" userId="056a5883350c2f5e" providerId="LiveId" clId="{6DA654A6-03B0-40F7-A259-B276216985A6}" dt="2026-09-03T06:50:23.055" v="3884" actId="478"/>
          <ac:spMkLst>
            <pc:docMk/>
            <pc:sldMk cId="3236131745" sldId="493"/>
            <ac:spMk id="12" creationId="{DEA86912-13B6-DD20-FD1F-3CEF9F1B647E}"/>
          </ac:spMkLst>
        </pc:spChg>
        <pc:spChg chg="del">
          <ac:chgData name="janghoon jun" userId="056a5883350c2f5e" providerId="LiveId" clId="{6DA654A6-03B0-40F7-A259-B276216985A6}" dt="2026-09-03T06:50:23.055" v="3884" actId="478"/>
          <ac:spMkLst>
            <pc:docMk/>
            <pc:sldMk cId="3236131745" sldId="493"/>
            <ac:spMk id="13" creationId="{A3FB9809-2AB5-583A-6CFB-CEE96A93CD36}"/>
          </ac:spMkLst>
        </pc:spChg>
        <pc:picChg chg="add mod">
          <ac:chgData name="janghoon jun" userId="056a5883350c2f5e" providerId="LiveId" clId="{6DA654A6-03B0-40F7-A259-B276216985A6}" dt="2026-09-03T06:51:07.266" v="3898" actId="1076"/>
          <ac:picMkLst>
            <pc:docMk/>
            <pc:sldMk cId="3236131745" sldId="493"/>
            <ac:picMk id="4" creationId="{D81CE0FB-DFD7-7198-3671-EFCA7F19AFFB}"/>
          </ac:picMkLst>
        </pc:picChg>
        <pc:cxnChg chg="del mod">
          <ac:chgData name="janghoon jun" userId="056a5883350c2f5e" providerId="LiveId" clId="{6DA654A6-03B0-40F7-A259-B276216985A6}" dt="2026-09-03T06:50:23.055" v="3884" actId="478"/>
          <ac:cxnSpMkLst>
            <pc:docMk/>
            <pc:sldMk cId="3236131745" sldId="493"/>
            <ac:cxnSpMk id="14" creationId="{1C44FD00-1204-5ADF-7141-3FE5C67F9E4A}"/>
          </ac:cxnSpMkLst>
        </pc:cxnChg>
        <pc:cxnChg chg="del mod">
          <ac:chgData name="janghoon jun" userId="056a5883350c2f5e" providerId="LiveId" clId="{6DA654A6-03B0-40F7-A259-B276216985A6}" dt="2026-09-03T06:50:23.055" v="3884" actId="478"/>
          <ac:cxnSpMkLst>
            <pc:docMk/>
            <pc:sldMk cId="3236131745" sldId="493"/>
            <ac:cxnSpMk id="15" creationId="{2EBF4EE7-50F5-039C-FB07-1F09FB188B96}"/>
          </ac:cxnSpMkLst>
        </pc:cxnChg>
      </pc:sldChg>
      <pc:sldChg chg="modSp del mod modNotes">
        <pc:chgData name="janghoon jun" userId="056a5883350c2f5e" providerId="LiveId" clId="{6DA654A6-03B0-40F7-A259-B276216985A6}" dt="2026-09-03T06:32:29.769" v="3815" actId="47"/>
        <pc:sldMkLst>
          <pc:docMk/>
          <pc:sldMk cId="0" sldId="494"/>
        </pc:sldMkLst>
      </pc:sldChg>
      <pc:sldChg chg="modSp del mod">
        <pc:chgData name="janghoon jun" userId="056a5883350c2f5e" providerId="LiveId" clId="{6DA654A6-03B0-40F7-A259-B276216985A6}" dt="2026-09-03T06:32:29.769" v="3815" actId="47"/>
        <pc:sldMkLst>
          <pc:docMk/>
          <pc:sldMk cId="0" sldId="495"/>
        </pc:sldMkLst>
        <pc:picChg chg="mod modCrop">
          <ac:chgData name="janghoon jun" userId="056a5883350c2f5e" providerId="LiveId" clId="{6DA654A6-03B0-40F7-A259-B276216985A6}" dt="2026-09-03T06:32:10.642" v="3812" actId="1035"/>
          <ac:picMkLst>
            <pc:docMk/>
            <pc:sldMk cId="0" sldId="495"/>
            <ac:picMk id="5" creationId="{00000000-0000-0000-0000-000000000000}"/>
          </ac:picMkLst>
        </pc:picChg>
      </pc:sldChg>
      <pc:sldChg chg="modSp del mod">
        <pc:chgData name="janghoon jun" userId="056a5883350c2f5e" providerId="LiveId" clId="{6DA654A6-03B0-40F7-A259-B276216985A6}" dt="2026-09-03T06:32:29.769" v="3815" actId="47"/>
        <pc:sldMkLst>
          <pc:docMk/>
          <pc:sldMk cId="0" sldId="497"/>
        </pc:sldMkLst>
        <pc:picChg chg="mod modCrop">
          <ac:chgData name="janghoon jun" userId="056a5883350c2f5e" providerId="LiveId" clId="{6DA654A6-03B0-40F7-A259-B276216985A6}" dt="2026-09-03T02:58:56.247" v="3805" actId="1076"/>
          <ac:picMkLst>
            <pc:docMk/>
            <pc:sldMk cId="0" sldId="497"/>
            <ac:picMk id="3" creationId="{00000000-0000-0000-0000-000000000000}"/>
          </ac:picMkLst>
        </pc:picChg>
      </pc:sldChg>
      <pc:sldChg chg="modSp del mod">
        <pc:chgData name="janghoon jun" userId="056a5883350c2f5e" providerId="LiveId" clId="{6DA654A6-03B0-40F7-A259-B276216985A6}" dt="2026-09-03T06:32:29.769" v="3815" actId="47"/>
        <pc:sldMkLst>
          <pc:docMk/>
          <pc:sldMk cId="0" sldId="498"/>
        </pc:sldMkLst>
        <pc:picChg chg="mod">
          <ac:chgData name="janghoon jun" userId="056a5883350c2f5e" providerId="LiveId" clId="{6DA654A6-03B0-40F7-A259-B276216985A6}" dt="2026-09-03T06:32:15.087" v="3813" actId="1076"/>
          <ac:picMkLst>
            <pc:docMk/>
            <pc:sldMk cId="0" sldId="498"/>
            <ac:picMk id="5" creationId="{00000000-0000-0000-0000-000000000000}"/>
          </ac:picMkLst>
        </pc:picChg>
      </pc:sldChg>
      <pc:sldChg chg="del">
        <pc:chgData name="janghoon jun" userId="056a5883350c2f5e" providerId="LiveId" clId="{6DA654A6-03B0-40F7-A259-B276216985A6}" dt="2026-09-03T06:32:29.769" v="3815" actId="47"/>
        <pc:sldMkLst>
          <pc:docMk/>
          <pc:sldMk cId="0" sldId="500"/>
        </pc:sldMkLst>
      </pc:sldChg>
      <pc:sldChg chg="del">
        <pc:chgData name="janghoon jun" userId="056a5883350c2f5e" providerId="LiveId" clId="{6DA654A6-03B0-40F7-A259-B276216985A6}" dt="2026-09-03T06:32:29.769" v="3815" actId="47"/>
        <pc:sldMkLst>
          <pc:docMk/>
          <pc:sldMk cId="0" sldId="502"/>
        </pc:sldMkLst>
      </pc:sldChg>
      <pc:sldChg chg="del">
        <pc:chgData name="janghoon jun" userId="056a5883350c2f5e" providerId="LiveId" clId="{6DA654A6-03B0-40F7-A259-B276216985A6}" dt="2026-09-03T06:32:29.769" v="3815" actId="47"/>
        <pc:sldMkLst>
          <pc:docMk/>
          <pc:sldMk cId="0" sldId="504"/>
        </pc:sldMkLst>
      </pc:sldChg>
      <pc:sldChg chg="del">
        <pc:chgData name="janghoon jun" userId="056a5883350c2f5e" providerId="LiveId" clId="{6DA654A6-03B0-40F7-A259-B276216985A6}" dt="2026-09-03T06:32:24.991" v="3814" actId="47"/>
        <pc:sldMkLst>
          <pc:docMk/>
          <pc:sldMk cId="0" sldId="505"/>
        </pc:sldMkLst>
      </pc:sldChg>
      <pc:sldChg chg="delSp modSp del mod">
        <pc:chgData name="janghoon jun" userId="056a5883350c2f5e" providerId="LiveId" clId="{6DA654A6-03B0-40F7-A259-B276216985A6}" dt="2026-09-03T06:32:29.769" v="3815" actId="47"/>
        <pc:sldMkLst>
          <pc:docMk/>
          <pc:sldMk cId="0" sldId="507"/>
        </pc:sldMkLst>
        <pc:picChg chg="del mod">
          <ac:chgData name="janghoon jun" userId="056a5883350c2f5e" providerId="LiveId" clId="{6DA654A6-03B0-40F7-A259-B276216985A6}" dt="2026-09-03T06:32:04.900" v="3808" actId="478"/>
          <ac:picMkLst>
            <pc:docMk/>
            <pc:sldMk cId="0" sldId="507"/>
            <ac:picMk id="4" creationId="{00000000-0000-0000-0000-000000000000}"/>
          </ac:picMkLst>
        </pc:picChg>
      </pc:sldChg>
      <pc:sldChg chg="modSp del mod">
        <pc:chgData name="janghoon jun" userId="056a5883350c2f5e" providerId="LiveId" clId="{6DA654A6-03B0-40F7-A259-B276216985A6}" dt="2026-09-03T06:32:29.769" v="3815" actId="47"/>
        <pc:sldMkLst>
          <pc:docMk/>
          <pc:sldMk cId="0" sldId="509"/>
        </pc:sldMkLst>
        <pc:spChg chg="mod">
          <ac:chgData name="janghoon jun" userId="056a5883350c2f5e" providerId="LiveId" clId="{6DA654A6-03B0-40F7-A259-B276216985A6}" dt="2026-09-03T02:57:12.364" v="3795" actId="403"/>
          <ac:spMkLst>
            <pc:docMk/>
            <pc:sldMk cId="0" sldId="509"/>
            <ac:spMk id="3" creationId="{00000000-0000-0000-0000-000000000000}"/>
          </ac:spMkLst>
        </pc:spChg>
      </pc:sldChg>
      <pc:sldChg chg="del">
        <pc:chgData name="janghoon jun" userId="056a5883350c2f5e" providerId="LiveId" clId="{6DA654A6-03B0-40F7-A259-B276216985A6}" dt="2026-09-03T06:32:29.769" v="3815" actId="47"/>
        <pc:sldMkLst>
          <pc:docMk/>
          <pc:sldMk cId="0" sldId="510"/>
        </pc:sldMkLst>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머리글 개체 틀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atin typeface="KoPub돋움체 Medium" panose="00000600000000000000" pitchFamily="2" charset="-127"/>
                <a:ea typeface="KoPub돋움체 Medium" panose="00000600000000000000" pitchFamily="2" charset="-127"/>
              </a:defRPr>
            </a:lvl1pPr>
          </a:lstStyle>
          <a:p>
            <a:endParaRPr lang="ko-KR" altLang="en-US" dirty="0"/>
          </a:p>
        </p:txBody>
      </p:sp>
      <p:sp>
        <p:nvSpPr>
          <p:cNvPr id="3" name="날짜 개체 틀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atin typeface="KoPub돋움체 Medium" panose="00000600000000000000" pitchFamily="2" charset="-127"/>
                <a:ea typeface="KoPub돋움체 Medium" panose="00000600000000000000" pitchFamily="2" charset="-127"/>
              </a:defRPr>
            </a:lvl1pPr>
          </a:lstStyle>
          <a:p>
            <a:fld id="{33074436-1BEA-4F09-AD5C-9DF87C96BF5A}" type="datetimeFigureOut">
              <a:rPr lang="ko-KR" altLang="en-US" smtClean="0"/>
              <a:pPr/>
              <a:t>2026-09-03</a:t>
            </a:fld>
            <a:endParaRPr lang="ko-KR" altLang="en-US" dirty="0"/>
          </a:p>
        </p:txBody>
      </p:sp>
      <p:sp>
        <p:nvSpPr>
          <p:cNvPr id="4" name="슬라이드 이미지 개체 틀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ko-KR" altLang="en-US" dirty="0"/>
          </a:p>
        </p:txBody>
      </p:sp>
      <p:sp>
        <p:nvSpPr>
          <p:cNvPr id="5" name="슬라이드 노트 개체 틀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p>
        </p:txBody>
      </p:sp>
      <p:sp>
        <p:nvSpPr>
          <p:cNvPr id="6" name="바닥글 개체 틀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atin typeface="KoPub돋움체 Medium" panose="00000600000000000000" pitchFamily="2" charset="-127"/>
                <a:ea typeface="KoPub돋움체 Medium" panose="00000600000000000000" pitchFamily="2" charset="-127"/>
              </a:defRPr>
            </a:lvl1pPr>
          </a:lstStyle>
          <a:p>
            <a:endParaRPr lang="ko-KR" altLang="en-US" dirty="0"/>
          </a:p>
        </p:txBody>
      </p:sp>
      <p:sp>
        <p:nvSpPr>
          <p:cNvPr id="7" name="슬라이드 번호 개체 틀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atin typeface="KoPub돋움체 Medium" panose="00000600000000000000" pitchFamily="2" charset="-127"/>
                <a:ea typeface="KoPub돋움체 Medium" panose="00000600000000000000" pitchFamily="2" charset="-127"/>
              </a:defRPr>
            </a:lvl1pPr>
          </a:lstStyle>
          <a:p>
            <a:fld id="{433C9518-700F-4811-95BB-24DAF3FA92F2}" type="slidenum">
              <a:rPr lang="ko-KR" altLang="en-US" smtClean="0"/>
              <a:pPr/>
              <a:t>‹#›</a:t>
            </a:fld>
            <a:endParaRPr lang="ko-KR" altLang="en-US" dirty="0"/>
          </a:p>
        </p:txBody>
      </p:sp>
    </p:spTree>
    <p:extLst>
      <p:ext uri="{BB962C8B-B14F-4D97-AF65-F5344CB8AC3E}">
        <p14:creationId xmlns:p14="http://schemas.microsoft.com/office/powerpoint/2010/main" val="2577649444"/>
      </p:ext>
    </p:extLst>
  </p:cSld>
  <p:clrMap bg1="lt1" tx1="dk1" bg2="lt2" tx2="dk2" accent1="accent1" accent2="accent2" accent3="accent3" accent4="accent4" accent5="accent5" accent6="accent6" hlink="hlink" folHlink="folHlink"/>
  <p:notesStyle>
    <a:lvl1pPr marL="0" algn="l" defTabSz="914400" rtl="0" eaLnBrk="1" latinLnBrk="1" hangingPunct="1">
      <a:defRPr sz="1200" kern="1200">
        <a:solidFill>
          <a:schemeClr val="tx1"/>
        </a:solidFill>
        <a:latin typeface="KoPub돋움체 Medium" panose="00000600000000000000" pitchFamily="2" charset="-127"/>
        <a:ea typeface="KoPub돋움체 Medium" panose="00000600000000000000" pitchFamily="2" charset="-127"/>
        <a:cs typeface="+mn-cs"/>
      </a:defRPr>
    </a:lvl1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endParaRPr/>
          </a:p>
        </p:txBody>
      </p:sp>
      <p:sp>
        <p:nvSpPr>
          <p:cNvPr id="4" name="Slide Number Placeholder 3"/>
          <p:cNvSpPr>
            <a:spLocks noGrp="1"/>
          </p:cNvSpPr>
          <p:nvPr>
            <p:ph type="sldNum" sz="quarter" idx="5"/>
          </p:nvPr>
        </p:nvSpPr>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endParaRPr dirty="0"/>
          </a:p>
        </p:txBody>
      </p:sp>
      <p:sp>
        <p:nvSpPr>
          <p:cNvPr id="4" name="Slide Number Placeholder 3"/>
          <p:cNvSpPr>
            <a:spLocks noGrp="1"/>
          </p:cNvSpPr>
          <p:nvPr>
            <p:ph type="sldNum" sz="quarter" idx="5"/>
          </p:nvPr>
        </p:nvSpPr>
        <p:spPr/>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AEC 곡선은 CT 찍을 때 몸 두께에 맞춰 X선 세기를 자동으로 조절한 기록입니다. 이 곡선을 숫자 몇 개로 요약하는 방법이 두 가지 있는데, 기존에 쓰던 FPCA(곡선의 주요 패턴 3가지를 뽑는 통계 기법)와 신경망 계열(1D CNN, U-Net 등)을 비교합니다. 지금까지 다양한 방식(신경망 구조 10종, 곡선 전처리 9종, 근육량 정보 추가, 이미지 변환, U-Net 등 총 27개 방법론)을 시도했고, 이 자료에서는 그 결과를 당뇨병(DM) 기준으로 정리합니다. 강남 데이터로 모델을 반복검증하고 신촌 데이터로는 마지막에 한 번만 성능을 확인했습니다.</a:t>
            </a:r>
          </a:p>
        </p:txBody>
      </p:sp>
      <p:sp>
        <p:nvSpPr>
          <p:cNvPr id="4" name="Slide Number Placeholder 3"/>
          <p:cNvSpPr>
            <a:spLocks noGrp="1"/>
          </p:cNvSpPr>
          <p:nvPr>
            <p:ph type="sldNum" sz="quarter" idx="5"/>
          </p:nvPr>
        </p:nvSpPr>
        <p:spPr/>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지금까지 총 27가지 서로 다른 방법(신경망 구조 10종, 곡선을 숫자로 요약하는 방식 9종, 여러 모델을 합치는 방식 4종, 근육량·이미지 변환 2종, 재탐색 TCN 1종, 오늘 시도한 U-Net 1종)을 시도했지만, 어느 것도 기존에 쓰던 FPCA(곡선의 핵심 패턴 3가지만 뽑는 간단한 통계 기법) 방식보다 나은 결과를 내지 못했습니다. 특히 '여러 비교를 한꺼번에 검증할 때 우연히 유의해 보이는 걸 걸러내는 보정 절차'(다중비교 보정)까지 적용하면, 27개 방법론에서 나온 개선 중 통계적으로 확실하다고 살아남은 것은 하나도 없었습니다. 표의 오른쪽 칸 중 'DM:'으로 시작하는 항목은 당뇨병만 따로 본 결과이고, '3질환'으로 시작하는 항목은 고혈압·당뇨병·만성신장병 세 질환을 합쳐서 본 결과입니다(개별 방법론마다 당뇨병 단독 수치가 다 남아있지 않아 구분해서 표기했습니다).</a:t>
            </a:r>
          </a:p>
        </p:txBody>
      </p:sp>
      <p:sp>
        <p:nvSpPr>
          <p:cNvPr id="4" name="Slide Number Placeholder 3"/>
          <p:cNvSpPr>
            <a:spLocks noGrp="1"/>
          </p:cNvSpPr>
          <p:nvPr>
            <p:ph type="sldNum" sz="quarter" idx="5"/>
          </p:nvPr>
        </p:nvSpPr>
        <p:spPr/>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9891449-E8A1-CCB7-ECA9-E1096C04B86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E8F02EA-9BD0-4C2D-200C-B42F5A76BF82}"/>
              </a:ext>
            </a:extLst>
          </p:cNvPr>
          <p:cNvSpPr>
            <a:spLocks noGrp="1" noRot="1" noChangeAspect="1"/>
          </p:cNvSpPr>
          <p:nvPr>
            <p:ph type="sldImg" idx="2"/>
          </p:nvPr>
        </p:nvSpPr>
        <p:spPr/>
      </p:sp>
      <p:sp>
        <p:nvSpPr>
          <p:cNvPr id="3" name="Notes Placeholder 2">
            <a:extLst>
              <a:ext uri="{FF2B5EF4-FFF2-40B4-BE49-F238E27FC236}">
                <a16:creationId xmlns:a16="http://schemas.microsoft.com/office/drawing/2014/main" id="{6450C1E4-E9FF-7606-3000-A57C1B1CC10A}"/>
              </a:ext>
            </a:extLst>
          </p:cNvPr>
          <p:cNvSpPr>
            <a:spLocks noGrp="1"/>
          </p:cNvSpPr>
          <p:nvPr>
            <p:ph type="body" sz="quarter" idx="3"/>
          </p:nvPr>
        </p:nvSpPr>
        <p:spPr/>
        <p:txBody>
          <a:bodyPr/>
          <a:lstStyle/>
          <a:p>
            <a:r>
              <a:rPr lang="ko-KR" altLang="en-US" dirty="0"/>
              <a:t>위쪽 줄은 </a:t>
            </a:r>
            <a:r>
              <a:rPr lang="en-US" altLang="ko-KR" dirty="0"/>
              <a:t>AEC </a:t>
            </a:r>
            <a:r>
              <a:rPr lang="ko-KR" altLang="en-US" dirty="0"/>
              <a:t>곡선을 처리하는 부분입니다 </a:t>
            </a:r>
            <a:r>
              <a:rPr lang="en-US" altLang="ko-KR" dirty="0"/>
              <a:t>— Conv1D</a:t>
            </a:r>
            <a:r>
              <a:rPr lang="ko-KR" altLang="en-US" dirty="0"/>
              <a:t>는 곡선에서 반복되는 패턴을 자동으로 찾아내는 필터이고</a:t>
            </a:r>
            <a:r>
              <a:rPr lang="en-US" altLang="ko-KR" dirty="0"/>
              <a:t>, </a:t>
            </a:r>
            <a:r>
              <a:rPr lang="ko-KR" altLang="en-US" dirty="0" err="1"/>
              <a:t>전역평균풀링은</a:t>
            </a:r>
            <a:r>
              <a:rPr lang="ko-KR" altLang="en-US" dirty="0"/>
              <a:t> 그 결과를 하나의 </a:t>
            </a:r>
            <a:r>
              <a:rPr lang="ko-KR" altLang="en-US" dirty="0" err="1"/>
              <a:t>요약값으로</a:t>
            </a:r>
            <a:r>
              <a:rPr lang="ko-KR" altLang="en-US" dirty="0"/>
              <a:t> 압축합니다</a:t>
            </a:r>
            <a:r>
              <a:rPr lang="en-US" altLang="ko-KR" dirty="0"/>
              <a:t>. </a:t>
            </a:r>
            <a:r>
              <a:rPr lang="ko-KR" altLang="en-US" dirty="0"/>
              <a:t>아래쪽 줄은 나이</a:t>
            </a:r>
            <a:r>
              <a:rPr lang="en-US" altLang="ko-KR" dirty="0"/>
              <a:t>/</a:t>
            </a:r>
            <a:r>
              <a:rPr lang="ko-KR" altLang="en-US" dirty="0"/>
              <a:t>성별</a:t>
            </a:r>
            <a:r>
              <a:rPr lang="en-US" altLang="ko-KR" dirty="0"/>
              <a:t>/</a:t>
            </a:r>
            <a:r>
              <a:rPr lang="ko-KR" altLang="en-US" dirty="0"/>
              <a:t>키</a:t>
            </a:r>
            <a:r>
              <a:rPr lang="en-US" altLang="ko-KR" dirty="0"/>
              <a:t>/</a:t>
            </a:r>
            <a:r>
              <a:rPr lang="ko-KR" altLang="en-US" dirty="0"/>
              <a:t>몸무게</a:t>
            </a:r>
            <a:r>
              <a:rPr lang="en-US" altLang="ko-KR" dirty="0"/>
              <a:t>/</a:t>
            </a:r>
            <a:r>
              <a:rPr lang="ko-KR" altLang="en-US" dirty="0"/>
              <a:t>내장지방</a:t>
            </a:r>
            <a:r>
              <a:rPr lang="en-US" altLang="ko-KR" dirty="0"/>
              <a:t>/</a:t>
            </a:r>
            <a:r>
              <a:rPr lang="ko-KR" altLang="en-US" dirty="0"/>
              <a:t>피하지방 같은 기본 정보를 처리합니다</a:t>
            </a:r>
            <a:r>
              <a:rPr lang="en-US" altLang="ko-KR" dirty="0"/>
              <a:t>. </a:t>
            </a:r>
            <a:r>
              <a:rPr lang="ko-KR" altLang="en-US" dirty="0"/>
              <a:t>두 결과를 </a:t>
            </a:r>
            <a:r>
              <a:rPr lang="ko-KR" altLang="en-US" dirty="0" err="1"/>
              <a:t>이어붙인</a:t>
            </a:r>
            <a:r>
              <a:rPr lang="en-US" altLang="ko-KR" dirty="0"/>
              <a:t>(</a:t>
            </a:r>
            <a:r>
              <a:rPr lang="en-US" altLang="ko-KR" dirty="0" err="1"/>
              <a:t>Concat</a:t>
            </a:r>
            <a:r>
              <a:rPr lang="en-US" altLang="ko-KR" dirty="0"/>
              <a:t>) </a:t>
            </a:r>
            <a:r>
              <a:rPr lang="ko-KR" altLang="en-US" dirty="0"/>
              <a:t>뒤 마지막 신경망</a:t>
            </a:r>
            <a:r>
              <a:rPr lang="en-US" altLang="ko-KR" dirty="0"/>
              <a:t>(Fusion Head)</a:t>
            </a:r>
            <a:r>
              <a:rPr lang="ko-KR" altLang="en-US" dirty="0"/>
              <a:t>이 최종적으로 질환 확률을 계산합니다</a:t>
            </a:r>
            <a:r>
              <a:rPr lang="en-US" altLang="ko-KR" dirty="0"/>
              <a:t>. </a:t>
            </a:r>
            <a:r>
              <a:rPr lang="ko-KR" altLang="en-US" dirty="0"/>
              <a:t>이 도형들은 모두 파워포인트 기본 도형이라 위치</a:t>
            </a:r>
            <a:r>
              <a:rPr lang="en-US" altLang="ko-KR" dirty="0"/>
              <a:t>·</a:t>
            </a:r>
            <a:r>
              <a:rPr lang="ko-KR" altLang="en-US" dirty="0"/>
              <a:t>크기</a:t>
            </a:r>
            <a:r>
              <a:rPr lang="en-US" altLang="ko-KR" dirty="0"/>
              <a:t>·</a:t>
            </a:r>
            <a:r>
              <a:rPr lang="ko-KR" altLang="en-US" dirty="0"/>
              <a:t>색을 자유롭게 수정할 수 있습니다</a:t>
            </a:r>
            <a:r>
              <a:rPr lang="en-US" altLang="ko-KR" dirty="0"/>
              <a:t>.</a:t>
            </a:r>
          </a:p>
        </p:txBody>
      </p:sp>
      <p:sp>
        <p:nvSpPr>
          <p:cNvPr id="4" name="Slide Number Placeholder 3">
            <a:extLst>
              <a:ext uri="{FF2B5EF4-FFF2-40B4-BE49-F238E27FC236}">
                <a16:creationId xmlns:a16="http://schemas.microsoft.com/office/drawing/2014/main" id="{0E68E70B-EFA2-967C-ACE8-C00B3D9883E5}"/>
              </a:ext>
            </a:extLst>
          </p:cNvPr>
          <p:cNvSpPr>
            <a:spLocks noGrp="1"/>
          </p:cNvSpPr>
          <p:nvPr>
            <p:ph type="sldNum" sz="quarter" idx="5"/>
          </p:nvPr>
        </p:nvSpPr>
        <p:spPr/>
      </p:sp>
    </p:spTree>
    <p:extLst>
      <p:ext uri="{BB962C8B-B14F-4D97-AF65-F5344CB8AC3E}">
        <p14:creationId xmlns:p14="http://schemas.microsoft.com/office/powerpoint/2010/main" val="2177004019"/>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왼쪽 아래로 내려가는 부분(Encoder)은 AEC 곡선을 점점 압축하면서 패턴을 찾는 과정이고, 가장 아래 Bottleneck을 거쳐 오른쪽 위로 다시 펼쳐지는 부분(Decoder)이 압축된 정보를 원래 길이로 복원하는 과정입니다. U자 모양으로 내려갔다 올라온다고 해서 'U-Net'이라 부릅니다. 점선으로 표시된 skip connection은 압축하기 전 단계의 세부 정보를 복원 단계로 직접 건너뛰어 전달하는 지름길인데, 원래 의료영상을 픽셀 단위로 분류(세그멘테이션)할 때 세부 경계를 잃지 않기 위해 쓰던 방법입니다. 여기서는 이미지가 아니라 AEC 곡선(1차원 신호)에 이 구조를 그대로 적용했고, 최종적으로는 이미지 분할이 아니라 질환 예측 확률 하나를 내도록 GAP(구간 평균)+FC(작은 신경망)로 마무리했습니다. 이 실험의 핵심은 clinic4(나이·성별·키·몸무게) 정보를 아예 넣지 않고 AEC 곡선 하나만으로 예측했다는 점이며, 결과적으로 clinic4만 쓴 모델보다도 성능이 떨어졌습니다(DM 신촌 데이터 p&lt;0.001).</a:t>
            </a:r>
          </a:p>
        </p:txBody>
      </p:sp>
      <p:sp>
        <p:nvSpPr>
          <p:cNvPr id="4" name="Slide Number Placeholder 3"/>
          <p:cNvSpPr>
            <a:spLocks noGrp="1"/>
          </p:cNvSpPr>
          <p:nvPr>
            <p:ph type="sldNum" sz="quarter" idx="5"/>
          </p:nvPr>
        </p:nvSpPr>
        <p:spPr/>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6A3F413-85CC-0122-3764-FF1A2951A60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0CB3665-3212-8FA7-AACC-6E46DD616594}"/>
              </a:ext>
            </a:extLst>
          </p:cNvPr>
          <p:cNvSpPr>
            <a:spLocks noGrp="1" noRot="1" noChangeAspect="1"/>
          </p:cNvSpPr>
          <p:nvPr>
            <p:ph type="sldImg" idx="2"/>
          </p:nvPr>
        </p:nvSpPr>
        <p:spPr/>
      </p:sp>
      <p:sp>
        <p:nvSpPr>
          <p:cNvPr id="3" name="Notes Placeholder 2">
            <a:extLst>
              <a:ext uri="{FF2B5EF4-FFF2-40B4-BE49-F238E27FC236}">
                <a16:creationId xmlns:a16="http://schemas.microsoft.com/office/drawing/2014/main" id="{D32F72FF-93E2-F1EC-C6E7-032D283D1FA2}"/>
              </a:ext>
            </a:extLst>
          </p:cNvPr>
          <p:cNvSpPr>
            <a:spLocks noGrp="1"/>
          </p:cNvSpPr>
          <p:nvPr>
            <p:ph type="body" sz="quarter" idx="3"/>
          </p:nvPr>
        </p:nvSpPr>
        <p:spPr/>
        <p:txBody>
          <a:bodyPr/>
          <a:lstStyle/>
          <a:p>
            <a:r>
              <a:t>그래프는 당뇨병(DM) 예측 모델 6가지의 AUC(높을수록 환자를 잘 구별한다는 뜻, 0.5면 동전 던지기 수준)를 비교한 것입니다. 왼쪽은 모델을 만들 때 쓴 강남 데이터, 오른쪽은 한 번도 학습에 안 쓴 신촌 데이터로 확인한 결과(오차막대는 95% 신뢰구간)입니다. clinic4(나이·성별·키·몸무게)에 내장지방·피하지방(VAT+SAT)과 AEC 곡선 요약값(FPCA)까지 더한 모델이 가장 성능이 좋았습니다. clinic4 대비 이 모델의 개선폭은 강남 데이터에서는 통계적으로 유의하지 않았고(p=0.116, 우연히 나온 차이일 가능성을 배제 못함), 신촌 데이터에서는 명목상 유의(p=0.035)했지만 이 비교 하나만 따로 본 것이라 여러 비교를 한꺼번에 보정하는 절차(다중비교 보정)를 거치면 사라질 수 있어 신중하게 해석해야 합니다. 신경망 기반 방법(1D CNN, TCN, U-Net)은 모두 기존 FPCA 방법보다 성능이 낮았고, 특히 AEC 곡선만 단독으로 쓰고 clinic4를 아예 빼면 오히려 clinic4 단독보다도 통계적으로 유의하게 나빠졌습니다(신촌 데이터 p&lt;0.001).</a:t>
            </a:r>
          </a:p>
        </p:txBody>
      </p:sp>
      <p:sp>
        <p:nvSpPr>
          <p:cNvPr id="4" name="Slide Number Placeholder 3">
            <a:extLst>
              <a:ext uri="{FF2B5EF4-FFF2-40B4-BE49-F238E27FC236}">
                <a16:creationId xmlns:a16="http://schemas.microsoft.com/office/drawing/2014/main" id="{9A7543C5-1E02-AE0C-FEE1-CD8FFB049EE9}"/>
              </a:ext>
            </a:extLst>
          </p:cNvPr>
          <p:cNvSpPr>
            <a:spLocks noGrp="1"/>
          </p:cNvSpPr>
          <p:nvPr>
            <p:ph type="sldNum" sz="quarter" idx="5"/>
          </p:nvPr>
        </p:nvSpPr>
        <p:spPr/>
      </p:sp>
    </p:spTree>
    <p:extLst>
      <p:ext uri="{BB962C8B-B14F-4D97-AF65-F5344CB8AC3E}">
        <p14:creationId xmlns:p14="http://schemas.microsoft.com/office/powerpoint/2010/main" val="3515660549"/>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여러 방법을 시도한 결과, 지금까지 나온 조합 중에서는 '나이·성별·키·몸무게 + 내장지방·피하지방 + AEC 곡선 요약값(FPCA)'을 모두 합친 모델이 당뇨병 예측 성능이 가장 좋았습니다(신촌 데이터 기준 AUC 0.686). 기본 정보(clinic4)만 썼을 때보다 이 모델이 얼마나 더 나은지 통계적으로 확인했는데, 강남 데이터에서는 그 차이가 우연히 나왔을 가능성을 배제할 수 없었고(p=0.116), 신촌 데이터에서는 명목상 유의했지만(p=0.035) 이 비교 하나만 사후에 따로 검증한 것이라 여러 비교를 한번에 하면 흔히 생기는 '우연히 유의해 보이는' 함정일 수 있어 확정적으로 말하기는 이릅니다(27개 방법론을 통째로 다중비교 보정했을 때는 유의한 개선이 하나도 없었습니다). 신경망(1D CNN, TCN, U-Net) 방식은 전부 기존 통계기법(FPCA)보다 못했고, AEC 곡선만 따로 떼서 써보면 기본 정보보다도 예측을 더 못했습니다. 그래서 지금은 'AEC가 예측력을 크게 높여준다'는 주장 대신, 'AEC 곡선 하나만으로도 내장지방/피하지방을 직접 재는 영상분석(세그멘테이션) 없이 비슷한 수준까지는 대체할 수 있다'는 좀 더 보수적인 결론으로 연구 방향을 잡고 있습니다.</a:t>
            </a:r>
          </a:p>
        </p:txBody>
      </p:sp>
      <p:sp>
        <p:nvSpPr>
          <p:cNvPr id="4" name="Slide Number Placeholder 3"/>
          <p:cNvSpPr>
            <a:spLocks noGrp="1"/>
          </p:cNvSpPr>
          <p:nvPr>
            <p:ph type="sldNum" sz="quarter" idx="5"/>
          </p:nvPr>
        </p:nvSpPr>
        <p:spPr/>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endParaRPr/>
          </a:p>
        </p:txBody>
      </p:sp>
      <p:sp>
        <p:nvSpPr>
          <p:cNvPr id="4" name="Slide Number Placeholder 3"/>
          <p:cNvSpPr>
            <a:spLocks noGrp="1"/>
          </p:cNvSpPr>
          <p:nvPr>
            <p:ph type="sldNum" sz="quarter" idx="5"/>
          </p:nvPr>
        </p:nvSpPr>
        <p:spPr/>
      </p:sp>
    </p:spTree>
  </p:cSld>
  <p:clrMapOvr>
    <a:masterClrMapping/>
  </p:clrMapOvr>
</p:notes>
</file>

<file path=ppt/slideLayouts/_rels/slideLayout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jpeg"/><Relationship Id="rId1" Type="http://schemas.openxmlformats.org/officeDocument/2006/relationships/slideMaster" Target="../slideMasters/slideMaster1.xml"/><Relationship Id="rId4" Type="http://schemas.openxmlformats.org/officeDocument/2006/relationships/image" Target="../media/image3.png"/></Relationships>
</file>

<file path=ppt/slideLayouts/_rels/slideLayout2.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image" Target="../media/image4.png"/><Relationship Id="rId1" Type="http://schemas.openxmlformats.org/officeDocument/2006/relationships/slideMaster" Target="../slideMasters/slideMaster1.xml"/><Relationship Id="rId4" Type="http://schemas.microsoft.com/office/2007/relationships/hdphoto" Target="../media/hdphoto1.wdp"/></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제목 슬라이드">
    <p:spTree>
      <p:nvGrpSpPr>
        <p:cNvPr id="1" name=""/>
        <p:cNvGrpSpPr/>
        <p:nvPr/>
      </p:nvGrpSpPr>
      <p:grpSpPr>
        <a:xfrm>
          <a:off x="0" y="0"/>
          <a:ext cx="0" cy="0"/>
          <a:chOff x="0" y="0"/>
          <a:chExt cx="0" cy="0"/>
        </a:xfrm>
      </p:grpSpPr>
      <p:pic>
        <p:nvPicPr>
          <p:cNvPr id="7" name="object 2">
            <a:extLst>
              <a:ext uri="{FF2B5EF4-FFF2-40B4-BE49-F238E27FC236}">
                <a16:creationId xmlns:a16="http://schemas.microsoft.com/office/drawing/2014/main" id="{D279837B-A00B-4327-9AB8-97044CBDABA7}"/>
              </a:ext>
            </a:extLst>
          </p:cNvPr>
          <p:cNvPicPr/>
          <p:nvPr userDrawn="1"/>
        </p:nvPicPr>
        <p:blipFill rotWithShape="1">
          <a:blip r:embed="rId2"/>
          <a:stretch>
            <a:fillRect/>
          </a:stretch>
        </p:blipFill>
        <p:spPr>
          <a:xfrm>
            <a:off x="0" y="228731"/>
            <a:ext cx="12192000" cy="6400538"/>
          </a:xfrm>
          <a:prstGeom prst="rect">
            <a:avLst/>
          </a:prstGeom>
        </p:spPr>
      </p:pic>
      <p:pic>
        <p:nvPicPr>
          <p:cNvPr id="3" name="그림 2">
            <a:extLst>
              <a:ext uri="{FF2B5EF4-FFF2-40B4-BE49-F238E27FC236}">
                <a16:creationId xmlns:a16="http://schemas.microsoft.com/office/drawing/2014/main" id="{4B17CE84-3562-483D-8448-6A30899AF09E}"/>
              </a:ext>
            </a:extLst>
          </p:cNvPr>
          <p:cNvPicPr>
            <a:picLocks noChangeAspect="1"/>
          </p:cNvPicPr>
          <p:nvPr userDrawn="1"/>
        </p:nvPicPr>
        <p:blipFill rotWithShape="1">
          <a:blip r:embed="rId3">
            <a:clrChange>
              <a:clrFrom>
                <a:srgbClr val="FFFFFF"/>
              </a:clrFrom>
              <a:clrTo>
                <a:srgbClr val="FFFFFF">
                  <a:alpha val="0"/>
                </a:srgbClr>
              </a:clrTo>
            </a:clrChange>
          </a:blip>
          <a:srcRect t="19699" b="22132"/>
          <a:stretch/>
        </p:blipFill>
        <p:spPr>
          <a:xfrm>
            <a:off x="3461866" y="5273477"/>
            <a:ext cx="4168803" cy="982769"/>
          </a:xfrm>
          <a:prstGeom prst="rect">
            <a:avLst/>
          </a:prstGeom>
        </p:spPr>
      </p:pic>
      <p:pic>
        <p:nvPicPr>
          <p:cNvPr id="8" name="object 4">
            <a:extLst>
              <a:ext uri="{FF2B5EF4-FFF2-40B4-BE49-F238E27FC236}">
                <a16:creationId xmlns:a16="http://schemas.microsoft.com/office/drawing/2014/main" id="{8EF8DD5B-0316-4193-BCC7-D6CFCAE8969D}"/>
              </a:ext>
            </a:extLst>
          </p:cNvPr>
          <p:cNvPicPr/>
          <p:nvPr userDrawn="1"/>
        </p:nvPicPr>
        <p:blipFill rotWithShape="1">
          <a:blip r:embed="rId4"/>
          <a:stretch>
            <a:fillRect/>
          </a:stretch>
        </p:blipFill>
        <p:spPr>
          <a:xfrm>
            <a:off x="-277376" y="5274173"/>
            <a:ext cx="4550839" cy="992767"/>
          </a:xfrm>
          <a:prstGeom prst="rect">
            <a:avLst/>
          </a:prstGeom>
        </p:spPr>
      </p:pic>
    </p:spTree>
    <p:extLst>
      <p:ext uri="{BB962C8B-B14F-4D97-AF65-F5344CB8AC3E}">
        <p14:creationId xmlns:p14="http://schemas.microsoft.com/office/powerpoint/2010/main" val="3368578616"/>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제목 및 내용">
    <p:spTree>
      <p:nvGrpSpPr>
        <p:cNvPr id="1" name=""/>
        <p:cNvGrpSpPr/>
        <p:nvPr/>
      </p:nvGrpSpPr>
      <p:grpSpPr>
        <a:xfrm>
          <a:off x="0" y="0"/>
          <a:ext cx="0" cy="0"/>
          <a:chOff x="0" y="0"/>
          <a:chExt cx="0" cy="0"/>
        </a:xfrm>
      </p:grpSpPr>
      <p:grpSp>
        <p:nvGrpSpPr>
          <p:cNvPr id="24" name="그룹 23">
            <a:extLst>
              <a:ext uri="{FF2B5EF4-FFF2-40B4-BE49-F238E27FC236}">
                <a16:creationId xmlns:a16="http://schemas.microsoft.com/office/drawing/2014/main" id="{5EC22856-02EF-4559-9B66-BD5C863FF254}"/>
              </a:ext>
            </a:extLst>
          </p:cNvPr>
          <p:cNvGrpSpPr/>
          <p:nvPr userDrawn="1"/>
        </p:nvGrpSpPr>
        <p:grpSpPr>
          <a:xfrm>
            <a:off x="-8467" y="6463089"/>
            <a:ext cx="12200467" cy="403574"/>
            <a:chOff x="-8467" y="6470661"/>
            <a:chExt cx="12200467" cy="390527"/>
          </a:xfrm>
        </p:grpSpPr>
        <p:sp>
          <p:nvSpPr>
            <p:cNvPr id="9" name="직사각형 8">
              <a:extLst>
                <a:ext uri="{FF2B5EF4-FFF2-40B4-BE49-F238E27FC236}">
                  <a16:creationId xmlns:a16="http://schemas.microsoft.com/office/drawing/2014/main" id="{0DFE1C4B-A7EE-47E1-8AAE-3EF4E43D16F6}"/>
                </a:ext>
              </a:extLst>
            </p:cNvPr>
            <p:cNvSpPr/>
            <p:nvPr userDrawn="1"/>
          </p:nvSpPr>
          <p:spPr>
            <a:xfrm>
              <a:off x="0" y="6496062"/>
              <a:ext cx="12192000" cy="365126"/>
            </a:xfrm>
            <a:prstGeom prst="rect">
              <a:avLst/>
            </a:prstGeom>
            <a:solidFill>
              <a:srgbClr val="1F346B"/>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dirty="0">
                <a:latin typeface="KoPub돋움체 Medium" panose="00000600000000000000" pitchFamily="2" charset="-127"/>
                <a:ea typeface="KoPub돋움체 Medium" panose="00000600000000000000" pitchFamily="2" charset="-127"/>
              </a:endParaRPr>
            </a:p>
          </p:txBody>
        </p:sp>
        <p:cxnSp>
          <p:nvCxnSpPr>
            <p:cNvPr id="15" name="직선 연결선 14">
              <a:extLst>
                <a:ext uri="{FF2B5EF4-FFF2-40B4-BE49-F238E27FC236}">
                  <a16:creationId xmlns:a16="http://schemas.microsoft.com/office/drawing/2014/main" id="{28C131E4-1CD9-49D8-B343-8379436586CB}"/>
                </a:ext>
              </a:extLst>
            </p:cNvPr>
            <p:cNvCxnSpPr>
              <a:cxnSpLocks/>
            </p:cNvCxnSpPr>
            <p:nvPr userDrawn="1"/>
          </p:nvCxnSpPr>
          <p:spPr>
            <a:xfrm>
              <a:off x="-8467" y="6470661"/>
              <a:ext cx="12200467" cy="0"/>
            </a:xfrm>
            <a:prstGeom prst="line">
              <a:avLst/>
            </a:prstGeom>
            <a:ln w="57150">
              <a:solidFill>
                <a:schemeClr val="bg1">
                  <a:lumMod val="50000"/>
                </a:schemeClr>
              </a:solidFill>
            </a:ln>
          </p:spPr>
          <p:style>
            <a:lnRef idx="1">
              <a:schemeClr val="accent1"/>
            </a:lnRef>
            <a:fillRef idx="0">
              <a:schemeClr val="accent1"/>
            </a:fillRef>
            <a:effectRef idx="0">
              <a:schemeClr val="accent1"/>
            </a:effectRef>
            <a:fontRef idx="minor">
              <a:schemeClr val="tx1"/>
            </a:fontRef>
          </p:style>
        </p:cxnSp>
      </p:grpSp>
      <p:sp>
        <p:nvSpPr>
          <p:cNvPr id="2" name="제목 1">
            <a:extLst>
              <a:ext uri="{FF2B5EF4-FFF2-40B4-BE49-F238E27FC236}">
                <a16:creationId xmlns:a16="http://schemas.microsoft.com/office/drawing/2014/main" id="{FE4F955D-C3E9-4033-8442-9095377B0662}"/>
              </a:ext>
            </a:extLst>
          </p:cNvPr>
          <p:cNvSpPr>
            <a:spLocks noGrp="1"/>
          </p:cNvSpPr>
          <p:nvPr>
            <p:ph type="title" hasCustomPrompt="1"/>
          </p:nvPr>
        </p:nvSpPr>
        <p:spPr>
          <a:xfrm>
            <a:off x="508000" y="365126"/>
            <a:ext cx="11176000" cy="532342"/>
          </a:xfrm>
        </p:spPr>
        <p:txBody>
          <a:bodyPr>
            <a:normAutofit/>
          </a:bodyPr>
          <a:lstStyle>
            <a:lvl1pPr>
              <a:defRPr sz="2400" b="1">
                <a:solidFill>
                  <a:srgbClr val="023670"/>
                </a:solidFill>
                <a:latin typeface="KoPub돋움체 Bold" panose="02020603020101020101" pitchFamily="18" charset="-127"/>
                <a:ea typeface="KoPub돋움체 Bold" panose="02020603020101020101" pitchFamily="18" charset="-127"/>
                <a:cs typeface="Arial" panose="020B0604020202020204" pitchFamily="34" charset="0"/>
              </a:defRPr>
            </a:lvl1pPr>
          </a:lstStyle>
          <a:p>
            <a:r>
              <a:rPr lang="ko-KR" altLang="en-US" dirty="0"/>
              <a:t>마스터 제목 스타일 편집</a:t>
            </a:r>
          </a:p>
        </p:txBody>
      </p:sp>
      <p:sp>
        <p:nvSpPr>
          <p:cNvPr id="3" name="내용 개체 틀 2">
            <a:extLst>
              <a:ext uri="{FF2B5EF4-FFF2-40B4-BE49-F238E27FC236}">
                <a16:creationId xmlns:a16="http://schemas.microsoft.com/office/drawing/2014/main" id="{9CA482F1-FC12-443E-892A-B48F9C50AA53}"/>
              </a:ext>
            </a:extLst>
          </p:cNvPr>
          <p:cNvSpPr>
            <a:spLocks noGrp="1"/>
          </p:cNvSpPr>
          <p:nvPr>
            <p:ph idx="1" hasCustomPrompt="1"/>
          </p:nvPr>
        </p:nvSpPr>
        <p:spPr>
          <a:xfrm>
            <a:off x="508000" y="897468"/>
            <a:ext cx="11176000" cy="5063066"/>
          </a:xfrm>
        </p:spPr>
        <p:txBody>
          <a:bodyPr/>
          <a:lstStyle>
            <a:lvl1pPr>
              <a:lnSpc>
                <a:spcPct val="200000"/>
              </a:lnSpc>
              <a:defRPr sz="2000" b="0">
                <a:latin typeface="KoPub돋움체 Bold" panose="02020603020101020101" pitchFamily="18" charset="-127"/>
                <a:ea typeface="KoPub돋움체 Bold" panose="02020603020101020101" pitchFamily="18" charset="-127"/>
              </a:defRPr>
            </a:lvl1pPr>
            <a:lvl2pPr>
              <a:lnSpc>
                <a:spcPct val="150000"/>
              </a:lnSpc>
              <a:defRPr sz="1800">
                <a:latin typeface="KoPub돋움체 Medium" panose="02020603020101020101" pitchFamily="18" charset="-127"/>
                <a:ea typeface="KoPub돋움체 Medium" panose="02020603020101020101" pitchFamily="18" charset="-127"/>
              </a:defRPr>
            </a:lvl2pPr>
            <a:lvl3pPr>
              <a:lnSpc>
                <a:spcPct val="150000"/>
              </a:lnSpc>
              <a:defRPr sz="1600">
                <a:latin typeface="KoPub돋움체 Medium" panose="02020603020101020101" pitchFamily="18" charset="-127"/>
                <a:ea typeface="KoPub돋움체 Medium" panose="02020603020101020101" pitchFamily="18" charset="-127"/>
              </a:defRPr>
            </a:lvl3pPr>
            <a:lvl4pPr>
              <a:lnSpc>
                <a:spcPct val="150000"/>
              </a:lnSpc>
              <a:defRPr sz="1600">
                <a:latin typeface="KoPub돋움체 Medium" panose="02020603020101020101" pitchFamily="18" charset="-127"/>
                <a:ea typeface="KoPub돋움체 Medium" panose="02020603020101020101" pitchFamily="18" charset="-127"/>
              </a:defRPr>
            </a:lvl4pPr>
            <a:lvl5pPr>
              <a:lnSpc>
                <a:spcPct val="150000"/>
              </a:lnSpc>
              <a:defRPr sz="1600">
                <a:latin typeface="KoPub돋움체 Medium" panose="02020603020101020101" pitchFamily="18" charset="-127"/>
                <a:ea typeface="KoPub돋움체 Medium" panose="02020603020101020101" pitchFamily="18" charset="-127"/>
              </a:defRPr>
            </a:lvl5pPr>
          </a:lstStyle>
          <a:p>
            <a:pPr lvl="0"/>
            <a:r>
              <a:rPr lang="ko-KR" altLang="en-US" dirty="0"/>
              <a:t>마스터 텍스트 스타일을 편집하려면 클릭</a:t>
            </a:r>
          </a:p>
          <a:p>
            <a:pPr lvl="1"/>
            <a:r>
              <a:rPr lang="ko-KR" altLang="en-US" dirty="0"/>
              <a:t>두 번째 수준</a:t>
            </a:r>
          </a:p>
          <a:p>
            <a:pPr lvl="2"/>
            <a:r>
              <a:rPr lang="ko-KR" altLang="en-US" dirty="0"/>
              <a:t>세 번째 수준</a:t>
            </a:r>
          </a:p>
          <a:p>
            <a:pPr lvl="3"/>
            <a:r>
              <a:rPr lang="ko-KR" altLang="en-US" dirty="0"/>
              <a:t>네 번째 수준</a:t>
            </a:r>
          </a:p>
          <a:p>
            <a:pPr lvl="4"/>
            <a:r>
              <a:rPr lang="ko-KR" altLang="en-US" dirty="0"/>
              <a:t>다섯 번째 수준</a:t>
            </a:r>
          </a:p>
        </p:txBody>
      </p:sp>
      <p:pic>
        <p:nvPicPr>
          <p:cNvPr id="11" name="그림 10">
            <a:extLst>
              <a:ext uri="{FF2B5EF4-FFF2-40B4-BE49-F238E27FC236}">
                <a16:creationId xmlns:a16="http://schemas.microsoft.com/office/drawing/2014/main" id="{95A1225D-0BD8-42FD-A091-144615FF0733}"/>
              </a:ext>
            </a:extLst>
          </p:cNvPr>
          <p:cNvPicPr>
            <a:picLocks noChangeAspect="1"/>
          </p:cNvPicPr>
          <p:nvPr userDrawn="1"/>
        </p:nvPicPr>
        <p:blipFill rotWithShape="1">
          <a:blip r:embed="rId2"/>
          <a:srcRect t="-583" b="3459"/>
          <a:stretch/>
        </p:blipFill>
        <p:spPr>
          <a:xfrm>
            <a:off x="5452198" y="6510701"/>
            <a:ext cx="1279135" cy="347299"/>
          </a:xfrm>
          <a:prstGeom prst="rect">
            <a:avLst/>
          </a:prstGeom>
          <a:solidFill>
            <a:srgbClr val="1F346B"/>
          </a:solidFill>
        </p:spPr>
      </p:pic>
      <p:sp>
        <p:nvSpPr>
          <p:cNvPr id="6" name="슬라이드 번호 개체 틀 5">
            <a:extLst>
              <a:ext uri="{FF2B5EF4-FFF2-40B4-BE49-F238E27FC236}">
                <a16:creationId xmlns:a16="http://schemas.microsoft.com/office/drawing/2014/main" id="{831EFF5A-1B85-42B1-95F5-C4213C5AD98D}"/>
              </a:ext>
            </a:extLst>
          </p:cNvPr>
          <p:cNvSpPr>
            <a:spLocks noGrp="1"/>
          </p:cNvSpPr>
          <p:nvPr>
            <p:ph type="sldNum" sz="quarter" idx="12"/>
          </p:nvPr>
        </p:nvSpPr>
        <p:spPr>
          <a:xfrm>
            <a:off x="11404600" y="6517302"/>
            <a:ext cx="558800" cy="321398"/>
          </a:xfrm>
        </p:spPr>
        <p:txBody>
          <a:bodyPr/>
          <a:lstStyle>
            <a:lvl1pPr>
              <a:defRPr>
                <a:solidFill>
                  <a:schemeClr val="bg1"/>
                </a:solidFill>
              </a:defRPr>
            </a:lvl1pPr>
          </a:lstStyle>
          <a:p>
            <a:fld id="{9F4AF89A-28FA-47FA-B28F-9A9C6913CB7A}" type="slidenum">
              <a:rPr lang="ko-KR" altLang="en-US" smtClean="0"/>
              <a:pPr/>
              <a:t>‹#›</a:t>
            </a:fld>
            <a:endParaRPr lang="ko-KR" altLang="en-US" dirty="0"/>
          </a:p>
        </p:txBody>
      </p:sp>
      <p:pic>
        <p:nvPicPr>
          <p:cNvPr id="13" name="그림 12">
            <a:extLst>
              <a:ext uri="{FF2B5EF4-FFF2-40B4-BE49-F238E27FC236}">
                <a16:creationId xmlns:a16="http://schemas.microsoft.com/office/drawing/2014/main" id="{DAEAB581-7B9E-4552-9BEC-BDB2FB36C0F9}"/>
              </a:ext>
            </a:extLst>
          </p:cNvPr>
          <p:cNvPicPr>
            <a:picLocks noChangeAspect="1"/>
          </p:cNvPicPr>
          <p:nvPr userDrawn="1"/>
        </p:nvPicPr>
        <p:blipFill rotWithShape="1">
          <a:blip r:embed="rId3">
            <a:extLst>
              <a:ext uri="{BEBA8EAE-BF5A-486C-A8C5-ECC9F3942E4B}">
                <a14:imgProps xmlns:a14="http://schemas.microsoft.com/office/drawing/2010/main">
                  <a14:imgLayer r:embed="rId4">
                    <a14:imgEffect>
                      <a14:backgroundRemoval t="66482" b="96122" l="16219" r="85171">
                        <a14:foregroundMark x1="20111" y1="81440" x2="20111" y2="81440"/>
                        <a14:foregroundMark x1="16404" y1="81440" x2="16404" y2="81440"/>
                        <a14:foregroundMark x1="25950" y1="81717" x2="25950" y2="81717"/>
                        <a14:foregroundMark x1="35959" y1="86704" x2="35959" y2="86704"/>
                        <a14:foregroundMark x1="44300" y1="83657" x2="44300" y2="83657"/>
                        <a14:foregroundMark x1="53197" y1="73961" x2="53197" y2="73961"/>
                        <a14:foregroundMark x1="82947" y1="81717" x2="82947" y2="81717"/>
                        <a14:foregroundMark x1="85171" y1="87812" x2="85171" y2="87812"/>
                      </a14:backgroundRemoval>
                    </a14:imgEffect>
                  </a14:imgLayer>
                </a14:imgProps>
              </a:ext>
              <a:ext uri="{28A0092B-C50C-407E-A947-70E740481C1C}">
                <a14:useLocalDpi xmlns:a14="http://schemas.microsoft.com/office/drawing/2010/main" val="0"/>
              </a:ext>
            </a:extLst>
          </a:blip>
          <a:srcRect l="12517" t="63297" r="13176"/>
          <a:stretch/>
        </p:blipFill>
        <p:spPr>
          <a:xfrm>
            <a:off x="112017" y="6545265"/>
            <a:ext cx="1744133" cy="288231"/>
          </a:xfrm>
          <a:prstGeom prst="rect">
            <a:avLst/>
          </a:prstGeom>
        </p:spPr>
      </p:pic>
      <p:sp>
        <p:nvSpPr>
          <p:cNvPr id="16" name="날짜 개체 틀 3">
            <a:extLst>
              <a:ext uri="{FF2B5EF4-FFF2-40B4-BE49-F238E27FC236}">
                <a16:creationId xmlns:a16="http://schemas.microsoft.com/office/drawing/2014/main" id="{3920A115-BF94-4DB0-B759-905F580E6ABC}"/>
              </a:ext>
            </a:extLst>
          </p:cNvPr>
          <p:cNvSpPr>
            <a:spLocks noGrp="1"/>
          </p:cNvSpPr>
          <p:nvPr>
            <p:ph type="dt" sz="half" idx="10"/>
          </p:nvPr>
        </p:nvSpPr>
        <p:spPr>
          <a:xfrm>
            <a:off x="9698025" y="6495439"/>
            <a:ext cx="1258711" cy="365125"/>
          </a:xfrm>
        </p:spPr>
        <p:txBody>
          <a:bodyPr/>
          <a:lstStyle>
            <a:lvl1pPr>
              <a:defRPr>
                <a:solidFill>
                  <a:schemeClr val="bg1"/>
                </a:solidFill>
              </a:defRPr>
            </a:lvl1pPr>
          </a:lstStyle>
          <a:p>
            <a:endParaRPr lang="ko-KR" altLang="en-US" dirty="0"/>
          </a:p>
        </p:txBody>
      </p:sp>
      <p:sp>
        <p:nvSpPr>
          <p:cNvPr id="17" name="바닥글 개체 틀 4">
            <a:extLst>
              <a:ext uri="{FF2B5EF4-FFF2-40B4-BE49-F238E27FC236}">
                <a16:creationId xmlns:a16="http://schemas.microsoft.com/office/drawing/2014/main" id="{CB761E04-ABC5-4F9B-B7F4-0370F3F02EDD}"/>
              </a:ext>
            </a:extLst>
          </p:cNvPr>
          <p:cNvSpPr>
            <a:spLocks noGrp="1"/>
          </p:cNvSpPr>
          <p:nvPr>
            <p:ph type="ftr" sz="quarter" idx="11"/>
          </p:nvPr>
        </p:nvSpPr>
        <p:spPr>
          <a:xfrm>
            <a:off x="7308348" y="6495439"/>
            <a:ext cx="1888067" cy="365125"/>
          </a:xfrm>
        </p:spPr>
        <p:txBody>
          <a:bodyPr/>
          <a:lstStyle>
            <a:lvl1pPr>
              <a:defRPr>
                <a:solidFill>
                  <a:schemeClr val="bg1"/>
                </a:solidFill>
              </a:defRPr>
            </a:lvl1pPr>
          </a:lstStyle>
          <a:p>
            <a:endParaRPr lang="ko-KR" altLang="en-US" dirty="0"/>
          </a:p>
        </p:txBody>
      </p:sp>
    </p:spTree>
    <p:extLst>
      <p:ext uri="{BB962C8B-B14F-4D97-AF65-F5344CB8AC3E}">
        <p14:creationId xmlns:p14="http://schemas.microsoft.com/office/powerpoint/2010/main" val="3176484067"/>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구역 머리글">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B7D0B4DC-8072-4B8E-A822-FE3A08C0D639}"/>
              </a:ext>
            </a:extLst>
          </p:cNvPr>
          <p:cNvSpPr>
            <a:spLocks noGrp="1"/>
          </p:cNvSpPr>
          <p:nvPr>
            <p:ph type="title"/>
          </p:nvPr>
        </p:nvSpPr>
        <p:spPr>
          <a:xfrm>
            <a:off x="831850" y="1709738"/>
            <a:ext cx="10515600" cy="2852737"/>
          </a:xfrm>
        </p:spPr>
        <p:txBody>
          <a:bodyPr anchor="b"/>
          <a:lstStyle>
            <a:lvl1pPr>
              <a:defRPr sz="6000"/>
            </a:lvl1pPr>
          </a:lstStyle>
          <a:p>
            <a:r>
              <a:rPr lang="ko-KR" altLang="en-US"/>
              <a:t>마스터 제목 스타일 편집</a:t>
            </a:r>
          </a:p>
        </p:txBody>
      </p:sp>
      <p:sp>
        <p:nvSpPr>
          <p:cNvPr id="3" name="텍스트 개체 틀 2">
            <a:extLst>
              <a:ext uri="{FF2B5EF4-FFF2-40B4-BE49-F238E27FC236}">
                <a16:creationId xmlns:a16="http://schemas.microsoft.com/office/drawing/2014/main" id="{BD927B99-20C3-4D37-8275-EA6400E5C162}"/>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ko-KR" altLang="en-US"/>
              <a:t>마스터 텍스트 스타일을 편집하려면 클릭</a:t>
            </a:r>
          </a:p>
        </p:txBody>
      </p:sp>
      <p:sp>
        <p:nvSpPr>
          <p:cNvPr id="4" name="날짜 개체 틀 3">
            <a:extLst>
              <a:ext uri="{FF2B5EF4-FFF2-40B4-BE49-F238E27FC236}">
                <a16:creationId xmlns:a16="http://schemas.microsoft.com/office/drawing/2014/main" id="{C7C6CE84-6AD8-453A-AD6E-FEAF6049C1C5}"/>
              </a:ext>
            </a:extLst>
          </p:cNvPr>
          <p:cNvSpPr>
            <a:spLocks noGrp="1"/>
          </p:cNvSpPr>
          <p:nvPr>
            <p:ph type="dt" sz="half" idx="10"/>
          </p:nvPr>
        </p:nvSpPr>
        <p:spPr>
          <a:xfrm>
            <a:off x="838200" y="6044141"/>
            <a:ext cx="2743200" cy="365125"/>
          </a:xfrm>
        </p:spPr>
        <p:txBody>
          <a:bodyPr/>
          <a:lstStyle/>
          <a:p>
            <a:endParaRPr lang="ko-KR" altLang="en-US"/>
          </a:p>
        </p:txBody>
      </p:sp>
      <p:sp>
        <p:nvSpPr>
          <p:cNvPr id="5" name="바닥글 개체 틀 4">
            <a:extLst>
              <a:ext uri="{FF2B5EF4-FFF2-40B4-BE49-F238E27FC236}">
                <a16:creationId xmlns:a16="http://schemas.microsoft.com/office/drawing/2014/main" id="{549EF105-0337-4580-9111-FD2F527F97D8}"/>
              </a:ext>
            </a:extLst>
          </p:cNvPr>
          <p:cNvSpPr>
            <a:spLocks noGrp="1"/>
          </p:cNvSpPr>
          <p:nvPr>
            <p:ph type="ftr" sz="quarter" idx="11"/>
          </p:nvPr>
        </p:nvSpPr>
        <p:spPr>
          <a:xfrm>
            <a:off x="4038600" y="6044141"/>
            <a:ext cx="4114800" cy="365125"/>
          </a:xfrm>
        </p:spPr>
        <p:txBody>
          <a:bodyPr/>
          <a:lstStyle/>
          <a:p>
            <a:endParaRPr lang="ko-KR" altLang="en-US"/>
          </a:p>
        </p:txBody>
      </p:sp>
      <p:sp>
        <p:nvSpPr>
          <p:cNvPr id="7" name="슬라이드 번호 개체 틀 5">
            <a:extLst>
              <a:ext uri="{FF2B5EF4-FFF2-40B4-BE49-F238E27FC236}">
                <a16:creationId xmlns:a16="http://schemas.microsoft.com/office/drawing/2014/main" id="{AB31AF83-2C46-4BF6-B48E-DD76F99A3E2F}"/>
              </a:ext>
            </a:extLst>
          </p:cNvPr>
          <p:cNvSpPr>
            <a:spLocks noGrp="1"/>
          </p:cNvSpPr>
          <p:nvPr>
            <p:ph type="sldNum" sz="quarter" idx="12"/>
          </p:nvPr>
        </p:nvSpPr>
        <p:spPr>
          <a:xfrm>
            <a:off x="8940800" y="6044141"/>
            <a:ext cx="2743200" cy="365125"/>
          </a:xfrm>
        </p:spPr>
        <p:txBody>
          <a:bodyPr/>
          <a:lstStyle/>
          <a:p>
            <a:fld id="{9F4AF89A-28FA-47FA-B28F-9A9C6913CB7A}" type="slidenum">
              <a:rPr lang="ko-KR" altLang="en-US" smtClean="0"/>
              <a:t>‹#›</a:t>
            </a:fld>
            <a:endParaRPr lang="ko-KR" altLang="en-US"/>
          </a:p>
        </p:txBody>
      </p:sp>
    </p:spTree>
    <p:extLst>
      <p:ext uri="{BB962C8B-B14F-4D97-AF65-F5344CB8AC3E}">
        <p14:creationId xmlns:p14="http://schemas.microsoft.com/office/powerpoint/2010/main" val="45177934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콘텐츠 2개">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488C8B6C-1DEF-4332-8A14-F6B6981FD999}"/>
              </a:ext>
            </a:extLst>
          </p:cNvPr>
          <p:cNvSpPr>
            <a:spLocks noGrp="1"/>
          </p:cNvSpPr>
          <p:nvPr>
            <p:ph type="title"/>
          </p:nvPr>
        </p:nvSpPr>
        <p:spPr/>
        <p:txBody>
          <a:bodyPr/>
          <a:lstStyle/>
          <a:p>
            <a:r>
              <a:rPr lang="ko-KR" altLang="en-US"/>
              <a:t>마스터 제목 스타일 편집</a:t>
            </a:r>
          </a:p>
        </p:txBody>
      </p:sp>
      <p:sp>
        <p:nvSpPr>
          <p:cNvPr id="3" name="내용 개체 틀 2">
            <a:extLst>
              <a:ext uri="{FF2B5EF4-FFF2-40B4-BE49-F238E27FC236}">
                <a16:creationId xmlns:a16="http://schemas.microsoft.com/office/drawing/2014/main" id="{F078B35E-5C7A-4650-863C-461C8592BBB6}"/>
              </a:ext>
            </a:extLst>
          </p:cNvPr>
          <p:cNvSpPr>
            <a:spLocks noGrp="1"/>
          </p:cNvSpPr>
          <p:nvPr>
            <p:ph sz="half" idx="1"/>
          </p:nvPr>
        </p:nvSpPr>
        <p:spPr>
          <a:xfrm>
            <a:off x="838200" y="1825625"/>
            <a:ext cx="5181600" cy="4351338"/>
          </a:xfrm>
        </p:spPr>
        <p:txBody>
          <a:body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p>
        </p:txBody>
      </p:sp>
      <p:sp>
        <p:nvSpPr>
          <p:cNvPr id="4" name="내용 개체 틀 3">
            <a:extLst>
              <a:ext uri="{FF2B5EF4-FFF2-40B4-BE49-F238E27FC236}">
                <a16:creationId xmlns:a16="http://schemas.microsoft.com/office/drawing/2014/main" id="{FA0FC85E-DA01-4C94-8312-2EAB20EAB350}"/>
              </a:ext>
            </a:extLst>
          </p:cNvPr>
          <p:cNvSpPr>
            <a:spLocks noGrp="1"/>
          </p:cNvSpPr>
          <p:nvPr>
            <p:ph sz="half" idx="2"/>
          </p:nvPr>
        </p:nvSpPr>
        <p:spPr>
          <a:xfrm>
            <a:off x="6172200" y="1825625"/>
            <a:ext cx="5181600" cy="4351338"/>
          </a:xfrm>
        </p:spPr>
        <p:txBody>
          <a:body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p>
        </p:txBody>
      </p:sp>
      <p:sp>
        <p:nvSpPr>
          <p:cNvPr id="5" name="날짜 개체 틀 4">
            <a:extLst>
              <a:ext uri="{FF2B5EF4-FFF2-40B4-BE49-F238E27FC236}">
                <a16:creationId xmlns:a16="http://schemas.microsoft.com/office/drawing/2014/main" id="{96ADE796-457C-4E05-BBB8-BC7FD1390133}"/>
              </a:ext>
            </a:extLst>
          </p:cNvPr>
          <p:cNvSpPr>
            <a:spLocks noGrp="1"/>
          </p:cNvSpPr>
          <p:nvPr>
            <p:ph type="dt" sz="half" idx="10"/>
          </p:nvPr>
        </p:nvSpPr>
        <p:spPr/>
        <p:txBody>
          <a:bodyPr/>
          <a:lstStyle/>
          <a:p>
            <a:endParaRPr lang="ko-KR" altLang="en-US"/>
          </a:p>
        </p:txBody>
      </p:sp>
      <p:sp>
        <p:nvSpPr>
          <p:cNvPr id="6" name="바닥글 개체 틀 5">
            <a:extLst>
              <a:ext uri="{FF2B5EF4-FFF2-40B4-BE49-F238E27FC236}">
                <a16:creationId xmlns:a16="http://schemas.microsoft.com/office/drawing/2014/main" id="{765A564A-D398-41C0-BEF2-5D2A53F37093}"/>
              </a:ext>
            </a:extLst>
          </p:cNvPr>
          <p:cNvSpPr>
            <a:spLocks noGrp="1"/>
          </p:cNvSpPr>
          <p:nvPr>
            <p:ph type="ftr" sz="quarter" idx="11"/>
          </p:nvPr>
        </p:nvSpPr>
        <p:spPr/>
        <p:txBody>
          <a:bodyPr/>
          <a:lstStyle/>
          <a:p>
            <a:endParaRPr lang="ko-KR" altLang="en-US"/>
          </a:p>
        </p:txBody>
      </p:sp>
      <p:sp>
        <p:nvSpPr>
          <p:cNvPr id="7" name="슬라이드 번호 개체 틀 6">
            <a:extLst>
              <a:ext uri="{FF2B5EF4-FFF2-40B4-BE49-F238E27FC236}">
                <a16:creationId xmlns:a16="http://schemas.microsoft.com/office/drawing/2014/main" id="{EBD0DB09-1DC7-4816-820B-2EDD19BADB20}"/>
              </a:ext>
            </a:extLst>
          </p:cNvPr>
          <p:cNvSpPr>
            <a:spLocks noGrp="1"/>
          </p:cNvSpPr>
          <p:nvPr>
            <p:ph type="sldNum" sz="quarter" idx="12"/>
          </p:nvPr>
        </p:nvSpPr>
        <p:spPr/>
        <p:txBody>
          <a:bodyPr/>
          <a:lstStyle/>
          <a:p>
            <a:fld id="{9F4AF89A-28FA-47FA-B28F-9A9C6913CB7A}" type="slidenum">
              <a:rPr lang="ko-KR" altLang="en-US" smtClean="0"/>
              <a:t>‹#›</a:t>
            </a:fld>
            <a:endParaRPr lang="ko-KR" altLang="en-US"/>
          </a:p>
        </p:txBody>
      </p:sp>
    </p:spTree>
    <p:extLst>
      <p:ext uri="{BB962C8B-B14F-4D97-AF65-F5344CB8AC3E}">
        <p14:creationId xmlns:p14="http://schemas.microsoft.com/office/powerpoint/2010/main" val="212983221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비교">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AD073845-DA08-4E02-89E5-279477CDC15E}"/>
              </a:ext>
            </a:extLst>
          </p:cNvPr>
          <p:cNvSpPr>
            <a:spLocks noGrp="1"/>
          </p:cNvSpPr>
          <p:nvPr>
            <p:ph type="title"/>
          </p:nvPr>
        </p:nvSpPr>
        <p:spPr>
          <a:xfrm>
            <a:off x="839788" y="365125"/>
            <a:ext cx="10515600" cy="1325563"/>
          </a:xfrm>
        </p:spPr>
        <p:txBody>
          <a:bodyPr/>
          <a:lstStyle/>
          <a:p>
            <a:r>
              <a:rPr lang="ko-KR" altLang="en-US"/>
              <a:t>마스터 제목 스타일 편집</a:t>
            </a:r>
          </a:p>
        </p:txBody>
      </p:sp>
      <p:sp>
        <p:nvSpPr>
          <p:cNvPr id="3" name="텍스트 개체 틀 2">
            <a:extLst>
              <a:ext uri="{FF2B5EF4-FFF2-40B4-BE49-F238E27FC236}">
                <a16:creationId xmlns:a16="http://schemas.microsoft.com/office/drawing/2014/main" id="{6FA0F8E2-8F9C-4936-8D92-FA7FE4970280}"/>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ko-KR" altLang="en-US"/>
              <a:t>마스터 텍스트 스타일을 편집하려면 클릭</a:t>
            </a:r>
          </a:p>
        </p:txBody>
      </p:sp>
      <p:sp>
        <p:nvSpPr>
          <p:cNvPr id="4" name="내용 개체 틀 3">
            <a:extLst>
              <a:ext uri="{FF2B5EF4-FFF2-40B4-BE49-F238E27FC236}">
                <a16:creationId xmlns:a16="http://schemas.microsoft.com/office/drawing/2014/main" id="{59C35784-8D42-4310-8640-07C1BEB330BD}"/>
              </a:ext>
            </a:extLst>
          </p:cNvPr>
          <p:cNvSpPr>
            <a:spLocks noGrp="1"/>
          </p:cNvSpPr>
          <p:nvPr>
            <p:ph sz="half" idx="2"/>
          </p:nvPr>
        </p:nvSpPr>
        <p:spPr>
          <a:xfrm>
            <a:off x="839788" y="2505075"/>
            <a:ext cx="5157787" cy="3684588"/>
          </a:xfrm>
        </p:spPr>
        <p:txBody>
          <a:body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p>
        </p:txBody>
      </p:sp>
      <p:sp>
        <p:nvSpPr>
          <p:cNvPr id="5" name="텍스트 개체 틀 4">
            <a:extLst>
              <a:ext uri="{FF2B5EF4-FFF2-40B4-BE49-F238E27FC236}">
                <a16:creationId xmlns:a16="http://schemas.microsoft.com/office/drawing/2014/main" id="{1B31B950-6CB7-42DB-A303-B407EF83D2A5}"/>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ko-KR" altLang="en-US"/>
              <a:t>마스터 텍스트 스타일을 편집하려면 클릭</a:t>
            </a:r>
          </a:p>
        </p:txBody>
      </p:sp>
      <p:sp>
        <p:nvSpPr>
          <p:cNvPr id="6" name="내용 개체 틀 5">
            <a:extLst>
              <a:ext uri="{FF2B5EF4-FFF2-40B4-BE49-F238E27FC236}">
                <a16:creationId xmlns:a16="http://schemas.microsoft.com/office/drawing/2014/main" id="{90F35007-CA56-4CB7-8C5F-CF3E2924C586}"/>
              </a:ext>
            </a:extLst>
          </p:cNvPr>
          <p:cNvSpPr>
            <a:spLocks noGrp="1"/>
          </p:cNvSpPr>
          <p:nvPr>
            <p:ph sz="quarter" idx="4"/>
          </p:nvPr>
        </p:nvSpPr>
        <p:spPr>
          <a:xfrm>
            <a:off x="6172200" y="2505075"/>
            <a:ext cx="5183188" cy="3684588"/>
          </a:xfrm>
        </p:spPr>
        <p:txBody>
          <a:body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p>
        </p:txBody>
      </p:sp>
      <p:sp>
        <p:nvSpPr>
          <p:cNvPr id="7" name="날짜 개체 틀 6">
            <a:extLst>
              <a:ext uri="{FF2B5EF4-FFF2-40B4-BE49-F238E27FC236}">
                <a16:creationId xmlns:a16="http://schemas.microsoft.com/office/drawing/2014/main" id="{290CD9AE-54AB-44CB-8910-A70F24EB3AAA}"/>
              </a:ext>
            </a:extLst>
          </p:cNvPr>
          <p:cNvSpPr>
            <a:spLocks noGrp="1"/>
          </p:cNvSpPr>
          <p:nvPr>
            <p:ph type="dt" sz="half" idx="10"/>
          </p:nvPr>
        </p:nvSpPr>
        <p:spPr/>
        <p:txBody>
          <a:bodyPr/>
          <a:lstStyle/>
          <a:p>
            <a:endParaRPr lang="ko-KR" altLang="en-US"/>
          </a:p>
        </p:txBody>
      </p:sp>
      <p:sp>
        <p:nvSpPr>
          <p:cNvPr id="8" name="바닥글 개체 틀 7">
            <a:extLst>
              <a:ext uri="{FF2B5EF4-FFF2-40B4-BE49-F238E27FC236}">
                <a16:creationId xmlns:a16="http://schemas.microsoft.com/office/drawing/2014/main" id="{42AFA608-2F47-4FBC-8A45-AC037C64C08E}"/>
              </a:ext>
            </a:extLst>
          </p:cNvPr>
          <p:cNvSpPr>
            <a:spLocks noGrp="1"/>
          </p:cNvSpPr>
          <p:nvPr>
            <p:ph type="ftr" sz="quarter" idx="11"/>
          </p:nvPr>
        </p:nvSpPr>
        <p:spPr/>
        <p:txBody>
          <a:bodyPr/>
          <a:lstStyle/>
          <a:p>
            <a:endParaRPr lang="ko-KR" altLang="en-US"/>
          </a:p>
        </p:txBody>
      </p:sp>
      <p:sp>
        <p:nvSpPr>
          <p:cNvPr id="9" name="슬라이드 번호 개체 틀 8">
            <a:extLst>
              <a:ext uri="{FF2B5EF4-FFF2-40B4-BE49-F238E27FC236}">
                <a16:creationId xmlns:a16="http://schemas.microsoft.com/office/drawing/2014/main" id="{FEA635AC-BD3D-4D4A-AB07-EAABF5013766}"/>
              </a:ext>
            </a:extLst>
          </p:cNvPr>
          <p:cNvSpPr>
            <a:spLocks noGrp="1"/>
          </p:cNvSpPr>
          <p:nvPr>
            <p:ph type="sldNum" sz="quarter" idx="12"/>
          </p:nvPr>
        </p:nvSpPr>
        <p:spPr/>
        <p:txBody>
          <a:bodyPr/>
          <a:lstStyle/>
          <a:p>
            <a:fld id="{9F4AF89A-28FA-47FA-B28F-9A9C6913CB7A}" type="slidenum">
              <a:rPr lang="ko-KR" altLang="en-US" smtClean="0"/>
              <a:t>‹#›</a:t>
            </a:fld>
            <a:endParaRPr lang="ko-KR" altLang="en-US"/>
          </a:p>
        </p:txBody>
      </p:sp>
    </p:spTree>
    <p:extLst>
      <p:ext uri="{BB962C8B-B14F-4D97-AF65-F5344CB8AC3E}">
        <p14:creationId xmlns:p14="http://schemas.microsoft.com/office/powerpoint/2010/main" val="1307660004"/>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제목만">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CDD27486-42F6-4B67-8DF8-769971D09AF4}"/>
              </a:ext>
            </a:extLst>
          </p:cNvPr>
          <p:cNvSpPr>
            <a:spLocks noGrp="1"/>
          </p:cNvSpPr>
          <p:nvPr>
            <p:ph type="title"/>
          </p:nvPr>
        </p:nvSpPr>
        <p:spPr/>
        <p:txBody>
          <a:bodyPr/>
          <a:lstStyle/>
          <a:p>
            <a:r>
              <a:rPr lang="ko-KR" altLang="en-US"/>
              <a:t>마스터 제목 스타일 편집</a:t>
            </a:r>
          </a:p>
        </p:txBody>
      </p:sp>
      <p:sp>
        <p:nvSpPr>
          <p:cNvPr id="3" name="날짜 개체 틀 2">
            <a:extLst>
              <a:ext uri="{FF2B5EF4-FFF2-40B4-BE49-F238E27FC236}">
                <a16:creationId xmlns:a16="http://schemas.microsoft.com/office/drawing/2014/main" id="{9BBFFFA3-6C08-4D2B-B714-F2729D0D945F}"/>
              </a:ext>
            </a:extLst>
          </p:cNvPr>
          <p:cNvSpPr>
            <a:spLocks noGrp="1"/>
          </p:cNvSpPr>
          <p:nvPr>
            <p:ph type="dt" sz="half" idx="10"/>
          </p:nvPr>
        </p:nvSpPr>
        <p:spPr/>
        <p:txBody>
          <a:bodyPr/>
          <a:lstStyle/>
          <a:p>
            <a:endParaRPr lang="ko-KR" altLang="en-US"/>
          </a:p>
        </p:txBody>
      </p:sp>
      <p:sp>
        <p:nvSpPr>
          <p:cNvPr id="4" name="바닥글 개체 틀 3">
            <a:extLst>
              <a:ext uri="{FF2B5EF4-FFF2-40B4-BE49-F238E27FC236}">
                <a16:creationId xmlns:a16="http://schemas.microsoft.com/office/drawing/2014/main" id="{001B550E-4A2E-4405-8F29-A9633B7A9251}"/>
              </a:ext>
            </a:extLst>
          </p:cNvPr>
          <p:cNvSpPr>
            <a:spLocks noGrp="1"/>
          </p:cNvSpPr>
          <p:nvPr>
            <p:ph type="ftr" sz="quarter" idx="11"/>
          </p:nvPr>
        </p:nvSpPr>
        <p:spPr/>
        <p:txBody>
          <a:bodyPr/>
          <a:lstStyle/>
          <a:p>
            <a:endParaRPr lang="ko-KR" altLang="en-US"/>
          </a:p>
        </p:txBody>
      </p:sp>
      <p:sp>
        <p:nvSpPr>
          <p:cNvPr id="5" name="슬라이드 번호 개체 틀 4">
            <a:extLst>
              <a:ext uri="{FF2B5EF4-FFF2-40B4-BE49-F238E27FC236}">
                <a16:creationId xmlns:a16="http://schemas.microsoft.com/office/drawing/2014/main" id="{840B985F-0B0F-472E-A18E-72C776E3022C}"/>
              </a:ext>
            </a:extLst>
          </p:cNvPr>
          <p:cNvSpPr>
            <a:spLocks noGrp="1"/>
          </p:cNvSpPr>
          <p:nvPr>
            <p:ph type="sldNum" sz="quarter" idx="12"/>
          </p:nvPr>
        </p:nvSpPr>
        <p:spPr/>
        <p:txBody>
          <a:bodyPr/>
          <a:lstStyle/>
          <a:p>
            <a:fld id="{9F4AF89A-28FA-47FA-B28F-9A9C6913CB7A}" type="slidenum">
              <a:rPr lang="ko-KR" altLang="en-US" smtClean="0"/>
              <a:t>‹#›</a:t>
            </a:fld>
            <a:endParaRPr lang="ko-KR" altLang="en-US"/>
          </a:p>
        </p:txBody>
      </p:sp>
    </p:spTree>
    <p:extLst>
      <p:ext uri="{BB962C8B-B14F-4D97-AF65-F5344CB8AC3E}">
        <p14:creationId xmlns:p14="http://schemas.microsoft.com/office/powerpoint/2010/main" val="396909748"/>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빈 화면">
    <p:spTree>
      <p:nvGrpSpPr>
        <p:cNvPr id="1" name=""/>
        <p:cNvGrpSpPr/>
        <p:nvPr/>
      </p:nvGrpSpPr>
      <p:grpSpPr>
        <a:xfrm>
          <a:off x="0" y="0"/>
          <a:ext cx="0" cy="0"/>
          <a:chOff x="0" y="0"/>
          <a:chExt cx="0" cy="0"/>
        </a:xfrm>
      </p:grpSpPr>
      <p:sp>
        <p:nvSpPr>
          <p:cNvPr id="2" name="날짜 개체 틀 1">
            <a:extLst>
              <a:ext uri="{FF2B5EF4-FFF2-40B4-BE49-F238E27FC236}">
                <a16:creationId xmlns:a16="http://schemas.microsoft.com/office/drawing/2014/main" id="{35995497-1A46-4FDE-B4B1-CA2510A4E863}"/>
              </a:ext>
            </a:extLst>
          </p:cNvPr>
          <p:cNvSpPr>
            <a:spLocks noGrp="1"/>
          </p:cNvSpPr>
          <p:nvPr>
            <p:ph type="dt" sz="half" idx="10"/>
          </p:nvPr>
        </p:nvSpPr>
        <p:spPr/>
        <p:txBody>
          <a:bodyPr/>
          <a:lstStyle/>
          <a:p>
            <a:endParaRPr lang="ko-KR" altLang="en-US"/>
          </a:p>
        </p:txBody>
      </p:sp>
      <p:sp>
        <p:nvSpPr>
          <p:cNvPr id="3" name="바닥글 개체 틀 2">
            <a:extLst>
              <a:ext uri="{FF2B5EF4-FFF2-40B4-BE49-F238E27FC236}">
                <a16:creationId xmlns:a16="http://schemas.microsoft.com/office/drawing/2014/main" id="{66BDDD35-FFDF-4936-8645-AC2A1F2AB0E2}"/>
              </a:ext>
            </a:extLst>
          </p:cNvPr>
          <p:cNvSpPr>
            <a:spLocks noGrp="1"/>
          </p:cNvSpPr>
          <p:nvPr>
            <p:ph type="ftr" sz="quarter" idx="11"/>
          </p:nvPr>
        </p:nvSpPr>
        <p:spPr/>
        <p:txBody>
          <a:bodyPr/>
          <a:lstStyle/>
          <a:p>
            <a:endParaRPr lang="ko-KR" altLang="en-US"/>
          </a:p>
        </p:txBody>
      </p:sp>
      <p:sp>
        <p:nvSpPr>
          <p:cNvPr id="4" name="슬라이드 번호 개체 틀 3">
            <a:extLst>
              <a:ext uri="{FF2B5EF4-FFF2-40B4-BE49-F238E27FC236}">
                <a16:creationId xmlns:a16="http://schemas.microsoft.com/office/drawing/2014/main" id="{5A31037F-312F-4D9B-9119-F134F49B2903}"/>
              </a:ext>
            </a:extLst>
          </p:cNvPr>
          <p:cNvSpPr>
            <a:spLocks noGrp="1"/>
          </p:cNvSpPr>
          <p:nvPr>
            <p:ph type="sldNum" sz="quarter" idx="12"/>
          </p:nvPr>
        </p:nvSpPr>
        <p:spPr/>
        <p:txBody>
          <a:bodyPr/>
          <a:lstStyle/>
          <a:p>
            <a:fld id="{9F4AF89A-28FA-47FA-B28F-9A9C6913CB7A}" type="slidenum">
              <a:rPr lang="ko-KR" altLang="en-US" smtClean="0"/>
              <a:t>‹#›</a:t>
            </a:fld>
            <a:endParaRPr lang="ko-KR" altLang="en-US"/>
          </a:p>
        </p:txBody>
      </p:sp>
    </p:spTree>
    <p:extLst>
      <p:ext uri="{BB962C8B-B14F-4D97-AF65-F5344CB8AC3E}">
        <p14:creationId xmlns:p14="http://schemas.microsoft.com/office/powerpoint/2010/main" val="3159211141"/>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캡션 있는 콘텐츠">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88062E35-F23E-4CDC-9C00-11DCB7E970EA}"/>
              </a:ext>
            </a:extLst>
          </p:cNvPr>
          <p:cNvSpPr>
            <a:spLocks noGrp="1"/>
          </p:cNvSpPr>
          <p:nvPr>
            <p:ph type="title"/>
          </p:nvPr>
        </p:nvSpPr>
        <p:spPr>
          <a:xfrm>
            <a:off x="839788" y="457200"/>
            <a:ext cx="3932237" cy="1600200"/>
          </a:xfrm>
        </p:spPr>
        <p:txBody>
          <a:bodyPr anchor="b"/>
          <a:lstStyle>
            <a:lvl1pPr>
              <a:defRPr sz="3200"/>
            </a:lvl1pPr>
          </a:lstStyle>
          <a:p>
            <a:r>
              <a:rPr lang="ko-KR" altLang="en-US"/>
              <a:t>마스터 제목 스타일 편집</a:t>
            </a:r>
          </a:p>
        </p:txBody>
      </p:sp>
      <p:sp>
        <p:nvSpPr>
          <p:cNvPr id="3" name="내용 개체 틀 2">
            <a:extLst>
              <a:ext uri="{FF2B5EF4-FFF2-40B4-BE49-F238E27FC236}">
                <a16:creationId xmlns:a16="http://schemas.microsoft.com/office/drawing/2014/main" id="{D765F35A-C1B0-4F2A-8536-7C9C4EF9C093}"/>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p>
        </p:txBody>
      </p:sp>
      <p:sp>
        <p:nvSpPr>
          <p:cNvPr id="4" name="텍스트 개체 틀 3">
            <a:extLst>
              <a:ext uri="{FF2B5EF4-FFF2-40B4-BE49-F238E27FC236}">
                <a16:creationId xmlns:a16="http://schemas.microsoft.com/office/drawing/2014/main" id="{86B6DFEF-5929-42A1-B17A-6AD3F1AC5E0D}"/>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ko-KR" altLang="en-US"/>
              <a:t>마스터 텍스트 스타일을 편집하려면 클릭</a:t>
            </a:r>
          </a:p>
        </p:txBody>
      </p:sp>
      <p:sp>
        <p:nvSpPr>
          <p:cNvPr id="5" name="날짜 개체 틀 4">
            <a:extLst>
              <a:ext uri="{FF2B5EF4-FFF2-40B4-BE49-F238E27FC236}">
                <a16:creationId xmlns:a16="http://schemas.microsoft.com/office/drawing/2014/main" id="{9B8A33CA-A779-4AE7-8BB3-0DF9C81A742A}"/>
              </a:ext>
            </a:extLst>
          </p:cNvPr>
          <p:cNvSpPr>
            <a:spLocks noGrp="1"/>
          </p:cNvSpPr>
          <p:nvPr>
            <p:ph type="dt" sz="half" idx="10"/>
          </p:nvPr>
        </p:nvSpPr>
        <p:spPr/>
        <p:txBody>
          <a:bodyPr/>
          <a:lstStyle/>
          <a:p>
            <a:endParaRPr lang="ko-KR" altLang="en-US"/>
          </a:p>
        </p:txBody>
      </p:sp>
      <p:sp>
        <p:nvSpPr>
          <p:cNvPr id="6" name="바닥글 개체 틀 5">
            <a:extLst>
              <a:ext uri="{FF2B5EF4-FFF2-40B4-BE49-F238E27FC236}">
                <a16:creationId xmlns:a16="http://schemas.microsoft.com/office/drawing/2014/main" id="{71539BD6-447C-4ABC-97CC-BCC453A3890D}"/>
              </a:ext>
            </a:extLst>
          </p:cNvPr>
          <p:cNvSpPr>
            <a:spLocks noGrp="1"/>
          </p:cNvSpPr>
          <p:nvPr>
            <p:ph type="ftr" sz="quarter" idx="11"/>
          </p:nvPr>
        </p:nvSpPr>
        <p:spPr/>
        <p:txBody>
          <a:bodyPr/>
          <a:lstStyle/>
          <a:p>
            <a:endParaRPr lang="ko-KR" altLang="en-US"/>
          </a:p>
        </p:txBody>
      </p:sp>
      <p:sp>
        <p:nvSpPr>
          <p:cNvPr id="7" name="슬라이드 번호 개체 틀 6">
            <a:extLst>
              <a:ext uri="{FF2B5EF4-FFF2-40B4-BE49-F238E27FC236}">
                <a16:creationId xmlns:a16="http://schemas.microsoft.com/office/drawing/2014/main" id="{F6A96239-5406-4F31-95AA-C4BD1AB5053A}"/>
              </a:ext>
            </a:extLst>
          </p:cNvPr>
          <p:cNvSpPr>
            <a:spLocks noGrp="1"/>
          </p:cNvSpPr>
          <p:nvPr>
            <p:ph type="sldNum" sz="quarter" idx="12"/>
          </p:nvPr>
        </p:nvSpPr>
        <p:spPr/>
        <p:txBody>
          <a:bodyPr/>
          <a:lstStyle/>
          <a:p>
            <a:fld id="{9F4AF89A-28FA-47FA-B28F-9A9C6913CB7A}" type="slidenum">
              <a:rPr lang="ko-KR" altLang="en-US" smtClean="0"/>
              <a:t>‹#›</a:t>
            </a:fld>
            <a:endParaRPr lang="ko-KR" altLang="en-US"/>
          </a:p>
        </p:txBody>
      </p:sp>
    </p:spTree>
    <p:extLst>
      <p:ext uri="{BB962C8B-B14F-4D97-AF65-F5344CB8AC3E}">
        <p14:creationId xmlns:p14="http://schemas.microsoft.com/office/powerpoint/2010/main" val="1478073373"/>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캡션 있는 그림">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BEFCC7A7-4C8B-434F-9C38-C6E5AC9E37D8}"/>
              </a:ext>
            </a:extLst>
          </p:cNvPr>
          <p:cNvSpPr>
            <a:spLocks noGrp="1"/>
          </p:cNvSpPr>
          <p:nvPr>
            <p:ph type="title"/>
          </p:nvPr>
        </p:nvSpPr>
        <p:spPr>
          <a:xfrm>
            <a:off x="839788" y="457200"/>
            <a:ext cx="3932237" cy="1600200"/>
          </a:xfrm>
        </p:spPr>
        <p:txBody>
          <a:bodyPr anchor="b"/>
          <a:lstStyle>
            <a:lvl1pPr>
              <a:defRPr sz="3200"/>
            </a:lvl1pPr>
          </a:lstStyle>
          <a:p>
            <a:r>
              <a:rPr lang="ko-KR" altLang="en-US"/>
              <a:t>마스터 제목 스타일 편집</a:t>
            </a:r>
          </a:p>
        </p:txBody>
      </p:sp>
      <p:sp>
        <p:nvSpPr>
          <p:cNvPr id="3" name="그림 개체 틀 2">
            <a:extLst>
              <a:ext uri="{FF2B5EF4-FFF2-40B4-BE49-F238E27FC236}">
                <a16:creationId xmlns:a16="http://schemas.microsoft.com/office/drawing/2014/main" id="{97AD0D2C-AE0D-4BDF-B9E8-D91CD7556C15}"/>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ko-KR" altLang="en-US"/>
          </a:p>
        </p:txBody>
      </p:sp>
      <p:sp>
        <p:nvSpPr>
          <p:cNvPr id="4" name="텍스트 개체 틀 3">
            <a:extLst>
              <a:ext uri="{FF2B5EF4-FFF2-40B4-BE49-F238E27FC236}">
                <a16:creationId xmlns:a16="http://schemas.microsoft.com/office/drawing/2014/main" id="{A9F58740-6BDA-46A2-A629-765E7E175B4C}"/>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ko-KR" altLang="en-US"/>
              <a:t>마스터 텍스트 스타일을 편집하려면 클릭</a:t>
            </a:r>
          </a:p>
        </p:txBody>
      </p:sp>
      <p:sp>
        <p:nvSpPr>
          <p:cNvPr id="5" name="날짜 개체 틀 4">
            <a:extLst>
              <a:ext uri="{FF2B5EF4-FFF2-40B4-BE49-F238E27FC236}">
                <a16:creationId xmlns:a16="http://schemas.microsoft.com/office/drawing/2014/main" id="{F92C1AD5-7F55-4125-8A2F-BC07A86DA481}"/>
              </a:ext>
            </a:extLst>
          </p:cNvPr>
          <p:cNvSpPr>
            <a:spLocks noGrp="1"/>
          </p:cNvSpPr>
          <p:nvPr>
            <p:ph type="dt" sz="half" idx="10"/>
          </p:nvPr>
        </p:nvSpPr>
        <p:spPr/>
        <p:txBody>
          <a:bodyPr/>
          <a:lstStyle/>
          <a:p>
            <a:endParaRPr lang="ko-KR" altLang="en-US"/>
          </a:p>
        </p:txBody>
      </p:sp>
      <p:sp>
        <p:nvSpPr>
          <p:cNvPr id="6" name="바닥글 개체 틀 5">
            <a:extLst>
              <a:ext uri="{FF2B5EF4-FFF2-40B4-BE49-F238E27FC236}">
                <a16:creationId xmlns:a16="http://schemas.microsoft.com/office/drawing/2014/main" id="{CAB58409-227F-4B89-B306-5E32E6E4F5AE}"/>
              </a:ext>
            </a:extLst>
          </p:cNvPr>
          <p:cNvSpPr>
            <a:spLocks noGrp="1"/>
          </p:cNvSpPr>
          <p:nvPr>
            <p:ph type="ftr" sz="quarter" idx="11"/>
          </p:nvPr>
        </p:nvSpPr>
        <p:spPr/>
        <p:txBody>
          <a:bodyPr/>
          <a:lstStyle/>
          <a:p>
            <a:endParaRPr lang="ko-KR" altLang="en-US"/>
          </a:p>
        </p:txBody>
      </p:sp>
      <p:sp>
        <p:nvSpPr>
          <p:cNvPr id="7" name="슬라이드 번호 개체 틀 6">
            <a:extLst>
              <a:ext uri="{FF2B5EF4-FFF2-40B4-BE49-F238E27FC236}">
                <a16:creationId xmlns:a16="http://schemas.microsoft.com/office/drawing/2014/main" id="{47C64012-3A7B-4999-BA77-06258A04A4F4}"/>
              </a:ext>
            </a:extLst>
          </p:cNvPr>
          <p:cNvSpPr>
            <a:spLocks noGrp="1"/>
          </p:cNvSpPr>
          <p:nvPr>
            <p:ph type="sldNum" sz="quarter" idx="12"/>
          </p:nvPr>
        </p:nvSpPr>
        <p:spPr/>
        <p:txBody>
          <a:bodyPr/>
          <a:lstStyle/>
          <a:p>
            <a:fld id="{9F4AF89A-28FA-47FA-B28F-9A9C6913CB7A}" type="slidenum">
              <a:rPr lang="ko-KR" altLang="en-US" smtClean="0"/>
              <a:t>‹#›</a:t>
            </a:fld>
            <a:endParaRPr lang="ko-KR" altLang="en-US"/>
          </a:p>
        </p:txBody>
      </p:sp>
    </p:spTree>
    <p:extLst>
      <p:ext uri="{BB962C8B-B14F-4D97-AF65-F5344CB8AC3E}">
        <p14:creationId xmlns:p14="http://schemas.microsoft.com/office/powerpoint/2010/main" val="3143037262"/>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제목 및 세로 텍스트">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6154230E-387F-465D-9111-5F8ACFE1D2C0}"/>
              </a:ext>
            </a:extLst>
          </p:cNvPr>
          <p:cNvSpPr>
            <a:spLocks noGrp="1"/>
          </p:cNvSpPr>
          <p:nvPr>
            <p:ph type="title"/>
          </p:nvPr>
        </p:nvSpPr>
        <p:spPr/>
        <p:txBody>
          <a:bodyPr/>
          <a:lstStyle/>
          <a:p>
            <a:r>
              <a:rPr lang="ko-KR" altLang="en-US"/>
              <a:t>마스터 제목 스타일 편집</a:t>
            </a:r>
          </a:p>
        </p:txBody>
      </p:sp>
      <p:sp>
        <p:nvSpPr>
          <p:cNvPr id="3" name="세로 텍스트 개체 틀 2">
            <a:extLst>
              <a:ext uri="{FF2B5EF4-FFF2-40B4-BE49-F238E27FC236}">
                <a16:creationId xmlns:a16="http://schemas.microsoft.com/office/drawing/2014/main" id="{CC53B19F-7C90-4073-858B-0BD87654EFB1}"/>
              </a:ext>
            </a:extLst>
          </p:cNvPr>
          <p:cNvSpPr>
            <a:spLocks noGrp="1"/>
          </p:cNvSpPr>
          <p:nvPr>
            <p:ph type="body" orient="vert" idx="1"/>
          </p:nvPr>
        </p:nvSpPr>
        <p:spPr/>
        <p:txBody>
          <a:bodyPr vert="eaVert"/>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p>
        </p:txBody>
      </p:sp>
      <p:sp>
        <p:nvSpPr>
          <p:cNvPr id="4" name="날짜 개체 틀 3">
            <a:extLst>
              <a:ext uri="{FF2B5EF4-FFF2-40B4-BE49-F238E27FC236}">
                <a16:creationId xmlns:a16="http://schemas.microsoft.com/office/drawing/2014/main" id="{496123FE-787A-4904-AA9D-8ACC7B307BBE}"/>
              </a:ext>
            </a:extLst>
          </p:cNvPr>
          <p:cNvSpPr>
            <a:spLocks noGrp="1"/>
          </p:cNvSpPr>
          <p:nvPr>
            <p:ph type="dt" sz="half" idx="10"/>
          </p:nvPr>
        </p:nvSpPr>
        <p:spPr/>
        <p:txBody>
          <a:bodyPr/>
          <a:lstStyle/>
          <a:p>
            <a:endParaRPr lang="ko-KR" altLang="en-US"/>
          </a:p>
        </p:txBody>
      </p:sp>
      <p:sp>
        <p:nvSpPr>
          <p:cNvPr id="5" name="바닥글 개체 틀 4">
            <a:extLst>
              <a:ext uri="{FF2B5EF4-FFF2-40B4-BE49-F238E27FC236}">
                <a16:creationId xmlns:a16="http://schemas.microsoft.com/office/drawing/2014/main" id="{1F1EAC67-5F52-452E-9E50-F587C6481767}"/>
              </a:ext>
            </a:extLst>
          </p:cNvPr>
          <p:cNvSpPr>
            <a:spLocks noGrp="1"/>
          </p:cNvSpPr>
          <p:nvPr>
            <p:ph type="ftr" sz="quarter" idx="11"/>
          </p:nvPr>
        </p:nvSpPr>
        <p:spPr/>
        <p:txBody>
          <a:bodyPr/>
          <a:lstStyle/>
          <a:p>
            <a:endParaRPr lang="ko-KR" altLang="en-US"/>
          </a:p>
        </p:txBody>
      </p:sp>
      <p:sp>
        <p:nvSpPr>
          <p:cNvPr id="6" name="슬라이드 번호 개체 틀 5">
            <a:extLst>
              <a:ext uri="{FF2B5EF4-FFF2-40B4-BE49-F238E27FC236}">
                <a16:creationId xmlns:a16="http://schemas.microsoft.com/office/drawing/2014/main" id="{950EEB5A-4207-4ADB-95D4-B87AA305BAB0}"/>
              </a:ext>
            </a:extLst>
          </p:cNvPr>
          <p:cNvSpPr>
            <a:spLocks noGrp="1"/>
          </p:cNvSpPr>
          <p:nvPr>
            <p:ph type="sldNum" sz="quarter" idx="12"/>
          </p:nvPr>
        </p:nvSpPr>
        <p:spPr/>
        <p:txBody>
          <a:bodyPr/>
          <a:lstStyle/>
          <a:p>
            <a:fld id="{9F4AF89A-28FA-47FA-B28F-9A9C6913CB7A}" type="slidenum">
              <a:rPr lang="ko-KR" altLang="en-US" smtClean="0"/>
              <a:t>‹#›</a:t>
            </a:fld>
            <a:endParaRPr lang="ko-KR" altLang="en-US"/>
          </a:p>
        </p:txBody>
      </p:sp>
    </p:spTree>
    <p:extLst>
      <p:ext uri="{BB962C8B-B14F-4D97-AF65-F5344CB8AC3E}">
        <p14:creationId xmlns:p14="http://schemas.microsoft.com/office/powerpoint/2010/main" val="190071473"/>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세로 제목 및 텍스트">
    <p:spTree>
      <p:nvGrpSpPr>
        <p:cNvPr id="1" name=""/>
        <p:cNvGrpSpPr/>
        <p:nvPr/>
      </p:nvGrpSpPr>
      <p:grpSpPr>
        <a:xfrm>
          <a:off x="0" y="0"/>
          <a:ext cx="0" cy="0"/>
          <a:chOff x="0" y="0"/>
          <a:chExt cx="0" cy="0"/>
        </a:xfrm>
      </p:grpSpPr>
      <p:sp>
        <p:nvSpPr>
          <p:cNvPr id="2" name="세로 제목 1">
            <a:extLst>
              <a:ext uri="{FF2B5EF4-FFF2-40B4-BE49-F238E27FC236}">
                <a16:creationId xmlns:a16="http://schemas.microsoft.com/office/drawing/2014/main" id="{4DACCBB6-C18F-485C-A53E-8683CFFE9091}"/>
              </a:ext>
            </a:extLst>
          </p:cNvPr>
          <p:cNvSpPr>
            <a:spLocks noGrp="1"/>
          </p:cNvSpPr>
          <p:nvPr>
            <p:ph type="title" orient="vert"/>
          </p:nvPr>
        </p:nvSpPr>
        <p:spPr>
          <a:xfrm>
            <a:off x="8724900" y="365125"/>
            <a:ext cx="2628900" cy="5811838"/>
          </a:xfrm>
        </p:spPr>
        <p:txBody>
          <a:bodyPr vert="eaVert"/>
          <a:lstStyle/>
          <a:p>
            <a:r>
              <a:rPr lang="ko-KR" altLang="en-US"/>
              <a:t>마스터 제목 스타일 편집</a:t>
            </a:r>
          </a:p>
        </p:txBody>
      </p:sp>
      <p:sp>
        <p:nvSpPr>
          <p:cNvPr id="3" name="세로 텍스트 개체 틀 2">
            <a:extLst>
              <a:ext uri="{FF2B5EF4-FFF2-40B4-BE49-F238E27FC236}">
                <a16:creationId xmlns:a16="http://schemas.microsoft.com/office/drawing/2014/main" id="{112DC10F-92E5-436B-9D63-2A68B11CB04A}"/>
              </a:ext>
            </a:extLst>
          </p:cNvPr>
          <p:cNvSpPr>
            <a:spLocks noGrp="1"/>
          </p:cNvSpPr>
          <p:nvPr>
            <p:ph type="body" orient="vert" idx="1"/>
          </p:nvPr>
        </p:nvSpPr>
        <p:spPr>
          <a:xfrm>
            <a:off x="838200" y="365125"/>
            <a:ext cx="7734300" cy="5811838"/>
          </a:xfrm>
        </p:spPr>
        <p:txBody>
          <a:bodyPr vert="eaVert"/>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p>
        </p:txBody>
      </p:sp>
      <p:sp>
        <p:nvSpPr>
          <p:cNvPr id="4" name="날짜 개체 틀 3">
            <a:extLst>
              <a:ext uri="{FF2B5EF4-FFF2-40B4-BE49-F238E27FC236}">
                <a16:creationId xmlns:a16="http://schemas.microsoft.com/office/drawing/2014/main" id="{CB5DDDF8-BB20-4C9B-9571-A39BA7D6E91F}"/>
              </a:ext>
            </a:extLst>
          </p:cNvPr>
          <p:cNvSpPr>
            <a:spLocks noGrp="1"/>
          </p:cNvSpPr>
          <p:nvPr>
            <p:ph type="dt" sz="half" idx="10"/>
          </p:nvPr>
        </p:nvSpPr>
        <p:spPr/>
        <p:txBody>
          <a:bodyPr/>
          <a:lstStyle/>
          <a:p>
            <a:endParaRPr lang="ko-KR" altLang="en-US"/>
          </a:p>
        </p:txBody>
      </p:sp>
      <p:sp>
        <p:nvSpPr>
          <p:cNvPr id="5" name="바닥글 개체 틀 4">
            <a:extLst>
              <a:ext uri="{FF2B5EF4-FFF2-40B4-BE49-F238E27FC236}">
                <a16:creationId xmlns:a16="http://schemas.microsoft.com/office/drawing/2014/main" id="{7354DDF5-9EDE-406E-BFC5-8359CD708494}"/>
              </a:ext>
            </a:extLst>
          </p:cNvPr>
          <p:cNvSpPr>
            <a:spLocks noGrp="1"/>
          </p:cNvSpPr>
          <p:nvPr>
            <p:ph type="ftr" sz="quarter" idx="11"/>
          </p:nvPr>
        </p:nvSpPr>
        <p:spPr/>
        <p:txBody>
          <a:bodyPr/>
          <a:lstStyle/>
          <a:p>
            <a:endParaRPr lang="ko-KR" altLang="en-US"/>
          </a:p>
        </p:txBody>
      </p:sp>
      <p:sp>
        <p:nvSpPr>
          <p:cNvPr id="6" name="슬라이드 번호 개체 틀 5">
            <a:extLst>
              <a:ext uri="{FF2B5EF4-FFF2-40B4-BE49-F238E27FC236}">
                <a16:creationId xmlns:a16="http://schemas.microsoft.com/office/drawing/2014/main" id="{6B989F03-47B6-4B39-B0CA-2A216789CA94}"/>
              </a:ext>
            </a:extLst>
          </p:cNvPr>
          <p:cNvSpPr>
            <a:spLocks noGrp="1"/>
          </p:cNvSpPr>
          <p:nvPr>
            <p:ph type="sldNum" sz="quarter" idx="12"/>
          </p:nvPr>
        </p:nvSpPr>
        <p:spPr/>
        <p:txBody>
          <a:bodyPr/>
          <a:lstStyle/>
          <a:p>
            <a:fld id="{9F4AF89A-28FA-47FA-B28F-9A9C6913CB7A}" type="slidenum">
              <a:rPr lang="ko-KR" altLang="en-US" smtClean="0"/>
              <a:t>‹#›</a:t>
            </a:fld>
            <a:endParaRPr lang="ko-KR" altLang="en-US"/>
          </a:p>
        </p:txBody>
      </p:sp>
    </p:spTree>
    <p:extLst>
      <p:ext uri="{BB962C8B-B14F-4D97-AF65-F5344CB8AC3E}">
        <p14:creationId xmlns:p14="http://schemas.microsoft.com/office/powerpoint/2010/main" val="3977719095"/>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제목 개체 틀 1">
            <a:extLst>
              <a:ext uri="{FF2B5EF4-FFF2-40B4-BE49-F238E27FC236}">
                <a16:creationId xmlns:a16="http://schemas.microsoft.com/office/drawing/2014/main" id="{DA31B03D-0C42-48E6-948A-722C5EE3FD50}"/>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ko-KR" altLang="en-US" dirty="0"/>
              <a:t>마스터 제목 스타일 편집</a:t>
            </a:r>
          </a:p>
        </p:txBody>
      </p:sp>
      <p:sp>
        <p:nvSpPr>
          <p:cNvPr id="3" name="텍스트 개체 틀 2">
            <a:extLst>
              <a:ext uri="{FF2B5EF4-FFF2-40B4-BE49-F238E27FC236}">
                <a16:creationId xmlns:a16="http://schemas.microsoft.com/office/drawing/2014/main" id="{495A6E46-0B48-4B44-9DA0-C7C1E05C33E7}"/>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ko-KR" altLang="en-US" dirty="0"/>
              <a:t>마스터 텍스트 스타일을 편집하려면 클릭</a:t>
            </a:r>
          </a:p>
          <a:p>
            <a:pPr lvl="1"/>
            <a:r>
              <a:rPr lang="ko-KR" altLang="en-US" dirty="0"/>
              <a:t>두 번째 수준</a:t>
            </a:r>
          </a:p>
          <a:p>
            <a:pPr lvl="2"/>
            <a:r>
              <a:rPr lang="ko-KR" altLang="en-US" dirty="0"/>
              <a:t>세 번째 수준</a:t>
            </a:r>
          </a:p>
          <a:p>
            <a:pPr lvl="3"/>
            <a:r>
              <a:rPr lang="ko-KR" altLang="en-US" dirty="0"/>
              <a:t>네 번째 수준</a:t>
            </a:r>
          </a:p>
          <a:p>
            <a:pPr lvl="4"/>
            <a:r>
              <a:rPr lang="ko-KR" altLang="en-US" dirty="0"/>
              <a:t>다섯 번째 수준</a:t>
            </a:r>
          </a:p>
        </p:txBody>
      </p:sp>
      <p:sp>
        <p:nvSpPr>
          <p:cNvPr id="4" name="날짜 개체 틀 3">
            <a:extLst>
              <a:ext uri="{FF2B5EF4-FFF2-40B4-BE49-F238E27FC236}">
                <a16:creationId xmlns:a16="http://schemas.microsoft.com/office/drawing/2014/main" id="{B20D4B93-E437-4DCC-9E09-16EA88BBC51E}"/>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latin typeface="KoPub돋움체 Medium" panose="00000600000000000000" pitchFamily="2" charset="-127"/>
                <a:ea typeface="KoPub돋움체 Medium" panose="00000600000000000000" pitchFamily="2" charset="-127"/>
              </a:defRPr>
            </a:lvl1pPr>
          </a:lstStyle>
          <a:p>
            <a:endParaRPr lang="ko-KR" altLang="en-US" dirty="0"/>
          </a:p>
        </p:txBody>
      </p:sp>
      <p:sp>
        <p:nvSpPr>
          <p:cNvPr id="5" name="바닥글 개체 틀 4">
            <a:extLst>
              <a:ext uri="{FF2B5EF4-FFF2-40B4-BE49-F238E27FC236}">
                <a16:creationId xmlns:a16="http://schemas.microsoft.com/office/drawing/2014/main" id="{84A7A77E-05D0-4203-B655-9A2A21B58D0A}"/>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latin typeface="KoPub돋움체 Medium" panose="00000600000000000000" pitchFamily="2" charset="-127"/>
                <a:ea typeface="KoPub돋움체 Medium" panose="00000600000000000000" pitchFamily="2" charset="-127"/>
              </a:defRPr>
            </a:lvl1pPr>
          </a:lstStyle>
          <a:p>
            <a:endParaRPr lang="ko-KR" altLang="en-US" dirty="0"/>
          </a:p>
        </p:txBody>
      </p:sp>
      <p:sp>
        <p:nvSpPr>
          <p:cNvPr id="6" name="슬라이드 번호 개체 틀 5">
            <a:extLst>
              <a:ext uri="{FF2B5EF4-FFF2-40B4-BE49-F238E27FC236}">
                <a16:creationId xmlns:a16="http://schemas.microsoft.com/office/drawing/2014/main" id="{4C09CEAC-52D1-4D7C-99C4-13222A951EDD}"/>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latin typeface="KoPub돋움체 Medium" panose="00000600000000000000" pitchFamily="2" charset="-127"/>
                <a:ea typeface="KoPub돋움체 Medium" panose="00000600000000000000" pitchFamily="2" charset="-127"/>
              </a:defRPr>
            </a:lvl1pPr>
          </a:lstStyle>
          <a:p>
            <a:fld id="{9F4AF89A-28FA-47FA-B28F-9A9C6913CB7A}" type="slidenum">
              <a:rPr lang="ko-KR" altLang="en-US" smtClean="0"/>
              <a:pPr/>
              <a:t>‹#›</a:t>
            </a:fld>
            <a:endParaRPr lang="ko-KR" altLang="en-US" dirty="0"/>
          </a:p>
        </p:txBody>
      </p:sp>
    </p:spTree>
    <p:extLst>
      <p:ext uri="{BB962C8B-B14F-4D97-AF65-F5344CB8AC3E}">
        <p14:creationId xmlns:p14="http://schemas.microsoft.com/office/powerpoint/2010/main" val="2755485914"/>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hf hdr="0" ftr="0" dt="0"/>
  <p:txStyles>
    <p:titleStyle>
      <a:lvl1pPr algn="l" defTabSz="914400" rtl="0" eaLnBrk="1" latinLnBrk="1" hangingPunct="1">
        <a:lnSpc>
          <a:spcPct val="90000"/>
        </a:lnSpc>
        <a:spcBef>
          <a:spcPct val="0"/>
        </a:spcBef>
        <a:buNone/>
        <a:defRPr sz="4400" kern="1200">
          <a:solidFill>
            <a:schemeClr val="tx1"/>
          </a:solidFill>
          <a:latin typeface="KoPub돋움체 Medium" panose="00000600000000000000" pitchFamily="2" charset="-127"/>
          <a:ea typeface="KoPub돋움체 Medium" panose="00000600000000000000" pitchFamily="2" charset="-127"/>
          <a:cs typeface="+mj-cs"/>
        </a:defRPr>
      </a:lvl1pPr>
    </p:titleStyle>
    <p:bodyStyle>
      <a:lvl1pPr marL="228600" indent="-228600" algn="l" defTabSz="914400" rtl="0" eaLnBrk="1" latinLnBrk="1" hangingPunct="1">
        <a:lnSpc>
          <a:spcPct val="90000"/>
        </a:lnSpc>
        <a:spcBef>
          <a:spcPts val="1000"/>
        </a:spcBef>
        <a:buFont typeface="Arial" panose="020B0604020202020204" pitchFamily="34" charset="0"/>
        <a:buChar char="•"/>
        <a:defRPr sz="2800" kern="1200">
          <a:solidFill>
            <a:schemeClr val="tx1"/>
          </a:solidFill>
          <a:latin typeface="KoPub돋움체 Medium" panose="00000600000000000000" pitchFamily="2" charset="-127"/>
          <a:ea typeface="KoPub돋움체 Medium" panose="00000600000000000000" pitchFamily="2" charset="-127"/>
          <a:cs typeface="+mn-cs"/>
        </a:defRPr>
      </a:lvl1pPr>
      <a:lvl2pPr marL="685800" indent="-228600" algn="l" defTabSz="914400" rtl="0" eaLnBrk="1" latinLnBrk="1" hangingPunct="1">
        <a:lnSpc>
          <a:spcPct val="90000"/>
        </a:lnSpc>
        <a:spcBef>
          <a:spcPts val="500"/>
        </a:spcBef>
        <a:buFont typeface="Arial" panose="020B0604020202020204" pitchFamily="34" charset="0"/>
        <a:buChar char="•"/>
        <a:defRPr sz="2400" kern="1200">
          <a:solidFill>
            <a:schemeClr val="tx1"/>
          </a:solidFill>
          <a:latin typeface="KoPub돋움체 Medium" panose="00000600000000000000" pitchFamily="2" charset="-127"/>
          <a:ea typeface="KoPub돋움체 Medium" panose="00000600000000000000" pitchFamily="2" charset="-127"/>
          <a:cs typeface="+mn-cs"/>
        </a:defRPr>
      </a:lvl2pPr>
      <a:lvl3pPr marL="1143000" indent="-228600" algn="l" defTabSz="914400" rtl="0" eaLnBrk="1" latinLnBrk="1" hangingPunct="1">
        <a:lnSpc>
          <a:spcPct val="90000"/>
        </a:lnSpc>
        <a:spcBef>
          <a:spcPts val="500"/>
        </a:spcBef>
        <a:buFont typeface="Arial" panose="020B0604020202020204" pitchFamily="34" charset="0"/>
        <a:buChar char="•"/>
        <a:defRPr sz="2000" kern="1200">
          <a:solidFill>
            <a:schemeClr val="tx1"/>
          </a:solidFill>
          <a:latin typeface="KoPub돋움체 Medium" panose="00000600000000000000" pitchFamily="2" charset="-127"/>
          <a:ea typeface="KoPub돋움체 Medium" panose="00000600000000000000" pitchFamily="2" charset="-127"/>
          <a:cs typeface="+mn-cs"/>
        </a:defRPr>
      </a:lvl3pPr>
      <a:lvl4pPr marL="1600200" indent="-228600" algn="l" defTabSz="914400" rtl="0" eaLnBrk="1" latinLnBrk="1" hangingPunct="1">
        <a:lnSpc>
          <a:spcPct val="90000"/>
        </a:lnSpc>
        <a:spcBef>
          <a:spcPts val="500"/>
        </a:spcBef>
        <a:buFont typeface="Arial" panose="020B0604020202020204" pitchFamily="34" charset="0"/>
        <a:buChar char="•"/>
        <a:defRPr sz="1800" kern="1200">
          <a:solidFill>
            <a:schemeClr val="tx1"/>
          </a:solidFill>
          <a:latin typeface="KoPub돋움체 Medium" panose="00000600000000000000" pitchFamily="2" charset="-127"/>
          <a:ea typeface="KoPub돋움체 Medium" panose="00000600000000000000" pitchFamily="2" charset="-127"/>
          <a:cs typeface="+mn-cs"/>
        </a:defRPr>
      </a:lvl4pPr>
      <a:lvl5pPr marL="2057400" indent="-228600" algn="l" defTabSz="914400" rtl="0" eaLnBrk="1" latinLnBrk="1" hangingPunct="1">
        <a:lnSpc>
          <a:spcPct val="90000"/>
        </a:lnSpc>
        <a:spcBef>
          <a:spcPts val="500"/>
        </a:spcBef>
        <a:buFont typeface="Arial" panose="020B0604020202020204" pitchFamily="34" charset="0"/>
        <a:buChar char="•"/>
        <a:defRPr sz="1800" kern="1200">
          <a:solidFill>
            <a:schemeClr val="tx1"/>
          </a:solidFill>
          <a:latin typeface="KoPub돋움체 Medium" panose="00000600000000000000" pitchFamily="2" charset="-127"/>
          <a:ea typeface="KoPub돋움체 Medium" panose="00000600000000000000" pitchFamily="2" charset="-127"/>
          <a:cs typeface="+mn-cs"/>
        </a:defRPr>
      </a:lvl5pPr>
      <a:lvl6pPr marL="2514600" indent="-228600" algn="l" defTabSz="914400" rtl="0" eaLnBrk="1" latinLnBrk="1"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1"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1"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1"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ko-KR"/>
      </a:defPPr>
      <a:lvl1pPr marL="0" algn="l" defTabSz="914400" rtl="0" eaLnBrk="1" latinLnBrk="1" hangingPunct="1">
        <a:defRPr sz="1800" kern="1200">
          <a:solidFill>
            <a:schemeClr val="tx1"/>
          </a:solidFill>
          <a:latin typeface="+mn-lt"/>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9.xml"/><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17068" y="2062806"/>
            <a:ext cx="11387837" cy="461665"/>
          </a:xfrm>
          <a:prstGeom prst="rect">
            <a:avLst/>
          </a:prstGeom>
          <a:noFill/>
        </p:spPr>
        <p:txBody>
          <a:bodyPr wrap="square">
            <a:spAutoFit/>
          </a:bodyPr>
          <a:lstStyle/>
          <a:p>
            <a:r>
              <a:rPr lang="en-US" sz="2400" b="1" dirty="0">
                <a:solidFill>
                  <a:schemeClr val="bg1"/>
                </a:solidFill>
                <a:latin typeface="KoPub돋움체 Bold" panose="00000800000000000000" pitchFamily="2" charset="-127"/>
                <a:ea typeface="KoPub돋움체 Bold" panose="00000800000000000000" pitchFamily="2" charset="-127"/>
              </a:rPr>
              <a:t>AEC FPCA </a:t>
            </a:r>
            <a:r>
              <a:rPr lang="ko-KR" altLang="en-US" sz="2400" b="1" dirty="0">
                <a:solidFill>
                  <a:schemeClr val="bg1"/>
                </a:solidFill>
                <a:latin typeface="KoPub돋움체 Bold" panose="00000800000000000000" pitchFamily="2" charset="-127"/>
                <a:ea typeface="KoPub돋움체 Bold" panose="00000800000000000000" pitchFamily="2" charset="-127"/>
              </a:rPr>
              <a:t>및 </a:t>
            </a:r>
            <a:r>
              <a:rPr lang="en-US" altLang="ko-KR" sz="2400" b="1" dirty="0">
                <a:solidFill>
                  <a:schemeClr val="bg1"/>
                </a:solidFill>
                <a:latin typeface="KoPub돋움체 Bold" panose="00000800000000000000" pitchFamily="2" charset="-127"/>
                <a:ea typeface="KoPub돋움체 Bold" panose="00000800000000000000" pitchFamily="2" charset="-127"/>
              </a:rPr>
              <a:t>1D CNN </a:t>
            </a:r>
            <a:r>
              <a:rPr lang="ko-KR" altLang="en-US" sz="2400" b="1" dirty="0">
                <a:solidFill>
                  <a:schemeClr val="bg1"/>
                </a:solidFill>
                <a:latin typeface="KoPub돋움체 Bold" panose="00000800000000000000" pitchFamily="2" charset="-127"/>
                <a:ea typeface="KoPub돋움체 Bold" panose="00000800000000000000" pitchFamily="2" charset="-127"/>
              </a:rPr>
              <a:t>결과 비교</a:t>
            </a:r>
            <a:endParaRPr sz="2400" b="1" dirty="0">
              <a:solidFill>
                <a:schemeClr val="bg1"/>
              </a:solidFill>
              <a:latin typeface="KoPub돋움체 Bold" panose="00000800000000000000" pitchFamily="2" charset="-127"/>
              <a:ea typeface="KoPub돋움체 Bold" panose="00000800000000000000" pitchFamily="2" charset="-127"/>
            </a:endParaRPr>
          </a:p>
        </p:txBody>
      </p:sp>
      <p:sp>
        <p:nvSpPr>
          <p:cNvPr id="3" name="TextBox 2"/>
          <p:cNvSpPr txBox="1"/>
          <p:nvPr/>
        </p:nvSpPr>
        <p:spPr>
          <a:xfrm>
            <a:off x="417068" y="3139177"/>
            <a:ext cx="7139940" cy="338554"/>
          </a:xfrm>
          <a:prstGeom prst="rect">
            <a:avLst/>
          </a:prstGeom>
          <a:noFill/>
        </p:spPr>
        <p:txBody>
          <a:bodyPr wrap="square">
            <a:spAutoFit/>
          </a:bodyPr>
          <a:lstStyle/>
          <a:p>
            <a:r>
              <a:rPr sz="1600" dirty="0">
                <a:solidFill>
                  <a:schemeClr val="bg1"/>
                </a:solidFill>
                <a:latin typeface="KoPub돋움체 Medium"/>
              </a:rPr>
              <a:t>2026. 0</a:t>
            </a:r>
            <a:r>
              <a:rPr lang="en-US" sz="1600" dirty="0">
                <a:solidFill>
                  <a:schemeClr val="bg1"/>
                </a:solidFill>
                <a:latin typeface="KoPub돋움체 Medium"/>
              </a:rPr>
              <a:t>9. 04</a:t>
            </a:r>
            <a:endParaRPr sz="1600" dirty="0">
              <a:solidFill>
                <a:schemeClr val="bg1"/>
              </a:solidFill>
              <a:latin typeface="KoPub돋움체 Medium"/>
            </a:endParaRPr>
          </a:p>
        </p:txBody>
      </p:sp>
      <p:sp>
        <p:nvSpPr>
          <p:cNvPr id="4" name="TextBox 3"/>
          <p:cNvSpPr txBox="1"/>
          <p:nvPr/>
        </p:nvSpPr>
        <p:spPr>
          <a:xfrm>
            <a:off x="417068" y="3564777"/>
            <a:ext cx="7139940" cy="289823"/>
          </a:xfrm>
          <a:prstGeom prst="rect">
            <a:avLst/>
          </a:prstGeom>
          <a:noFill/>
        </p:spPr>
        <p:txBody>
          <a:bodyPr wrap="square">
            <a:spAutoFit/>
          </a:bodyPr>
          <a:lstStyle/>
          <a:p>
            <a:r>
              <a:rPr sz="1800" b="1">
                <a:solidFill>
                  <a:srgbClr val="FFFFFF"/>
                </a:solidFill>
                <a:latin typeface="KoPub돋움체 Medium"/>
              </a:rPr>
              <a:t>JangHoon Chun</a:t>
            </a:r>
          </a:p>
        </p:txBody>
      </p:sp>
      <p:sp>
        <p:nvSpPr>
          <p:cNvPr id="5" name="TextBox 4"/>
          <p:cNvSpPr txBox="1"/>
          <p:nvPr/>
        </p:nvSpPr>
        <p:spPr>
          <a:xfrm>
            <a:off x="417068" y="3978214"/>
            <a:ext cx="7139940" cy="1213153"/>
          </a:xfrm>
          <a:prstGeom prst="rect">
            <a:avLst/>
          </a:prstGeom>
          <a:noFill/>
        </p:spPr>
        <p:txBody>
          <a:bodyPr wrap="square">
            <a:spAutoFit/>
          </a:bodyPr>
          <a:lstStyle/>
          <a:p>
            <a:r>
              <a:rPr sz="1600">
                <a:solidFill>
                  <a:srgbClr val="FFFFFF"/>
                </a:solidFill>
                <a:latin typeface="KoPub돋움체 Medium"/>
              </a:rPr>
              <a:t>Department of, Medical Device Engineering &amp; Management</a:t>
            </a:r>
          </a:p>
          <a:p>
            <a:r>
              <a:rPr sz="1600">
                <a:solidFill>
                  <a:srgbClr val="FFFFFF"/>
                </a:solidFill>
                <a:latin typeface="KoPub돋움체 Medium"/>
              </a:rPr>
              <a:t>Gangnam Severance Hospital,</a:t>
            </a:r>
          </a:p>
          <a:p>
            <a:r>
              <a:rPr sz="1600">
                <a:solidFill>
                  <a:srgbClr val="FFFFFF"/>
                </a:solidFill>
                <a:latin typeface="KoPub돋움체 Medium"/>
              </a:rPr>
              <a:t>Yonsei University College of Medicine</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508000" y="365126"/>
            <a:ext cx="11176000" cy="532342"/>
          </a:xfrm>
        </p:spPr>
        <p:txBody>
          <a:bodyPr/>
          <a:lstStyle/>
          <a:p>
            <a:r>
              <a:t>목차</a:t>
            </a:r>
          </a:p>
        </p:txBody>
      </p:sp>
      <p:sp>
        <p:nvSpPr>
          <p:cNvPr id="12" name="내용 개체 틀 11">
            <a:extLst>
              <a:ext uri="{FF2B5EF4-FFF2-40B4-BE49-F238E27FC236}">
                <a16:creationId xmlns:a16="http://schemas.microsoft.com/office/drawing/2014/main" id="{FB6B5539-CC2D-F932-DAA3-12E2A40E7236}"/>
              </a:ext>
            </a:extLst>
          </p:cNvPr>
          <p:cNvSpPr>
            <a:spLocks noGrp="1"/>
          </p:cNvSpPr>
          <p:nvPr>
            <p:ph idx="1"/>
          </p:nvPr>
        </p:nvSpPr>
        <p:spPr>
          <a:xfrm>
            <a:off x="508000" y="897468"/>
            <a:ext cx="11176000" cy="5063066"/>
          </a:xfrm>
        </p:spPr>
        <p:txBody>
          <a:bodyPr wrap="square"/>
          <a:lstStyle/>
          <a:p>
            <a:pPr>
              <a:spcAft>
                <a:spcPts val="1000"/>
              </a:spcAft>
            </a:pPr>
            <a:r>
              <a:t>연구 배경 및 방법</a:t>
            </a:r>
            <a:endParaRPr lang="ko-KR" altLang="en-US" b="1" dirty="0">
              <a:solidFill>
                <a:srgbClr val="1F1F1F"/>
              </a:solidFill>
            </a:endParaRPr>
          </a:p>
          <a:p>
            <a:r>
              <a:t>연구 여정 요약</a:t>
            </a:r>
          </a:p>
          <a:p>
            <a:r>
              <a:t>1D CNN 아키텍처</a:t>
            </a:r>
          </a:p>
          <a:p>
            <a:r>
              <a:t>U-Net(1D CNN) 아키텍처</a:t>
            </a:r>
          </a:p>
          <a:p>
            <a:r>
              <a:t>DM 기준 모델 비교</a:t>
            </a:r>
          </a:p>
          <a:p>
            <a:r>
              <a:t>결론</a:t>
            </a:r>
          </a:p>
        </p:txBody>
      </p:sp>
      <p:sp>
        <p:nvSpPr>
          <p:cNvPr id="3" name="슬라이드 번호 개체 틀 2">
            <a:extLst>
              <a:ext uri="{FF2B5EF4-FFF2-40B4-BE49-F238E27FC236}">
                <a16:creationId xmlns:a16="http://schemas.microsoft.com/office/drawing/2014/main" id="{402787EC-F75F-AB92-4A6F-820CC3A51358}"/>
              </a:ext>
            </a:extLst>
          </p:cNvPr>
          <p:cNvSpPr>
            <a:spLocks noGrp="1"/>
          </p:cNvSpPr>
          <p:nvPr>
            <p:ph type="sldNum" sz="quarter" idx="12"/>
          </p:nvPr>
        </p:nvSpPr>
        <p:spPr/>
        <p:txBody>
          <a:bodyPr/>
          <a:lstStyle/>
          <a:p>
            <a:fld id="{9F4AF89A-28FA-47FA-B28F-9A9C6913CB7A}" type="slidenum">
              <a:rPr lang="ko-KR" altLang="en-US" smtClean="0"/>
              <a:pPr/>
              <a:t>2</a:t>
            </a:fld>
            <a:endParaRPr lang="ko-KR" altLang="en-US"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508000" y="365126"/>
            <a:ext cx="11176000" cy="532342"/>
          </a:xfrm>
        </p:spPr>
        <p:txBody>
          <a:bodyPr/>
          <a:lstStyle/>
          <a:p>
            <a:r>
              <a:t>연구 배경 및 방법</a:t>
            </a:r>
          </a:p>
        </p:txBody>
      </p:sp>
      <p:sp>
        <p:nvSpPr>
          <p:cNvPr id="3" name="Content Placeholder 2"/>
          <p:cNvSpPr>
            <a:spLocks noGrp="1"/>
          </p:cNvSpPr>
          <p:nvPr>
            <p:ph idx="1"/>
          </p:nvPr>
        </p:nvSpPr>
        <p:spPr>
          <a:xfrm>
            <a:off x="508000" y="897468"/>
            <a:ext cx="11176000" cy="5063066"/>
          </a:xfrm>
        </p:spPr>
        <p:txBody>
          <a:bodyPr wrap="square"/>
          <a:lstStyle/>
          <a:p>
            <a:pPr>
              <a:spcAft>
                <a:spcPts val="1000"/>
              </a:spcAft>
            </a:pPr>
            <a:r>
              <a:t>AEC-128: CT 촬영 시 z축 관전류(mA) 자동 변조 곡선, 128포인트</a:t>
            </a:r>
          </a:p>
          <a:p>
            <a:r>
              <a:t>목표: clinic4(연령·성별·키·몸무게)+VAT+SAT baseline 대비 AEC가 추가 신호를 주는지 검증</a:t>
            </a:r>
          </a:p>
          <a:p>
            <a:r>
              <a:t>27개 방법론 시도(fusion 4종·아키텍처 10종·전처리 9종·근육조성/이미지 2종·TCN 재탐색·U-Net 등, 다음 슬라이드 참고)</a:t>
            </a:r>
          </a:p>
          <a:p>
            <a:r>
              <a:t>대상: HTN·DM·CKD 3질환 / internal(강남) 5-fold 교차검증 + external(신촌) 1회 동결평가</a:t>
            </a:r>
          </a:p>
          <a:p>
            <a:r>
              <a:t>본 자료의 모델 비교·결론 슬라이드는 DM(당뇨) 기준으로 제시</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연구 여정 요약</a:t>
            </a:r>
          </a:p>
        </p:txBody>
      </p:sp>
      <p:graphicFrame>
        <p:nvGraphicFramePr>
          <p:cNvPr id="3" name="Table 2"/>
          <p:cNvGraphicFramePr>
            <a:graphicFrameLocks noGrp="1"/>
          </p:cNvGraphicFramePr>
          <p:nvPr/>
        </p:nvGraphicFramePr>
        <p:xfrm>
          <a:off x="508000" y="1000000"/>
          <a:ext cx="11176000" cy="4800000"/>
        </p:xfrm>
        <a:graphic>
          <a:graphicData uri="http://schemas.openxmlformats.org/drawingml/2006/table">
            <a:tbl>
              <a:tblPr firstRow="1" bandRow="1">
                <a:tableStyleId>{5C22544A-7EE6-4342-B048-85BDC9FD1C3A}</a:tableStyleId>
              </a:tblPr>
              <a:tblGrid>
                <a:gridCol w="5300000">
                  <a:extLst>
                    <a:ext uri="{9D8B030D-6E8A-4147-A177-3AD203B41FA5}">
                      <a16:colId xmlns:a16="http://schemas.microsoft.com/office/drawing/2014/main" val="20000"/>
                    </a:ext>
                  </a:extLst>
                </a:gridCol>
                <a:gridCol w="1300000">
                  <a:extLst>
                    <a:ext uri="{9D8B030D-6E8A-4147-A177-3AD203B41FA5}">
                      <a16:colId xmlns:a16="http://schemas.microsoft.com/office/drawing/2014/main" val="20001"/>
                    </a:ext>
                  </a:extLst>
                </a:gridCol>
                <a:gridCol w="4576000">
                  <a:extLst>
                    <a:ext uri="{9D8B030D-6E8A-4147-A177-3AD203B41FA5}">
                      <a16:colId xmlns:a16="http://schemas.microsoft.com/office/drawing/2014/main" val="20002"/>
                    </a:ext>
                  </a:extLst>
                </a:gridCol>
              </a:tblGrid>
              <a:tr h="685714">
                <a:tc>
                  <a:txBody>
                    <a:bodyPr/>
                    <a:lstStyle/>
                    <a:p>
                      <a:pPr>
                        <a:defRPr sz="1100" b="1">
                          <a:solidFill>
                            <a:srgbClr val="FFFFFF"/>
                          </a:solidFill>
                        </a:defRPr>
                      </a:pPr>
                      <a:r>
                        <a:t>카테고리</a:t>
                      </a:r>
                    </a:p>
                  </a:txBody>
                  <a:tcPr>
                    <a:solidFill>
                      <a:srgbClr val="2A78D6"/>
                    </a:solidFill>
                  </a:tcPr>
                </a:tc>
                <a:tc>
                  <a:txBody>
                    <a:bodyPr/>
                    <a:lstStyle/>
                    <a:p>
                      <a:pPr>
                        <a:defRPr sz="1100" b="1">
                          <a:solidFill>
                            <a:srgbClr val="FFFFFF"/>
                          </a:solidFill>
                        </a:defRPr>
                      </a:pPr>
                      <a:r>
                        <a:t>방법 수</a:t>
                      </a:r>
                    </a:p>
                  </a:txBody>
                  <a:tcPr>
                    <a:solidFill>
                      <a:srgbClr val="2A78D6"/>
                    </a:solidFill>
                  </a:tcPr>
                </a:tc>
                <a:tc>
                  <a:txBody>
                    <a:bodyPr/>
                    <a:lstStyle/>
                    <a:p>
                      <a:pPr>
                        <a:defRPr sz="1100" b="1">
                          <a:solidFill>
                            <a:srgbClr val="FFFFFF"/>
                          </a:solidFill>
                        </a:defRPr>
                      </a:pPr>
                      <a:r>
                        <a:t>DM 결과(요지)</a:t>
                      </a:r>
                    </a:p>
                  </a:txBody>
                  <a:tcPr>
                    <a:solidFill>
                      <a:srgbClr val="2A78D6"/>
                    </a:solidFill>
                  </a:tcPr>
                </a:tc>
                <a:extLst>
                  <a:ext uri="{0D108BD9-81ED-4DB2-BD59-A6C34878D82A}">
                    <a16:rowId xmlns:a16="http://schemas.microsoft.com/office/drawing/2014/main" val="10000"/>
                  </a:ext>
                </a:extLst>
              </a:tr>
              <a:tr h="685714">
                <a:tc>
                  <a:txBody>
                    <a:bodyPr/>
                    <a:lstStyle/>
                    <a:p>
                      <a:pPr>
                        <a:defRPr sz="1100"/>
                      </a:pPr>
                      <a:r>
                        <a:t>Fusion 메커니즘 (concat/gated/attnpool/crossattn)</a:t>
                      </a:r>
                    </a:p>
                  </a:txBody>
                  <a:tcPr>
                    <a:solidFill>
                      <a:srgbClr val="FFFFFF"/>
                    </a:solidFill>
                  </a:tcPr>
                </a:tc>
                <a:tc>
                  <a:txBody>
                    <a:bodyPr/>
                    <a:lstStyle/>
                    <a:p>
                      <a:pPr>
                        <a:defRPr sz="1100"/>
                      </a:pPr>
                      <a:r>
                        <a:t>4</a:t>
                      </a:r>
                    </a:p>
                  </a:txBody>
                  <a:tcPr>
                    <a:solidFill>
                      <a:srgbClr val="FFFFFF"/>
                    </a:solidFill>
                  </a:tcPr>
                </a:tc>
                <a:tc>
                  <a:txBody>
                    <a:bodyPr/>
                    <a:lstStyle/>
                    <a:p>
                      <a:pPr>
                        <a:defRPr sz="1100"/>
                      </a:pPr>
                      <a:r>
                        <a:t>3질환 24개 DeLong 중 Bonferroni 통과 0건</a:t>
                      </a:r>
                    </a:p>
                  </a:txBody>
                  <a:tcPr>
                    <a:solidFill>
                      <a:srgbClr val="FFFFFF"/>
                    </a:solidFill>
                  </a:tcPr>
                </a:tc>
                <a:extLst>
                  <a:ext uri="{0D108BD9-81ED-4DB2-BD59-A6C34878D82A}">
                    <a16:rowId xmlns:a16="http://schemas.microsoft.com/office/drawing/2014/main" val="10001"/>
                  </a:ext>
                </a:extLst>
              </a:tr>
              <a:tr h="685714">
                <a:tc>
                  <a:txBody>
                    <a:bodyPr/>
                    <a:lstStyle/>
                    <a:p>
                      <a:pPr>
                        <a:defRPr sz="1100"/>
                      </a:pPr>
                      <a:r>
                        <a:t>아키텍처 10일 로테이션 (RNN/Transformer/TCN/SE-CNN/Inception/SSL/Residual-target/Multi-task/Stacking/주파수)</a:t>
                      </a:r>
                    </a:p>
                  </a:txBody>
                  <a:tcPr>
                    <a:solidFill>
                      <a:srgbClr val="FFFFFF"/>
                    </a:solidFill>
                  </a:tcPr>
                </a:tc>
                <a:tc>
                  <a:txBody>
                    <a:bodyPr/>
                    <a:lstStyle/>
                    <a:p>
                      <a:pPr>
                        <a:defRPr sz="1100"/>
                      </a:pPr>
                      <a:r>
                        <a:t>10</a:t>
                      </a:r>
                    </a:p>
                  </a:txBody>
                  <a:tcPr>
                    <a:solidFill>
                      <a:srgbClr val="FFFFFF"/>
                    </a:solidFill>
                  </a:tcPr>
                </a:tc>
                <a:tc>
                  <a:txBody>
                    <a:bodyPr/>
                    <a:lstStyle/>
                    <a:p>
                      <a:pPr>
                        <a:defRPr sz="1100"/>
                      </a:pPr>
                      <a:r>
                        <a:t>DM 최대 +0.012 (Day1 RNN, n.s.), 30개 비교 중 명목유의 0건</a:t>
                      </a:r>
                    </a:p>
                  </a:txBody>
                  <a:tcPr>
                    <a:solidFill>
                      <a:srgbClr val="FFFFFF"/>
                    </a:solidFill>
                  </a:tcPr>
                </a:tc>
                <a:extLst>
                  <a:ext uri="{0D108BD9-81ED-4DB2-BD59-A6C34878D82A}">
                    <a16:rowId xmlns:a16="http://schemas.microsoft.com/office/drawing/2014/main" val="10002"/>
                  </a:ext>
                </a:extLst>
              </a:tr>
              <a:tr h="685714">
                <a:tc>
                  <a:txBody>
                    <a:bodyPr/>
                    <a:lstStyle/>
                    <a:p>
                      <a:pPr>
                        <a:defRPr sz="1100"/>
                      </a:pPr>
                      <a:r>
                        <a:t>AEC 전처리·형태통계 스크리닝 (robust/winsor/smoothing 등)</a:t>
                      </a:r>
                    </a:p>
                  </a:txBody>
                  <a:tcPr>
                    <a:solidFill>
                      <a:srgbClr val="FFFFFF"/>
                    </a:solidFill>
                  </a:tcPr>
                </a:tc>
                <a:tc>
                  <a:txBody>
                    <a:bodyPr/>
                    <a:lstStyle/>
                    <a:p>
                      <a:pPr>
                        <a:defRPr sz="1100"/>
                      </a:pPr>
                      <a:r>
                        <a:t>9</a:t>
                      </a:r>
                    </a:p>
                  </a:txBody>
                  <a:tcPr>
                    <a:solidFill>
                      <a:srgbClr val="FFFFFF"/>
                    </a:solidFill>
                  </a:tcPr>
                </a:tc>
                <a:tc>
                  <a:txBody>
                    <a:bodyPr/>
                    <a:lstStyle/>
                    <a:p>
                      <a:pPr>
                        <a:defRPr sz="1100"/>
                      </a:pPr>
                      <a:r>
                        <a:t>3질환 공통 internal delta&lt;0.02, 일부 오히려 악화</a:t>
                      </a:r>
                    </a:p>
                  </a:txBody>
                  <a:tcPr>
                    <a:solidFill>
                      <a:srgbClr val="FFFFFF"/>
                    </a:solidFill>
                  </a:tcPr>
                </a:tc>
                <a:extLst>
                  <a:ext uri="{0D108BD9-81ED-4DB2-BD59-A6C34878D82A}">
                    <a16:rowId xmlns:a16="http://schemas.microsoft.com/office/drawing/2014/main" val="10003"/>
                  </a:ext>
                </a:extLst>
              </a:tr>
              <a:tr h="685714">
                <a:tc>
                  <a:txBody>
                    <a:bodyPr/>
                    <a:lstStyle/>
                    <a:p>
                      <a:pPr>
                        <a:defRPr sz="1100"/>
                      </a:pPr>
                      <a:r>
                        <a:t>근육조성·2D 이미지 변환 (TAMA/IMATA, GAF)</a:t>
                      </a:r>
                    </a:p>
                  </a:txBody>
                  <a:tcPr>
                    <a:solidFill>
                      <a:srgbClr val="FFFFFF"/>
                    </a:solidFill>
                  </a:tcPr>
                </a:tc>
                <a:tc>
                  <a:txBody>
                    <a:bodyPr/>
                    <a:lstStyle/>
                    <a:p>
                      <a:pPr>
                        <a:defRPr sz="1100"/>
                      </a:pPr>
                      <a:r>
                        <a:t>2</a:t>
                      </a:r>
                    </a:p>
                  </a:txBody>
                  <a:tcPr>
                    <a:solidFill>
                      <a:srgbClr val="FFFFFF"/>
                    </a:solidFill>
                  </a:tcPr>
                </a:tc>
                <a:tc>
                  <a:txBody>
                    <a:bodyPr/>
                    <a:lstStyle/>
                    <a:p>
                      <a:pPr>
                        <a:defRPr sz="1100"/>
                      </a:pPr>
                      <a:r>
                        <a:t>3질환 전반 개선 없음</a:t>
                      </a:r>
                    </a:p>
                  </a:txBody>
                  <a:tcPr>
                    <a:solidFill>
                      <a:srgbClr val="FFFFFF"/>
                    </a:solidFill>
                  </a:tcPr>
                </a:tc>
                <a:extLst>
                  <a:ext uri="{0D108BD9-81ED-4DB2-BD59-A6C34878D82A}">
                    <a16:rowId xmlns:a16="http://schemas.microsoft.com/office/drawing/2014/main" val="10004"/>
                  </a:ext>
                </a:extLst>
              </a:tr>
              <a:tr h="685714">
                <a:tc>
                  <a:txBody>
                    <a:bodyPr/>
                    <a:lstStyle/>
                    <a:p>
                      <a:pPr>
                        <a:defRPr sz="1100"/>
                      </a:pPr>
                      <a:r>
                        <a:t>TCN 재탐색 (4-way 비교)</a:t>
                      </a:r>
                    </a:p>
                  </a:txBody>
                  <a:tcPr>
                    <a:solidFill>
                      <a:srgbClr val="FFFFFF"/>
                    </a:solidFill>
                  </a:tcPr>
                </a:tc>
                <a:tc>
                  <a:txBody>
                    <a:bodyPr/>
                    <a:lstStyle/>
                    <a:p>
                      <a:pPr>
                        <a:defRPr sz="1100"/>
                      </a:pPr>
                      <a:r>
                        <a:t>1</a:t>
                      </a:r>
                    </a:p>
                  </a:txBody>
                  <a:tcPr>
                    <a:solidFill>
                      <a:srgbClr val="FFFFFF"/>
                    </a:solidFill>
                  </a:tcPr>
                </a:tc>
                <a:tc>
                  <a:txBody>
                    <a:bodyPr/>
                    <a:lstStyle/>
                    <a:p>
                      <a:pPr>
                        <a:defRPr sz="1100"/>
                      </a:pPr>
                      <a:r>
                        <a:t>DM: internal Δ-0.007(n.s.) / external Δ-0.010(n.s.) vs FPCA</a:t>
                      </a:r>
                    </a:p>
                  </a:txBody>
                  <a:tcPr>
                    <a:solidFill>
                      <a:srgbClr val="FFFFFF"/>
                    </a:solidFill>
                  </a:tcPr>
                </a:tc>
                <a:extLst>
                  <a:ext uri="{0D108BD9-81ED-4DB2-BD59-A6C34878D82A}">
                    <a16:rowId xmlns:a16="http://schemas.microsoft.com/office/drawing/2014/main" val="10005"/>
                  </a:ext>
                </a:extLst>
              </a:tr>
              <a:tr h="685716">
                <a:tc>
                  <a:txBody>
                    <a:bodyPr/>
                    <a:lstStyle/>
                    <a:p>
                      <a:pPr>
                        <a:defRPr sz="1100"/>
                      </a:pPr>
                      <a:r>
                        <a:t>U-Net(1D CNN), AEC-128 단독 (clinic4 제외)</a:t>
                      </a:r>
                    </a:p>
                  </a:txBody>
                  <a:tcPr>
                    <a:solidFill>
                      <a:srgbClr val="FFFFFF"/>
                    </a:solidFill>
                  </a:tcPr>
                </a:tc>
                <a:tc>
                  <a:txBody>
                    <a:bodyPr/>
                    <a:lstStyle/>
                    <a:p>
                      <a:pPr>
                        <a:defRPr sz="1100"/>
                      </a:pPr>
                      <a:r>
                        <a:t>1</a:t>
                      </a:r>
                    </a:p>
                  </a:txBody>
                  <a:tcPr>
                    <a:solidFill>
                      <a:srgbClr val="FFFFFF"/>
                    </a:solidFill>
                  </a:tcPr>
                </a:tc>
                <a:tc>
                  <a:txBody>
                    <a:bodyPr/>
                    <a:lstStyle/>
                    <a:p>
                      <a:pPr>
                        <a:defRPr sz="1100"/>
                      </a:pPr>
                      <a:r>
                        <a:t>DM: external clinic4 대비 Δ-0.083 (p&lt;0.001), 유의하게 열등</a:t>
                      </a:r>
                    </a:p>
                  </a:txBody>
                  <a:tcPr>
                    <a:solidFill>
                      <a:srgbClr val="FFFFFF"/>
                    </a:solidFill>
                  </a:tcPr>
                </a:tc>
                <a:extLst>
                  <a:ext uri="{0D108BD9-81ED-4DB2-BD59-A6C34878D82A}">
                    <a16:rowId xmlns:a16="http://schemas.microsoft.com/office/drawing/2014/main" val="10006"/>
                  </a:ext>
                </a:extLst>
              </a:tr>
            </a:tbl>
          </a:graphicData>
        </a:graphic>
      </p:graphicFrame>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EFF5FA5-44F1-1FD2-E9CA-85328164DBD1}"/>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455F07E7-110A-C301-A293-C6B554ED41F9}"/>
              </a:ext>
            </a:extLst>
          </p:cNvPr>
          <p:cNvSpPr>
            <a:spLocks noGrp="1"/>
          </p:cNvSpPr>
          <p:nvPr>
            <p:ph type="title"/>
          </p:nvPr>
        </p:nvSpPr>
        <p:spPr>
          <a:xfrm>
            <a:off x="508000" y="365126"/>
            <a:ext cx="11176000" cy="532342"/>
          </a:xfrm>
        </p:spPr>
        <p:txBody>
          <a:bodyPr/>
          <a:lstStyle/>
          <a:p>
            <a:r>
              <a:rPr lang="en-US" altLang="ko-KR" dirty="0"/>
              <a:t>1D CNN </a:t>
            </a:r>
            <a:r>
              <a:rPr lang="ko-KR" altLang="en-US" dirty="0"/>
              <a:t>아키텍처</a:t>
            </a:r>
            <a:endParaRPr dirty="0"/>
          </a:p>
        </p:txBody>
      </p:sp>
      <p:sp>
        <p:nvSpPr>
          <p:cNvPr id="6" name="Rounded Rectangle 2">
            <a:extLst>
              <a:ext uri="{FF2B5EF4-FFF2-40B4-BE49-F238E27FC236}">
                <a16:creationId xmlns:a16="http://schemas.microsoft.com/office/drawing/2014/main" id="{D1A0A12C-29AE-2778-D7D0-3B42437667A5}"/>
              </a:ext>
            </a:extLst>
          </p:cNvPr>
          <p:cNvSpPr/>
          <p:nvPr/>
        </p:nvSpPr>
        <p:spPr>
          <a:xfrm>
            <a:off x="457200" y="2148840"/>
            <a:ext cx="1463040" cy="777240"/>
          </a:xfrm>
          <a:prstGeom prst="roundRect">
            <a:avLst/>
          </a:prstGeom>
          <a:solidFill>
            <a:srgbClr val="1B6BA8"/>
          </a:solidFill>
          <a:ln w="12700">
            <a:solidFill>
              <a:srgbClr val="FFFFFF"/>
            </a:solidFill>
          </a:ln>
        </p:spPr>
        <p:style>
          <a:lnRef idx="1">
            <a:schemeClr val="accent1"/>
          </a:lnRef>
          <a:fillRef idx="3">
            <a:schemeClr val="accent1"/>
          </a:fillRef>
          <a:effectRef idx="2">
            <a:schemeClr val="accent1"/>
          </a:effectRef>
          <a:fontRef idx="minor">
            <a:schemeClr val="lt1"/>
          </a:fontRef>
        </p:style>
        <p:txBody>
          <a:bodyPr wrap="square" lIns="45720" tIns="27432" rIns="45720" bIns="27432" rtlCol="0" anchor="ctr"/>
          <a:lstStyle/>
          <a:p>
            <a:pPr algn="ctr"/>
            <a:r>
              <a:rPr sz="1300" b="1">
                <a:solidFill>
                  <a:srgbClr val="FFFFFF"/>
                </a:solidFill>
              </a:rPr>
              <a:t>AEC 곡선</a:t>
            </a:r>
          </a:p>
          <a:p>
            <a:pPr algn="ctr"/>
            <a:r>
              <a:rPr sz="1300" b="1">
                <a:solidFill>
                  <a:srgbClr val="FFFFFF"/>
                </a:solidFill>
              </a:rPr>
              <a:t>(128포인트)</a:t>
            </a:r>
          </a:p>
        </p:txBody>
      </p:sp>
      <p:sp>
        <p:nvSpPr>
          <p:cNvPr id="7" name="Rounded Rectangle 3">
            <a:extLst>
              <a:ext uri="{FF2B5EF4-FFF2-40B4-BE49-F238E27FC236}">
                <a16:creationId xmlns:a16="http://schemas.microsoft.com/office/drawing/2014/main" id="{EA083E32-E89D-AB3F-7637-C3AA4CACF0AB}"/>
              </a:ext>
            </a:extLst>
          </p:cNvPr>
          <p:cNvSpPr/>
          <p:nvPr/>
        </p:nvSpPr>
        <p:spPr>
          <a:xfrm>
            <a:off x="2286000" y="2148840"/>
            <a:ext cx="1463040" cy="777240"/>
          </a:xfrm>
          <a:prstGeom prst="roundRect">
            <a:avLst/>
          </a:prstGeom>
          <a:solidFill>
            <a:srgbClr val="1B6BA8"/>
          </a:solidFill>
          <a:ln w="12700">
            <a:solidFill>
              <a:srgbClr val="FFFFFF"/>
            </a:solidFill>
          </a:ln>
        </p:spPr>
        <p:style>
          <a:lnRef idx="1">
            <a:schemeClr val="accent1"/>
          </a:lnRef>
          <a:fillRef idx="3">
            <a:schemeClr val="accent1"/>
          </a:fillRef>
          <a:effectRef idx="2">
            <a:schemeClr val="accent1"/>
          </a:effectRef>
          <a:fontRef idx="minor">
            <a:schemeClr val="lt1"/>
          </a:fontRef>
        </p:style>
        <p:txBody>
          <a:bodyPr wrap="square" lIns="45720" tIns="27432" rIns="45720" bIns="27432" rtlCol="0" anchor="ctr"/>
          <a:lstStyle/>
          <a:p>
            <a:pPr algn="ctr"/>
            <a:r>
              <a:rPr sz="1300" b="1">
                <a:solidFill>
                  <a:srgbClr val="FFFFFF"/>
                </a:solidFill>
              </a:rPr>
              <a:t>Conv1D x3</a:t>
            </a:r>
          </a:p>
          <a:p>
            <a:pPr algn="ctr"/>
            <a:r>
              <a:rPr sz="1300" b="1">
                <a:solidFill>
                  <a:srgbClr val="FFFFFF"/>
                </a:solidFill>
              </a:rPr>
              <a:t>64-128-64채널</a:t>
            </a:r>
          </a:p>
        </p:txBody>
      </p:sp>
      <p:sp>
        <p:nvSpPr>
          <p:cNvPr id="8" name="Rounded Rectangle 4">
            <a:extLst>
              <a:ext uri="{FF2B5EF4-FFF2-40B4-BE49-F238E27FC236}">
                <a16:creationId xmlns:a16="http://schemas.microsoft.com/office/drawing/2014/main" id="{5149CC89-8D28-7C11-BC1F-8169BE716DA7}"/>
              </a:ext>
            </a:extLst>
          </p:cNvPr>
          <p:cNvSpPr/>
          <p:nvPr/>
        </p:nvSpPr>
        <p:spPr>
          <a:xfrm>
            <a:off x="4114800" y="2148840"/>
            <a:ext cx="1463040" cy="777240"/>
          </a:xfrm>
          <a:prstGeom prst="roundRect">
            <a:avLst/>
          </a:prstGeom>
          <a:solidFill>
            <a:srgbClr val="1B6BA8"/>
          </a:solidFill>
          <a:ln w="12700">
            <a:solidFill>
              <a:srgbClr val="FFFFFF"/>
            </a:solidFill>
          </a:ln>
        </p:spPr>
        <p:style>
          <a:lnRef idx="1">
            <a:schemeClr val="accent1"/>
          </a:lnRef>
          <a:fillRef idx="3">
            <a:schemeClr val="accent1"/>
          </a:fillRef>
          <a:effectRef idx="2">
            <a:schemeClr val="accent1"/>
          </a:effectRef>
          <a:fontRef idx="minor">
            <a:schemeClr val="lt1"/>
          </a:fontRef>
        </p:style>
        <p:txBody>
          <a:bodyPr wrap="square" lIns="45720" tIns="27432" rIns="45720" bIns="27432" rtlCol="0" anchor="ctr"/>
          <a:lstStyle/>
          <a:p>
            <a:pPr algn="ctr"/>
            <a:r>
              <a:rPr sz="1300" b="1">
                <a:solidFill>
                  <a:srgbClr val="FFFFFF"/>
                </a:solidFill>
              </a:rPr>
              <a:t>전역평균풀링</a:t>
            </a:r>
          </a:p>
          <a:p>
            <a:pPr algn="ctr"/>
            <a:r>
              <a:rPr sz="1300" b="1">
                <a:solidFill>
                  <a:srgbClr val="FFFFFF"/>
                </a:solidFill>
              </a:rPr>
              <a:t>+ Embed(16)</a:t>
            </a:r>
          </a:p>
        </p:txBody>
      </p:sp>
      <p:sp>
        <p:nvSpPr>
          <p:cNvPr id="9" name="Rounded Rectangle 5">
            <a:extLst>
              <a:ext uri="{FF2B5EF4-FFF2-40B4-BE49-F238E27FC236}">
                <a16:creationId xmlns:a16="http://schemas.microsoft.com/office/drawing/2014/main" id="{0BEA9E71-7E2B-E012-186E-6D8841B02152}"/>
              </a:ext>
            </a:extLst>
          </p:cNvPr>
          <p:cNvSpPr/>
          <p:nvPr/>
        </p:nvSpPr>
        <p:spPr>
          <a:xfrm>
            <a:off x="457199" y="3931920"/>
            <a:ext cx="2753139" cy="777240"/>
          </a:xfrm>
          <a:prstGeom prst="roundRect">
            <a:avLst/>
          </a:prstGeom>
          <a:solidFill>
            <a:srgbClr val="E2622E"/>
          </a:solidFill>
          <a:ln w="12700">
            <a:solidFill>
              <a:srgbClr val="FFFFFF"/>
            </a:solidFill>
          </a:ln>
        </p:spPr>
        <p:style>
          <a:lnRef idx="1">
            <a:schemeClr val="accent1"/>
          </a:lnRef>
          <a:fillRef idx="3">
            <a:schemeClr val="accent1"/>
          </a:fillRef>
          <a:effectRef idx="2">
            <a:schemeClr val="accent1"/>
          </a:effectRef>
          <a:fontRef idx="minor">
            <a:schemeClr val="lt1"/>
          </a:fontRef>
        </p:style>
        <p:txBody>
          <a:bodyPr wrap="square" lIns="45720" tIns="27432" rIns="45720" bIns="27432" rtlCol="0" anchor="ctr"/>
          <a:lstStyle/>
          <a:p>
            <a:pPr algn="ctr"/>
            <a:r>
              <a:rPr sz="1300" b="1">
                <a:solidFill>
                  <a:srgbClr val="FFFFFF"/>
                </a:solidFill>
              </a:rPr>
              <a:t>임상변수 6종</a:t>
            </a:r>
          </a:p>
          <a:p>
            <a:pPr algn="ctr"/>
            <a:r>
              <a:rPr sz="1300" b="1">
                <a:solidFill>
                  <a:srgbClr val="FFFFFF"/>
                </a:solidFill>
              </a:rPr>
              <a:t>(성별/나이/키/몸무게/VAT/SAT)</a:t>
            </a:r>
          </a:p>
        </p:txBody>
      </p:sp>
      <p:sp>
        <p:nvSpPr>
          <p:cNvPr id="10" name="Rounded Rectangle 6">
            <a:extLst>
              <a:ext uri="{FF2B5EF4-FFF2-40B4-BE49-F238E27FC236}">
                <a16:creationId xmlns:a16="http://schemas.microsoft.com/office/drawing/2014/main" id="{14FD847E-6C2A-0F1A-4F2C-6FEE1A023B7E}"/>
              </a:ext>
            </a:extLst>
          </p:cNvPr>
          <p:cNvSpPr/>
          <p:nvPr/>
        </p:nvSpPr>
        <p:spPr>
          <a:xfrm>
            <a:off x="3931920" y="3931920"/>
            <a:ext cx="1645920" cy="777240"/>
          </a:xfrm>
          <a:prstGeom prst="roundRect">
            <a:avLst/>
          </a:prstGeom>
          <a:solidFill>
            <a:srgbClr val="E2622E"/>
          </a:solidFill>
          <a:ln w="12700">
            <a:solidFill>
              <a:srgbClr val="FFFFFF"/>
            </a:solidFill>
          </a:ln>
        </p:spPr>
        <p:style>
          <a:lnRef idx="1">
            <a:schemeClr val="accent1"/>
          </a:lnRef>
          <a:fillRef idx="3">
            <a:schemeClr val="accent1"/>
          </a:fillRef>
          <a:effectRef idx="2">
            <a:schemeClr val="accent1"/>
          </a:effectRef>
          <a:fontRef idx="minor">
            <a:schemeClr val="lt1"/>
          </a:fontRef>
        </p:style>
        <p:txBody>
          <a:bodyPr wrap="square" lIns="45720" tIns="27432" rIns="45720" bIns="27432" rtlCol="0" anchor="ctr"/>
          <a:lstStyle/>
          <a:p>
            <a:pPr algn="ctr"/>
            <a:r>
              <a:rPr sz="1300" b="1">
                <a:solidFill>
                  <a:srgbClr val="FFFFFF"/>
                </a:solidFill>
              </a:rPr>
              <a:t>Linear</a:t>
            </a:r>
          </a:p>
          <a:p>
            <a:pPr algn="ctr"/>
            <a:r>
              <a:rPr sz="1300" b="1">
                <a:solidFill>
                  <a:srgbClr val="FFFFFF"/>
                </a:solidFill>
              </a:rPr>
              <a:t>+ Embed(16)</a:t>
            </a:r>
          </a:p>
        </p:txBody>
      </p:sp>
      <p:sp>
        <p:nvSpPr>
          <p:cNvPr id="11" name="Rounded Rectangle 7">
            <a:extLst>
              <a:ext uri="{FF2B5EF4-FFF2-40B4-BE49-F238E27FC236}">
                <a16:creationId xmlns:a16="http://schemas.microsoft.com/office/drawing/2014/main" id="{E0F137BC-FF56-8D54-A048-954607C1233D}"/>
              </a:ext>
            </a:extLst>
          </p:cNvPr>
          <p:cNvSpPr/>
          <p:nvPr/>
        </p:nvSpPr>
        <p:spPr>
          <a:xfrm>
            <a:off x="7028954" y="3154680"/>
            <a:ext cx="1188720" cy="777240"/>
          </a:xfrm>
          <a:prstGeom prst="roundRect">
            <a:avLst/>
          </a:prstGeom>
          <a:solidFill>
            <a:srgbClr val="595959"/>
          </a:solidFill>
          <a:ln w="12700">
            <a:solidFill>
              <a:srgbClr val="FFFFFF"/>
            </a:solidFill>
          </a:ln>
        </p:spPr>
        <p:style>
          <a:lnRef idx="1">
            <a:schemeClr val="accent1"/>
          </a:lnRef>
          <a:fillRef idx="3">
            <a:schemeClr val="accent1"/>
          </a:fillRef>
          <a:effectRef idx="2">
            <a:schemeClr val="accent1"/>
          </a:effectRef>
          <a:fontRef idx="minor">
            <a:schemeClr val="lt1"/>
          </a:fontRef>
        </p:style>
        <p:txBody>
          <a:bodyPr wrap="square" lIns="45720" tIns="27432" rIns="45720" bIns="27432" rtlCol="0" anchor="ctr"/>
          <a:lstStyle/>
          <a:p>
            <a:pPr algn="ctr"/>
            <a:r>
              <a:rPr sz="1300" b="1">
                <a:solidFill>
                  <a:srgbClr val="FFFFFF"/>
                </a:solidFill>
              </a:rPr>
              <a:t>Concat</a:t>
            </a:r>
          </a:p>
          <a:p>
            <a:pPr algn="ctr"/>
            <a:r>
              <a:rPr sz="1300" b="1">
                <a:solidFill>
                  <a:srgbClr val="FFFFFF"/>
                </a:solidFill>
              </a:rPr>
              <a:t>(32)</a:t>
            </a:r>
          </a:p>
        </p:txBody>
      </p:sp>
      <p:sp>
        <p:nvSpPr>
          <p:cNvPr id="12" name="Rounded Rectangle 8">
            <a:extLst>
              <a:ext uri="{FF2B5EF4-FFF2-40B4-BE49-F238E27FC236}">
                <a16:creationId xmlns:a16="http://schemas.microsoft.com/office/drawing/2014/main" id="{0598D64A-AB2D-615D-8496-354577BF0BA0}"/>
              </a:ext>
            </a:extLst>
          </p:cNvPr>
          <p:cNvSpPr/>
          <p:nvPr/>
        </p:nvSpPr>
        <p:spPr>
          <a:xfrm>
            <a:off x="8583433" y="3154680"/>
            <a:ext cx="1737360" cy="777240"/>
          </a:xfrm>
          <a:prstGeom prst="roundRect">
            <a:avLst/>
          </a:prstGeom>
          <a:solidFill>
            <a:srgbClr val="595959"/>
          </a:solidFill>
          <a:ln w="12700">
            <a:solidFill>
              <a:srgbClr val="FFFFFF"/>
            </a:solidFill>
          </a:ln>
        </p:spPr>
        <p:style>
          <a:lnRef idx="1">
            <a:schemeClr val="accent1"/>
          </a:lnRef>
          <a:fillRef idx="3">
            <a:schemeClr val="accent1"/>
          </a:fillRef>
          <a:effectRef idx="2">
            <a:schemeClr val="accent1"/>
          </a:effectRef>
          <a:fontRef idx="minor">
            <a:schemeClr val="lt1"/>
          </a:fontRef>
        </p:style>
        <p:txBody>
          <a:bodyPr wrap="square" lIns="45720" tIns="27432" rIns="45720" bIns="27432" rtlCol="0" anchor="ctr"/>
          <a:lstStyle/>
          <a:p>
            <a:pPr algn="ctr"/>
            <a:r>
              <a:rPr sz="1300" b="1" dirty="0">
                <a:solidFill>
                  <a:srgbClr val="FFFFFF"/>
                </a:solidFill>
              </a:rPr>
              <a:t>Fusion Head</a:t>
            </a:r>
          </a:p>
          <a:p>
            <a:pPr algn="ctr"/>
            <a:r>
              <a:rPr sz="1300" b="1" dirty="0" err="1">
                <a:solidFill>
                  <a:srgbClr val="FFFFFF"/>
                </a:solidFill>
              </a:rPr>
              <a:t>Linear+ReLU</a:t>
            </a:r>
            <a:endParaRPr lang="en-US" sz="1300" b="1" dirty="0">
              <a:solidFill>
                <a:srgbClr val="FFFFFF"/>
              </a:solidFill>
            </a:endParaRPr>
          </a:p>
          <a:p>
            <a:pPr algn="ctr"/>
            <a:r>
              <a:rPr sz="1300" b="1" dirty="0">
                <a:solidFill>
                  <a:srgbClr val="FFFFFF"/>
                </a:solidFill>
              </a:rPr>
              <a:t>+Dropout</a:t>
            </a:r>
          </a:p>
        </p:txBody>
      </p:sp>
      <p:sp>
        <p:nvSpPr>
          <p:cNvPr id="13" name="Rounded Rectangle 9">
            <a:extLst>
              <a:ext uri="{FF2B5EF4-FFF2-40B4-BE49-F238E27FC236}">
                <a16:creationId xmlns:a16="http://schemas.microsoft.com/office/drawing/2014/main" id="{182932D6-C0B2-C0CB-3D89-58D6383922BD}"/>
              </a:ext>
            </a:extLst>
          </p:cNvPr>
          <p:cNvSpPr/>
          <p:nvPr/>
        </p:nvSpPr>
        <p:spPr>
          <a:xfrm>
            <a:off x="10595114" y="3154680"/>
            <a:ext cx="1188720" cy="777240"/>
          </a:xfrm>
          <a:prstGeom prst="roundRect">
            <a:avLst/>
          </a:prstGeom>
          <a:solidFill>
            <a:srgbClr val="2E8B57"/>
          </a:solidFill>
          <a:ln w="12700">
            <a:solidFill>
              <a:srgbClr val="FFFFFF"/>
            </a:solidFill>
          </a:ln>
        </p:spPr>
        <p:style>
          <a:lnRef idx="1">
            <a:schemeClr val="accent1"/>
          </a:lnRef>
          <a:fillRef idx="3">
            <a:schemeClr val="accent1"/>
          </a:fillRef>
          <a:effectRef idx="2">
            <a:schemeClr val="accent1"/>
          </a:effectRef>
          <a:fontRef idx="minor">
            <a:schemeClr val="lt1"/>
          </a:fontRef>
        </p:style>
        <p:txBody>
          <a:bodyPr wrap="square" lIns="45720" tIns="27432" rIns="45720" bIns="27432" rtlCol="0" anchor="ctr"/>
          <a:lstStyle/>
          <a:p>
            <a:pPr algn="ctr"/>
            <a:r>
              <a:rPr sz="1300" b="1" dirty="0">
                <a:solidFill>
                  <a:srgbClr val="FFFFFF"/>
                </a:solidFill>
              </a:rPr>
              <a:t>Output</a:t>
            </a:r>
          </a:p>
          <a:p>
            <a:pPr algn="ctr"/>
            <a:r>
              <a:rPr sz="1300" b="1" dirty="0">
                <a:solidFill>
                  <a:srgbClr val="FFFFFF"/>
                </a:solidFill>
              </a:rPr>
              <a:t>P(</a:t>
            </a:r>
            <a:r>
              <a:rPr sz="1300" b="1" dirty="0" err="1">
                <a:solidFill>
                  <a:srgbClr val="FFFFFF"/>
                </a:solidFill>
              </a:rPr>
              <a:t>질환</a:t>
            </a:r>
            <a:r>
              <a:rPr sz="1300" b="1" dirty="0">
                <a:solidFill>
                  <a:srgbClr val="FFFFFF"/>
                </a:solidFill>
              </a:rPr>
              <a:t>)</a:t>
            </a:r>
          </a:p>
        </p:txBody>
      </p:sp>
      <p:cxnSp>
        <p:nvCxnSpPr>
          <p:cNvPr id="14" name="Connector 10">
            <a:extLst>
              <a:ext uri="{FF2B5EF4-FFF2-40B4-BE49-F238E27FC236}">
                <a16:creationId xmlns:a16="http://schemas.microsoft.com/office/drawing/2014/main" id="{73FDDEDD-B1E9-409E-6478-954FC8796596}"/>
              </a:ext>
            </a:extLst>
          </p:cNvPr>
          <p:cNvCxnSpPr>
            <a:cxnSpLocks/>
            <a:stCxn id="6" idx="3"/>
            <a:endCxn id="7" idx="1"/>
          </p:cNvCxnSpPr>
          <p:nvPr/>
        </p:nvCxnSpPr>
        <p:spPr>
          <a:xfrm>
            <a:off x="1920240" y="2537460"/>
            <a:ext cx="365760" cy="0"/>
          </a:xfrm>
          <a:prstGeom prst="line">
            <a:avLst/>
          </a:prstGeom>
          <a:ln w="22225">
            <a:solidFill>
              <a:srgbClr val="1B6BA8"/>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5" name="Connector 11">
            <a:extLst>
              <a:ext uri="{FF2B5EF4-FFF2-40B4-BE49-F238E27FC236}">
                <a16:creationId xmlns:a16="http://schemas.microsoft.com/office/drawing/2014/main" id="{A8F07888-264E-5AC6-0D1B-0DA9DEC4F039}"/>
              </a:ext>
            </a:extLst>
          </p:cNvPr>
          <p:cNvCxnSpPr>
            <a:cxnSpLocks/>
            <a:stCxn id="7" idx="3"/>
            <a:endCxn id="8" idx="1"/>
          </p:cNvCxnSpPr>
          <p:nvPr/>
        </p:nvCxnSpPr>
        <p:spPr>
          <a:xfrm>
            <a:off x="3749040" y="2537460"/>
            <a:ext cx="365760" cy="0"/>
          </a:xfrm>
          <a:prstGeom prst="line">
            <a:avLst/>
          </a:prstGeom>
          <a:ln w="22225">
            <a:solidFill>
              <a:srgbClr val="1B6BA8"/>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6" name="Connector 12">
            <a:extLst>
              <a:ext uri="{FF2B5EF4-FFF2-40B4-BE49-F238E27FC236}">
                <a16:creationId xmlns:a16="http://schemas.microsoft.com/office/drawing/2014/main" id="{CC806649-A588-38BC-8775-F96EF642DCBF}"/>
              </a:ext>
            </a:extLst>
          </p:cNvPr>
          <p:cNvCxnSpPr>
            <a:cxnSpLocks/>
            <a:stCxn id="9" idx="3"/>
            <a:endCxn id="10" idx="1"/>
          </p:cNvCxnSpPr>
          <p:nvPr/>
        </p:nvCxnSpPr>
        <p:spPr>
          <a:xfrm>
            <a:off x="3210338" y="4320540"/>
            <a:ext cx="721582" cy="0"/>
          </a:xfrm>
          <a:prstGeom prst="line">
            <a:avLst/>
          </a:prstGeom>
          <a:ln w="22225">
            <a:solidFill>
              <a:srgbClr val="E2622E"/>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7" name="Connector 13">
            <a:extLst>
              <a:ext uri="{FF2B5EF4-FFF2-40B4-BE49-F238E27FC236}">
                <a16:creationId xmlns:a16="http://schemas.microsoft.com/office/drawing/2014/main" id="{FE903A84-6ABA-21CB-A4C1-261870F5BF82}"/>
              </a:ext>
            </a:extLst>
          </p:cNvPr>
          <p:cNvCxnSpPr>
            <a:cxnSpLocks/>
            <a:stCxn id="8" idx="3"/>
          </p:cNvCxnSpPr>
          <p:nvPr/>
        </p:nvCxnSpPr>
        <p:spPr>
          <a:xfrm>
            <a:off x="5577840" y="2537460"/>
            <a:ext cx="1451114" cy="891540"/>
          </a:xfrm>
          <a:prstGeom prst="line">
            <a:avLst/>
          </a:prstGeom>
          <a:ln w="22225">
            <a:solidFill>
              <a:srgbClr val="1B6BA8"/>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8" name="Connector 14">
            <a:extLst>
              <a:ext uri="{FF2B5EF4-FFF2-40B4-BE49-F238E27FC236}">
                <a16:creationId xmlns:a16="http://schemas.microsoft.com/office/drawing/2014/main" id="{CB1F2E85-E7EB-9A04-1672-4D286FC07E4B}"/>
              </a:ext>
            </a:extLst>
          </p:cNvPr>
          <p:cNvCxnSpPr>
            <a:cxnSpLocks/>
            <a:stCxn id="10" idx="3"/>
          </p:cNvCxnSpPr>
          <p:nvPr/>
        </p:nvCxnSpPr>
        <p:spPr>
          <a:xfrm flipV="1">
            <a:off x="5577840" y="3727175"/>
            <a:ext cx="1451114" cy="593365"/>
          </a:xfrm>
          <a:prstGeom prst="line">
            <a:avLst/>
          </a:prstGeom>
          <a:ln w="22225">
            <a:solidFill>
              <a:srgbClr val="E2622E"/>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9" name="Connector 15">
            <a:extLst>
              <a:ext uri="{FF2B5EF4-FFF2-40B4-BE49-F238E27FC236}">
                <a16:creationId xmlns:a16="http://schemas.microsoft.com/office/drawing/2014/main" id="{C7341CA9-7E39-52B7-00F4-9419FCE2442E}"/>
              </a:ext>
            </a:extLst>
          </p:cNvPr>
          <p:cNvCxnSpPr/>
          <p:nvPr/>
        </p:nvCxnSpPr>
        <p:spPr>
          <a:xfrm>
            <a:off x="8217674" y="3543300"/>
            <a:ext cx="365759" cy="0"/>
          </a:xfrm>
          <a:prstGeom prst="line">
            <a:avLst/>
          </a:prstGeom>
          <a:ln w="22225">
            <a:solidFill>
              <a:srgbClr val="595959"/>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0" name="Connector 16">
            <a:extLst>
              <a:ext uri="{FF2B5EF4-FFF2-40B4-BE49-F238E27FC236}">
                <a16:creationId xmlns:a16="http://schemas.microsoft.com/office/drawing/2014/main" id="{62760713-FB0A-4487-1902-B1C6174F9AEA}"/>
              </a:ext>
            </a:extLst>
          </p:cNvPr>
          <p:cNvCxnSpPr/>
          <p:nvPr/>
        </p:nvCxnSpPr>
        <p:spPr>
          <a:xfrm>
            <a:off x="10320793" y="3543300"/>
            <a:ext cx="274321" cy="0"/>
          </a:xfrm>
          <a:prstGeom prst="line">
            <a:avLst/>
          </a:prstGeom>
          <a:ln w="22225">
            <a:solidFill>
              <a:srgbClr val="595959"/>
            </a:solidFill>
            <a:tailEnd type="triangle" w="med" len="med"/>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3305256227"/>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U-Net(1D CNN) 아키텍처 (AEC-128 단독)</a:t>
            </a:r>
          </a:p>
        </p:txBody>
      </p:sp>
      <p:sp>
        <p:nvSpPr>
          <p:cNvPr id="3" name="Rounded Rectangle 2"/>
          <p:cNvSpPr/>
          <p:nvPr/>
        </p:nvSpPr>
        <p:spPr>
          <a:xfrm>
            <a:off x="500000" y="1150000"/>
            <a:ext cx="2300000" cy="750000"/>
          </a:xfrm>
          <a:prstGeom prst="roundRect">
            <a:avLst/>
          </a:prstGeom>
          <a:solidFill>
            <a:srgbClr val="1B6BA8"/>
          </a:solidFill>
          <a:ln w="12700">
            <a:solidFill>
              <a:srgbClr val="FFFFFF"/>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defRPr sz="1300" b="1">
                <a:solidFill>
                  <a:srgbClr val="FFFFFF"/>
                </a:solidFill>
              </a:defRPr>
            </a:pPr>
            <a:r>
              <a:t>AEC 곡선</a:t>
            </a:r>
          </a:p>
          <a:p>
            <a:pPr algn="ctr">
              <a:defRPr sz="1300" b="1">
                <a:solidFill>
                  <a:srgbClr val="FFFFFF"/>
                </a:solidFill>
              </a:defRPr>
            </a:pPr>
            <a:r>
              <a:t>(128포인트)</a:t>
            </a:r>
          </a:p>
        </p:txBody>
      </p:sp>
      <p:sp>
        <p:nvSpPr>
          <p:cNvPr id="4" name="Rounded Rectangle 3"/>
          <p:cNvSpPr/>
          <p:nvPr/>
        </p:nvSpPr>
        <p:spPr>
          <a:xfrm>
            <a:off x="500000" y="2650000"/>
            <a:ext cx="2900000" cy="1000000"/>
          </a:xfrm>
          <a:prstGeom prst="roundRect">
            <a:avLst/>
          </a:prstGeom>
          <a:solidFill>
            <a:srgbClr val="1B6BA8"/>
          </a:solidFill>
          <a:ln w="12700">
            <a:solidFill>
              <a:srgbClr val="FFFFFF"/>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defRPr sz="1200" b="1">
                <a:solidFill>
                  <a:srgbClr val="FFFFFF"/>
                </a:solidFill>
              </a:defRPr>
            </a:pPr>
            <a:r>
              <a:t>Encoder: ConvBlock×depth+Pool</a:t>
            </a:r>
          </a:p>
          <a:p>
            <a:pPr algn="ctr">
              <a:defRPr sz="1200" b="1">
                <a:solidFill>
                  <a:srgbClr val="FFFFFF"/>
                </a:solidFill>
              </a:defRPr>
            </a:pPr>
            <a:r>
              <a:t>(채널 16→32→64, skip 저장)</a:t>
            </a:r>
          </a:p>
        </p:txBody>
      </p:sp>
      <p:sp>
        <p:nvSpPr>
          <p:cNvPr id="5" name="Rounded Rectangle 4"/>
          <p:cNvSpPr/>
          <p:nvPr/>
        </p:nvSpPr>
        <p:spPr>
          <a:xfrm>
            <a:off x="1000000" y="4550000"/>
            <a:ext cx="2300000" cy="900000"/>
          </a:xfrm>
          <a:prstGeom prst="roundRect">
            <a:avLst/>
          </a:prstGeom>
          <a:solidFill>
            <a:srgbClr val="1B6BA8"/>
          </a:solidFill>
          <a:ln w="12700">
            <a:solidFill>
              <a:srgbClr val="FFFFFF"/>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defRPr sz="1300" b="1">
                <a:solidFill>
                  <a:srgbClr val="FFFFFF"/>
                </a:solidFill>
              </a:defRPr>
            </a:pPr>
            <a:r>
              <a:t>Bottleneck</a:t>
            </a:r>
          </a:p>
          <a:p>
            <a:pPr algn="ctr">
              <a:defRPr sz="1300" b="1">
                <a:solidFill>
                  <a:srgbClr val="FFFFFF"/>
                </a:solidFill>
              </a:defRPr>
            </a:pPr>
            <a:r>
              <a:t>ConvBlock</a:t>
            </a:r>
          </a:p>
        </p:txBody>
      </p:sp>
      <p:sp>
        <p:nvSpPr>
          <p:cNvPr id="6" name="Rounded Rectangle 5"/>
          <p:cNvSpPr/>
          <p:nvPr/>
        </p:nvSpPr>
        <p:spPr>
          <a:xfrm>
            <a:off x="4200000" y="4550000"/>
            <a:ext cx="3700000" cy="900000"/>
          </a:xfrm>
          <a:prstGeom prst="roundRect">
            <a:avLst/>
          </a:prstGeom>
          <a:solidFill>
            <a:srgbClr val="1B6BA8"/>
          </a:solidFill>
          <a:ln w="12700">
            <a:solidFill>
              <a:srgbClr val="FFFFFF"/>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defRPr sz="1200" b="1">
                <a:solidFill>
                  <a:srgbClr val="FFFFFF"/>
                </a:solidFill>
              </a:defRPr>
            </a:pPr>
            <a:r>
              <a:t>Decoder: Upsample+Skip Concat×depth</a:t>
            </a:r>
          </a:p>
          <a:p>
            <a:pPr algn="ctr">
              <a:defRPr sz="1200" b="1">
                <a:solidFill>
                  <a:srgbClr val="FFFFFF"/>
                </a:solidFill>
              </a:defRPr>
            </a:pPr>
            <a:r>
              <a:t>(채널 64→32→16)</a:t>
            </a:r>
          </a:p>
        </p:txBody>
      </p:sp>
      <p:sp>
        <p:nvSpPr>
          <p:cNvPr id="7" name="Rounded Rectangle 6"/>
          <p:cNvSpPr/>
          <p:nvPr/>
        </p:nvSpPr>
        <p:spPr>
          <a:xfrm>
            <a:off x="8600000" y="2650000"/>
            <a:ext cx="2600000" cy="1000000"/>
          </a:xfrm>
          <a:prstGeom prst="roundRect">
            <a:avLst/>
          </a:prstGeom>
          <a:solidFill>
            <a:srgbClr val="595959"/>
          </a:solidFill>
          <a:ln w="12700">
            <a:solidFill>
              <a:srgbClr val="FFFFFF"/>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defRPr sz="1300" b="1">
                <a:solidFill>
                  <a:srgbClr val="FFFFFF"/>
                </a:solidFill>
              </a:defRPr>
            </a:pPr>
            <a:r>
              <a:t>전역평균풀링(GAP)</a:t>
            </a:r>
          </a:p>
          <a:p>
            <a:pPr algn="ctr">
              <a:defRPr sz="1300" b="1">
                <a:solidFill>
                  <a:srgbClr val="FFFFFF"/>
                </a:solidFill>
              </a:defRPr>
            </a:pPr>
            <a:r>
              <a:t>+ FC</a:t>
            </a:r>
          </a:p>
        </p:txBody>
      </p:sp>
      <p:sp>
        <p:nvSpPr>
          <p:cNvPr id="8" name="Rounded Rectangle 7"/>
          <p:cNvSpPr/>
          <p:nvPr/>
        </p:nvSpPr>
        <p:spPr>
          <a:xfrm>
            <a:off x="8600000" y="1150000"/>
            <a:ext cx="2600000" cy="750000"/>
          </a:xfrm>
          <a:prstGeom prst="roundRect">
            <a:avLst/>
          </a:prstGeom>
          <a:solidFill>
            <a:srgbClr val="2E8B57"/>
          </a:solidFill>
          <a:ln w="12700">
            <a:solidFill>
              <a:srgbClr val="FFFFFF"/>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defRPr sz="1300" b="1">
                <a:solidFill>
                  <a:srgbClr val="FFFFFF"/>
                </a:solidFill>
              </a:defRPr>
            </a:pPr>
            <a:r>
              <a:t>Output</a:t>
            </a:r>
          </a:p>
          <a:p>
            <a:pPr algn="ctr">
              <a:defRPr sz="1300" b="1">
                <a:solidFill>
                  <a:srgbClr val="FFFFFF"/>
                </a:solidFill>
              </a:defRPr>
            </a:pPr>
            <a:r>
              <a:t>P(질환)</a:t>
            </a:r>
          </a:p>
        </p:txBody>
      </p:sp>
      <p:cxnSp>
        <p:nvCxnSpPr>
          <p:cNvPr id="9" name="Connector 8"/>
          <p:cNvCxnSpPr/>
          <p:nvPr/>
        </p:nvCxnSpPr>
        <p:spPr>
          <a:xfrm>
            <a:off x="1650000" y="1900000"/>
            <a:ext cx="300000" cy="750000"/>
          </a:xfrm>
          <a:prstGeom prst="line">
            <a:avLst/>
          </a:prstGeom>
          <a:ln w="22225">
            <a:solidFill>
              <a:srgbClr val="1B6BA8"/>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1950000" y="3650000"/>
            <a:ext cx="200000" cy="900000"/>
          </a:xfrm>
          <a:prstGeom prst="line">
            <a:avLst/>
          </a:prstGeom>
          <a:ln w="22225">
            <a:solidFill>
              <a:srgbClr val="1B6BA8"/>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3300000" y="5000000"/>
            <a:ext cx="900000" cy="0"/>
          </a:xfrm>
          <a:prstGeom prst="line">
            <a:avLst/>
          </a:prstGeom>
          <a:ln w="22225">
            <a:solidFill>
              <a:srgbClr val="1B6BA8"/>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flipV="1">
            <a:off x="6050000" y="3650000"/>
            <a:ext cx="3850000" cy="900000"/>
          </a:xfrm>
          <a:prstGeom prst="line">
            <a:avLst/>
          </a:prstGeom>
          <a:ln w="22225">
            <a:solidFill>
              <a:srgbClr val="1B6BA8"/>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flipV="1">
            <a:off x="9900000" y="1900000"/>
            <a:ext cx="0" cy="750000"/>
          </a:xfrm>
          <a:prstGeom prst="line">
            <a:avLst/>
          </a:prstGeom>
          <a:ln w="22225">
            <a:solidFill>
              <a:srgbClr val="595959"/>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a:off x="3400000" y="3150000"/>
            <a:ext cx="800000" cy="1550000"/>
          </a:xfrm>
          <a:prstGeom prst="line">
            <a:avLst/>
          </a:prstGeom>
          <a:ln w="22225">
            <a:solidFill>
              <a:srgbClr val="888888"/>
            </a:solidFill>
            <a:tailEnd type="triangle" w="med" len="med"/>
          </a:ln>
        </p:spPr>
        <p:style>
          <a:lnRef idx="2">
            <a:schemeClr val="accent1"/>
          </a:lnRef>
          <a:fillRef idx="0">
            <a:schemeClr val="accent1"/>
          </a:fillRef>
          <a:effectRef idx="1">
            <a:schemeClr val="accent1"/>
          </a:effectRef>
          <a:fontRef idx="minor">
            <a:schemeClr val="tx1"/>
          </a:fontRef>
        </p:style>
      </p:cxnSp>
      <p:sp>
        <p:nvSpPr>
          <p:cNvPr id="15" name="TextBox 14"/>
          <p:cNvSpPr txBox="1"/>
          <p:nvPr/>
        </p:nvSpPr>
        <p:spPr>
          <a:xfrm>
            <a:off x="2900000" y="3550000"/>
            <a:ext cx="1600000" cy="400000"/>
          </a:xfrm>
          <a:prstGeom prst="rect">
            <a:avLst/>
          </a:prstGeom>
          <a:noFill/>
        </p:spPr>
        <p:txBody>
          <a:bodyPr wrap="none">
            <a:spAutoFit/>
          </a:bodyPr>
          <a:lstStyle/>
          <a:p>
            <a:pPr>
              <a:defRPr sz="1100" i="1">
                <a:solidFill>
                  <a:srgbClr val="595959"/>
                </a:solidFill>
              </a:defRPr>
            </a:pPr>
            <a:r>
              <a:t>skip connection</a:t>
            </a:r>
          </a:p>
        </p:txBody>
      </p:sp>
      <p:sp>
        <p:nvSpPr>
          <p:cNvPr id="16" name="TextBox 15"/>
          <p:cNvSpPr txBox="1"/>
          <p:nvPr/>
        </p:nvSpPr>
        <p:spPr>
          <a:xfrm>
            <a:off x="500000" y="5750000"/>
            <a:ext cx="11000000" cy="700000"/>
          </a:xfrm>
          <a:prstGeom prst="rect">
            <a:avLst/>
          </a:prstGeom>
          <a:noFill/>
        </p:spPr>
        <p:txBody>
          <a:bodyPr wrap="square">
            <a:spAutoFit/>
          </a:bodyPr>
          <a:lstStyle/>
          <a:p>
            <a:pPr>
              <a:defRPr sz="1100" i="1">
                <a:solidFill>
                  <a:srgbClr val="595959"/>
                </a:solidFill>
              </a:defRPr>
            </a:pPr>
            <a:r>
              <a:t>* clinic4(임상변수) 입력 없음 — AEC-128 곡선만으로 HTN/DM/CKD 예측. 입력 길이 128=2^7이라 depth 3~4단계 pooling/upsampling이 나머지 없이 정확히 맞아떨어짐.</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8991D5F-15BA-9C82-2160-B2287EB503AA}"/>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87194470-FA0F-9DD7-3B37-E152815B54A3}"/>
              </a:ext>
            </a:extLst>
          </p:cNvPr>
          <p:cNvSpPr>
            <a:spLocks noGrp="1"/>
          </p:cNvSpPr>
          <p:nvPr>
            <p:ph type="title"/>
          </p:nvPr>
        </p:nvSpPr>
        <p:spPr>
          <a:xfrm>
            <a:off x="508000" y="365126"/>
            <a:ext cx="11176000" cy="532342"/>
          </a:xfrm>
        </p:spPr>
        <p:txBody>
          <a:bodyPr/>
          <a:lstStyle/>
          <a:p>
            <a:r>
              <a:t>DM 기준 모델 비교</a:t>
            </a:r>
          </a:p>
        </p:txBody>
      </p:sp>
      <p:sp>
        <p:nvSpPr>
          <p:cNvPr id="5" name="Content Placeholder 2">
            <a:extLst>
              <a:ext uri="{FF2B5EF4-FFF2-40B4-BE49-F238E27FC236}">
                <a16:creationId xmlns:a16="http://schemas.microsoft.com/office/drawing/2014/main" id="{C3DCCAB6-35E8-C677-C24F-4B77FB79FEC7}"/>
              </a:ext>
            </a:extLst>
          </p:cNvPr>
          <p:cNvSpPr>
            <a:spLocks noGrp="1"/>
          </p:cNvSpPr>
          <p:nvPr>
            <p:ph idx="1"/>
          </p:nvPr>
        </p:nvSpPr>
        <p:spPr>
          <a:xfrm>
            <a:off x="508000" y="897468"/>
            <a:ext cx="11176000" cy="5063066"/>
          </a:xfrm>
        </p:spPr>
        <p:txBody>
          <a:bodyPr wrap="square"/>
          <a:lstStyle/>
          <a:p>
            <a:r>
              <a:t>clinic4+VAT+SAT+AEC(FPCA) 최고 AUC (internal 0.735 / external 0.686)</a:t>
            </a:r>
          </a:p>
          <a:p>
            <a:r>
              <a:t>clinic4 대비 개선: internal +0.013 (p=0.116, n.s.) / external +0.020 (p=0.035)</a:t>
            </a:r>
          </a:p>
          <a:p>
            <a:r>
              <a:t>1D CNN·TCN·U-Net 등 대안 AEC 표현법 전부 FPCA 미달</a:t>
            </a:r>
          </a:p>
          <a:p>
            <a:r>
              <a:t>AEC-128 단독(clinic4 제외)은 clinic4보다 유의하게 열등 (external p&lt;0.001)</a:t>
            </a:r>
          </a:p>
        </p:txBody>
      </p:sp>
      <p:pic>
        <p:nvPicPr>
          <p:cNvPr id="6" name="Picture 5" descr="dm_model_comparison.png"/>
          <p:cNvPicPr>
            <a:picLocks noChangeAspect="1"/>
          </p:cNvPicPr>
          <p:nvPr/>
        </p:nvPicPr>
        <p:blipFill>
          <a:blip r:embed="rId3"/>
          <a:stretch>
            <a:fillRect/>
          </a:stretch>
        </p:blipFill>
        <p:spPr>
          <a:xfrm>
            <a:off x="2604935" y="2793427"/>
            <a:ext cx="6982129" cy="3124230"/>
          </a:xfrm>
          <a:prstGeom prst="rect">
            <a:avLst/>
          </a:prstGeom>
        </p:spPr>
      </p:pic>
    </p:spTree>
    <p:extLst>
      <p:ext uri="{BB962C8B-B14F-4D97-AF65-F5344CB8AC3E}">
        <p14:creationId xmlns:p14="http://schemas.microsoft.com/office/powerpoint/2010/main" val="3236131745"/>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508000" y="365126"/>
            <a:ext cx="11176000" cy="532342"/>
          </a:xfrm>
        </p:spPr>
        <p:txBody>
          <a:bodyPr/>
          <a:lstStyle/>
          <a:p>
            <a:r>
              <a:t>결론</a:t>
            </a:r>
          </a:p>
        </p:txBody>
      </p:sp>
      <p:sp>
        <p:nvSpPr>
          <p:cNvPr id="3" name="Content Placeholder 2"/>
          <p:cNvSpPr>
            <a:spLocks noGrp="1"/>
          </p:cNvSpPr>
          <p:nvPr>
            <p:ph idx="1"/>
          </p:nvPr>
        </p:nvSpPr>
        <p:spPr>
          <a:xfrm>
            <a:off x="508000" y="897468"/>
            <a:ext cx="11176000" cy="5063066"/>
          </a:xfrm>
        </p:spPr>
        <p:txBody>
          <a:bodyPr wrap="square"/>
          <a:lstStyle/>
          <a:p>
            <a:pPr>
              <a:spcAft>
                <a:spcPts val="1000"/>
              </a:spcAft>
            </a:pPr>
            <a:r>
              <a:rPr lang="en-US"/>
              <a:t>Best</a:t>
            </a:r>
            <a:r>
              <a:t> </a:t>
            </a:r>
            <a:r>
              <a:rPr dirty="0" err="1"/>
              <a:t>모델</a:t>
            </a:r>
            <a:r>
              <a:rPr dirty="0"/>
              <a:t>: clinic4+VAT+SAT+AEC(FPCA) — DM AUC internal 0.735 / external 0.686</a:t>
            </a:r>
          </a:p>
          <a:p>
            <a:r>
              <a:rPr dirty="0"/>
              <a:t>clinic4 </a:t>
            </a:r>
            <a:r>
              <a:rPr dirty="0" err="1"/>
              <a:t>대비</a:t>
            </a:r>
            <a:r>
              <a:rPr dirty="0"/>
              <a:t> </a:t>
            </a:r>
            <a:r>
              <a:rPr dirty="0" err="1"/>
              <a:t>개선</a:t>
            </a:r>
            <a:r>
              <a:rPr dirty="0"/>
              <a:t>: internal +0.013 (p=0.116, </a:t>
            </a:r>
            <a:r>
              <a:rPr dirty="0" err="1"/>
              <a:t>n.s</a:t>
            </a:r>
            <a:r>
              <a:rPr dirty="0"/>
              <a:t>.) / external +0.020 (p=0.035, </a:t>
            </a:r>
            <a:r>
              <a:rPr dirty="0" err="1"/>
              <a:t>사전계획</a:t>
            </a:r>
            <a:r>
              <a:rPr dirty="0"/>
              <a:t> </a:t>
            </a:r>
            <a:r>
              <a:rPr dirty="0" err="1"/>
              <a:t>비교군</a:t>
            </a:r>
            <a:r>
              <a:rPr dirty="0"/>
              <a:t> </a:t>
            </a:r>
            <a:r>
              <a:rPr dirty="0" err="1"/>
              <a:t>아님</a:t>
            </a:r>
            <a:r>
              <a:rPr dirty="0"/>
              <a:t>)</a:t>
            </a:r>
          </a:p>
          <a:p>
            <a:r>
              <a:rPr dirty="0"/>
              <a:t>27개 </a:t>
            </a:r>
            <a:r>
              <a:rPr dirty="0" err="1"/>
              <a:t>방법론</a:t>
            </a:r>
            <a:r>
              <a:rPr dirty="0"/>
              <a:t>(fusion 4·아키텍처10·전처리9·근육조성/이미지2·TCN·U-Net) 중 </a:t>
            </a:r>
            <a:r>
              <a:rPr dirty="0" err="1"/>
              <a:t>FPCA를</a:t>
            </a:r>
            <a:r>
              <a:rPr dirty="0"/>
              <a:t> </a:t>
            </a:r>
            <a:r>
              <a:rPr dirty="0" err="1"/>
              <a:t>능가한</a:t>
            </a:r>
            <a:r>
              <a:rPr dirty="0"/>
              <a:t> </a:t>
            </a:r>
            <a:r>
              <a:rPr dirty="0" err="1"/>
              <a:t>방법</a:t>
            </a:r>
            <a:r>
              <a:rPr dirty="0"/>
              <a:t> 0건</a:t>
            </a:r>
          </a:p>
          <a:p>
            <a:r>
              <a:rPr dirty="0"/>
              <a:t>AEC-128 </a:t>
            </a:r>
            <a:r>
              <a:rPr dirty="0" err="1"/>
              <a:t>단독</a:t>
            </a:r>
            <a:r>
              <a:rPr dirty="0"/>
              <a:t> </a:t>
            </a:r>
            <a:r>
              <a:rPr dirty="0" err="1"/>
              <a:t>입력</a:t>
            </a:r>
            <a:r>
              <a:rPr dirty="0"/>
              <a:t>(clinic4 </a:t>
            </a:r>
            <a:r>
              <a:rPr dirty="0" err="1"/>
              <a:t>제외</a:t>
            </a:r>
            <a:r>
              <a:rPr dirty="0"/>
              <a:t>)은 clinic4보다 </a:t>
            </a:r>
            <a:r>
              <a:rPr dirty="0" err="1"/>
              <a:t>유의하게</a:t>
            </a:r>
            <a:r>
              <a:rPr dirty="0"/>
              <a:t> </a:t>
            </a:r>
            <a:r>
              <a:rPr dirty="0" err="1"/>
              <a:t>열등</a:t>
            </a:r>
            <a:r>
              <a:rPr dirty="0"/>
              <a:t> → </a:t>
            </a:r>
            <a:r>
              <a:rPr dirty="0" err="1"/>
              <a:t>AEC는</a:t>
            </a:r>
            <a:r>
              <a:rPr dirty="0"/>
              <a:t> </a:t>
            </a:r>
            <a:r>
              <a:rPr dirty="0" err="1"/>
              <a:t>대체가</a:t>
            </a:r>
            <a:r>
              <a:rPr dirty="0"/>
              <a:t> </a:t>
            </a:r>
            <a:r>
              <a:rPr dirty="0" err="1"/>
              <a:t>아닌</a:t>
            </a:r>
            <a:r>
              <a:rPr dirty="0"/>
              <a:t> </a:t>
            </a:r>
            <a:r>
              <a:rPr dirty="0" err="1"/>
              <a:t>보조</a:t>
            </a:r>
            <a:r>
              <a:rPr dirty="0"/>
              <a:t> </a:t>
            </a:r>
            <a:r>
              <a:rPr dirty="0" err="1"/>
              <a:t>신호</a:t>
            </a:r>
            <a:endParaRPr dirty="0"/>
          </a:p>
          <a:p>
            <a:r>
              <a:rPr dirty="0" err="1"/>
              <a:t>결론</a:t>
            </a:r>
            <a:r>
              <a:rPr dirty="0"/>
              <a:t>: clinic4+VAT+SAT+AEC(FPCA)를 현 </a:t>
            </a:r>
            <a:r>
              <a:rPr dirty="0" err="1"/>
              <a:t>시점</a:t>
            </a:r>
            <a:r>
              <a:rPr dirty="0"/>
              <a:t> </a:t>
            </a:r>
            <a:r>
              <a:rPr dirty="0" err="1"/>
              <a:t>최종</a:t>
            </a:r>
            <a:r>
              <a:rPr dirty="0"/>
              <a:t> </a:t>
            </a:r>
            <a:r>
              <a:rPr dirty="0" err="1"/>
              <a:t>모델로</a:t>
            </a:r>
            <a:r>
              <a:rPr dirty="0"/>
              <a:t> </a:t>
            </a:r>
            <a:r>
              <a:rPr dirty="0" err="1"/>
              <a:t>채택</a:t>
            </a:r>
            <a:r>
              <a:rPr dirty="0"/>
              <a:t>, </a:t>
            </a:r>
            <a:r>
              <a:rPr dirty="0" err="1"/>
              <a:t>우월성</a:t>
            </a:r>
            <a:r>
              <a:rPr dirty="0"/>
              <a:t> </a:t>
            </a:r>
            <a:r>
              <a:rPr dirty="0" err="1"/>
              <a:t>대신</a:t>
            </a:r>
            <a:r>
              <a:rPr dirty="0"/>
              <a:t> </a:t>
            </a:r>
            <a:r>
              <a:rPr dirty="0" err="1"/>
              <a:t>비열등성</a:t>
            </a:r>
            <a:r>
              <a:rPr dirty="0"/>
              <a:t>(</a:t>
            </a:r>
            <a:r>
              <a:rPr dirty="0" err="1"/>
              <a:t>세그멘테이션</a:t>
            </a:r>
            <a:r>
              <a:rPr dirty="0"/>
              <a:t> </a:t>
            </a:r>
            <a:r>
              <a:rPr dirty="0" err="1"/>
              <a:t>대체</a:t>
            </a:r>
            <a:r>
              <a:rPr dirty="0"/>
              <a:t>) </a:t>
            </a:r>
            <a:r>
              <a:rPr dirty="0" err="1"/>
              <a:t>프레임</a:t>
            </a:r>
            <a:r>
              <a:rPr dirty="0"/>
              <a:t> </a:t>
            </a:r>
            <a:r>
              <a:rPr dirty="0" err="1"/>
              <a:t>병행</a:t>
            </a:r>
            <a:endParaRPr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descr="scratch_image18.png"/>
          <p:cNvPicPr>
            <a:picLocks noChangeAspect="1"/>
          </p:cNvPicPr>
          <p:nvPr/>
        </p:nvPicPr>
        <p:blipFill>
          <a:blip r:embed="rId3"/>
          <a:stretch>
            <a:fillRect/>
          </a:stretch>
        </p:blipFill>
        <p:spPr>
          <a:xfrm>
            <a:off x="0" y="0"/>
            <a:ext cx="12192000" cy="6858000"/>
          </a:xfrm>
          <a:prstGeom prst="rect">
            <a:avLst/>
          </a:prstGeom>
        </p:spPr>
      </p:pic>
    </p:spTree>
  </p:cSld>
  <p:clrMapOvr>
    <a:masterClrMapping/>
  </p:clrMapOvr>
</p:sld>
</file>

<file path=ppt/theme/theme1.xml><?xml version="1.0" encoding="utf-8"?>
<a:theme xmlns:a="http://schemas.openxmlformats.org/drawingml/2006/main" name="Office 테마">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맑은 고딕"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맑은 고딕"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테마">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맑은 고딕"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맑은 고딕"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webextensions/_rels/taskpanes.xml.rels><?xml version="1.0" encoding="UTF-8" standalone="yes"?>
<Relationships xmlns="http://schemas.openxmlformats.org/package/2006/relationships"><Relationship Id="rId1" Type="http://schemas.microsoft.com/office/2011/relationships/webextension" Target="webextension1.xml"/></Relationships>
</file>

<file path=ppt/webextensions/taskpanes.xml><?xml version="1.0" encoding="utf-8"?>
<wetp:taskpanes xmlns:wetp="http://schemas.microsoft.com/office/webextensions/taskpanes/2010/11">
  <wetp:taskpane dockstate="right" visibility="0" width="350" row="0">
    <wetp:webextensionref xmlns:r="http://schemas.openxmlformats.org/officeDocument/2006/relationships" r:id="rId1"/>
  </wetp:taskpane>
</wetp:taskpanes>
</file>

<file path=ppt/webextensions/webextension1.xml><?xml version="1.0" encoding="utf-8"?>
<we:webextension xmlns:we="http://schemas.microsoft.com/office/webextensions/webextension/2010/11" id="{D1A4B9BE-6ABB-4644-A858-A1BE01A7D227}">
  <we:reference id="wa200010725" version="1.0.0.1" store="ko-KR" storeType="OMEX"/>
  <we:alternateReferences>
    <we:reference id="WA200010725" version="1.0.0.1" store="WA200010725" storeType="OMEX"/>
  </we:alternateReferences>
  <we:properties>
    <we:property name="claude.fileId" value="&quot;b67ecc52-606c-4d9b-921c-389ac737e610&quot;"/>
  </we:properties>
  <we:bindings/>
  <we:snapshot xmlns:r="http://schemas.openxmlformats.org/officeDocument/2006/relationships"/>
</we:webextension>
</file>

<file path=docProps/app.xml><?xml version="1.0" encoding="utf-8"?>
<Properties xmlns="http://schemas.openxmlformats.org/officeDocument/2006/extended-properties" xmlns:vt="http://schemas.openxmlformats.org/officeDocument/2006/docPropsVTypes">
  <TotalTime>7128</TotalTime>
  <Words>1563</Words>
  <Application>Microsoft Office PowerPoint</Application>
  <PresentationFormat>와이드스크린</PresentationFormat>
  <Paragraphs>92</Paragraphs>
  <Slides>9</Slides>
  <Notes>9</Notes>
  <HiddenSlides>0</HiddenSlides>
  <MMClips>0</MMClips>
  <ScaleCrop>false</ScaleCrop>
  <HeadingPairs>
    <vt:vector size="6" baseType="variant">
      <vt:variant>
        <vt:lpstr>사용한 글꼴</vt:lpstr>
      </vt:variant>
      <vt:variant>
        <vt:i4>3</vt:i4>
      </vt:variant>
      <vt:variant>
        <vt:lpstr>테마</vt:lpstr>
      </vt:variant>
      <vt:variant>
        <vt:i4>1</vt:i4>
      </vt:variant>
      <vt:variant>
        <vt:lpstr>슬라이드 제목</vt:lpstr>
      </vt:variant>
      <vt:variant>
        <vt:i4>9</vt:i4>
      </vt:variant>
    </vt:vector>
  </HeadingPairs>
  <TitlesOfParts>
    <vt:vector size="13" baseType="lpstr">
      <vt:lpstr>KoPub돋움체 Bold</vt:lpstr>
      <vt:lpstr>Arial</vt:lpstr>
      <vt:lpstr>KoPub돋움체 Medium</vt:lpstr>
      <vt:lpstr>Office 테마</vt:lpstr>
      <vt:lpstr>PowerPoint 프레젠테이션</vt:lpstr>
      <vt:lpstr>목차</vt:lpstr>
      <vt:lpstr>연구 배경 및 방법</vt:lpstr>
      <vt:lpstr>연구 여정 요약</vt:lpstr>
      <vt:lpstr>1D CNN 아키텍처</vt:lpstr>
      <vt:lpstr>U-Net(1D CNN) 아키텍처 (AEC-128 단독)</vt:lpstr>
      <vt:lpstr>DM 기준 모델 비교</vt:lpstr>
      <vt:lpstr>결론</vt:lpstr>
      <vt:lpstr>PowerPoint 프레젠테이션</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프레젠테이션</dc:title>
  <dc:creator>전장훈</dc:creator>
  <cp:lastModifiedBy>전장훈</cp:lastModifiedBy>
  <cp:revision>686</cp:revision>
  <dcterms:created xsi:type="dcterms:W3CDTF">2026-04-09T07:05:16Z</dcterms:created>
  <dcterms:modified xsi:type="dcterms:W3CDTF">2026-09-03T08:36:38Z</dcterms:modified>
</cp:coreProperties>
</file>
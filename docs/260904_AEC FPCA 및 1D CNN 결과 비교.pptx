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488" r:id="rId4"/>
    <p:sldId id="494" r:id="rId5"/>
    <p:sldId id="496" r:id="rId6"/>
    <p:sldId id="497" r:id="rId7"/>
    <p:sldId id="498" r:id="rId8"/>
    <p:sldId id="499" r:id="rId9"/>
    <p:sldId id="501" r:id="rId10"/>
    <p:sldId id="500" r:id="rId11"/>
    <p:sldId id="491" r:id="rId12"/>
    <p:sldId id="487" r:id="rId13"/>
  </p:sldIdLst>
  <p:sldSz cx="12192000" cy="6858000"/>
  <p:notesSz cx="6858000" cy="9144000"/>
  <p:embeddedFontLst>
    <p:embeddedFont>
      <p:font typeface="KoPub돋움체 Bold" panose="020B0600000101010101" charset="-127"/>
      <p:bold r:id="rId15"/>
    </p:embeddedFont>
    <p:embeddedFont>
      <p:font typeface="KoPub돋움체 Medium" panose="020B0600000101010101" charset="-127"/>
      <p:regular r:id="rId1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097B6DF2-66C3-4074-9053-F9AA00FED5D5}">
          <p14:sldIdLst>
            <p14:sldId id="256"/>
            <p14:sldId id="257"/>
            <p14:sldId id="488"/>
            <p14:sldId id="494"/>
            <p14:sldId id="496"/>
            <p14:sldId id="497"/>
            <p14:sldId id="498"/>
            <p14:sldId id="499"/>
            <p14:sldId id="501"/>
            <p14:sldId id="500"/>
            <p14:sldId id="491"/>
            <p14:sldId id="487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전장훈" initials="전" lastIdx="19" clrIdx="0">
    <p:extLst>
      <p:ext uri="{19B8F6BF-5375-455C-9EA6-DF929625EA0E}">
        <p15:presenceInfo xmlns:p15="http://schemas.microsoft.com/office/powerpoint/2012/main" userId="전장훈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F5597"/>
    <a:srgbClr val="5C7DD0"/>
    <a:srgbClr val="1F346B"/>
    <a:srgbClr val="023670"/>
    <a:srgbClr val="17A5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7152" autoAdjust="0"/>
  </p:normalViewPr>
  <p:slideViewPr>
    <p:cSldViewPr snapToGrid="0">
      <p:cViewPr varScale="1">
        <p:scale>
          <a:sx n="88" d="100"/>
          <a:sy n="88" d="100"/>
        </p:scale>
        <p:origin x="213" y="5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ghoon jun" userId="056a5883350c2f5e" providerId="LiveId" clId="{6DA654A6-03B0-40F7-A259-B276216985A6}"/>
    <pc:docChg chg="undo redo custSel addSld delSld modSld sldOrd modSection">
      <pc:chgData name="janghoon jun" userId="056a5883350c2f5e" providerId="LiveId" clId="{6DA654A6-03B0-40F7-A259-B276216985A6}" dt="2026-09-04T03:41:23.035" v="4338" actId="14100"/>
      <pc:docMkLst>
        <pc:docMk/>
      </pc:docMkLst>
      <pc:sldChg chg="modSp mod modNotes modNotesTx">
        <pc:chgData name="janghoon jun" userId="056a5883350c2f5e" providerId="LiveId" clId="{6DA654A6-03B0-40F7-A259-B276216985A6}" dt="2026-09-02T02:35:51.383" v="3706" actId="20577"/>
        <pc:sldMkLst>
          <pc:docMk/>
          <pc:sldMk cId="0" sldId="256"/>
        </pc:sldMkLst>
        <pc:spChg chg="mod">
          <ac:chgData name="janghoon jun" userId="056a5883350c2f5e" providerId="LiveId" clId="{6DA654A6-03B0-40F7-A259-B276216985A6}" dt="2026-09-02T02:35:44.400" v="3696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02T02:35:51.383" v="3706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mod chgLayout modNotes modNotesTx">
        <pc:chgData name="janghoon jun" userId="056a5883350c2f5e" providerId="LiveId" clId="{6DA654A6-03B0-40F7-A259-B276216985A6}" dt="2026-09-03T06:33:07.388" v="3860" actId="6549"/>
        <pc:sldMkLst>
          <pc:docMk/>
          <pc:sldMk cId="0" sldId="257"/>
        </pc:sldMkLst>
        <pc:spChg chg="mod ord">
          <ac:chgData name="janghoon jun" userId="056a5883350c2f5e" providerId="LiveId" clId="{6DA654A6-03B0-40F7-A259-B276216985A6}" dt="2026-09-02T02:37:45.894" v="3728" actId="6549"/>
          <ac:spMkLst>
            <pc:docMk/>
            <pc:sldMk cId="0" sldId="257"/>
            <ac:spMk id="2" creationId="{00000000-0000-0000-0000-000000000000}"/>
          </ac:spMkLst>
        </pc:spChg>
        <pc:spChg chg="add mod ord">
          <ac:chgData name="janghoon jun" userId="056a5883350c2f5e" providerId="LiveId" clId="{6DA654A6-03B0-40F7-A259-B276216985A6}" dt="2026-09-03T06:33:02.811" v="3859" actId="20577"/>
          <ac:spMkLst>
            <pc:docMk/>
            <pc:sldMk cId="0" sldId="257"/>
            <ac:spMk id="12" creationId="{FB6B5539-CC2D-F932-DAA3-12E2A40E7236}"/>
          </ac:spMkLst>
        </pc:spChg>
      </pc:sldChg>
      <pc:sldChg chg="add modNotes">
        <pc:chgData name="janghoon jun" userId="056a5883350c2f5e" providerId="LiveId" clId="{6DA654A6-03B0-40F7-A259-B276216985A6}" dt="2026-09-02T02:37:32.227" v="3724" actId="368"/>
        <pc:sldMkLst>
          <pc:docMk/>
          <pc:sldMk cId="0" sldId="487"/>
        </pc:sldMkLst>
      </pc:sldChg>
      <pc:sldChg chg="modSp del mod ord modNotes">
        <pc:chgData name="janghoon jun" userId="056a5883350c2f5e" providerId="LiveId" clId="{6DA654A6-03B0-40F7-A259-B276216985A6}" dt="2026-09-03T06:32:29.769" v="3815" actId="47"/>
        <pc:sldMkLst>
          <pc:docMk/>
          <pc:sldMk cId="0" sldId="488"/>
        </pc:sldMkLst>
      </pc:sldChg>
      <pc:sldChg chg="modSp del mod">
        <pc:chgData name="janghoon jun" userId="056a5883350c2f5e" providerId="LiveId" clId="{6DA654A6-03B0-40F7-A259-B276216985A6}" dt="2026-09-03T06:50:01.332" v="3881" actId="47"/>
        <pc:sldMkLst>
          <pc:docMk/>
          <pc:sldMk cId="0" sldId="489"/>
        </pc:sldMkLst>
        <pc:spChg chg="mod">
          <ac:chgData name="janghoon jun" userId="056a5883350c2f5e" providerId="LiveId" clId="{6DA654A6-03B0-40F7-A259-B276216985A6}" dt="2026-09-03T06:49:37.599" v="3875" actId="27636"/>
          <ac:spMkLst>
            <pc:docMk/>
            <pc:sldMk cId="0" sldId="489"/>
            <ac:spMk id="2" creationId="{00000000-0000-0000-0000-000000000000}"/>
          </ac:spMkLst>
        </pc:spChg>
        <pc:spChg chg="mod">
          <ac:chgData name="janghoon jun" userId="056a5883350c2f5e" providerId="LiveId" clId="{6DA654A6-03B0-40F7-A259-B276216985A6}" dt="2026-09-03T06:42:37.490" v="3864" actId="1076"/>
          <ac:spMkLst>
            <pc:docMk/>
            <pc:sldMk cId="0" sldId="489"/>
            <ac:spMk id="3" creationId="{00000000-0000-0000-0000-000000000000}"/>
          </ac:spMkLst>
        </pc:spChg>
        <pc:spChg chg="mod">
          <ac:chgData name="janghoon jun" userId="056a5883350c2f5e" providerId="LiveId" clId="{6DA654A6-03B0-40F7-A259-B276216985A6}" dt="2026-09-03T06:42:37.490" v="3864" actId="1076"/>
          <ac:spMkLst>
            <pc:docMk/>
            <pc:sldMk cId="0" sldId="489"/>
            <ac:spMk id="4" creationId="{00000000-0000-0000-0000-000000000000}"/>
          </ac:spMkLst>
        </pc:spChg>
        <pc:spChg chg="mod">
          <ac:chgData name="janghoon jun" userId="056a5883350c2f5e" providerId="LiveId" clId="{6DA654A6-03B0-40F7-A259-B276216985A6}" dt="2026-09-03T06:42:37.490" v="3864" actId="1076"/>
          <ac:spMkLst>
            <pc:docMk/>
            <pc:sldMk cId="0" sldId="489"/>
            <ac:spMk id="5" creationId="{00000000-0000-0000-0000-000000000000}"/>
          </ac:spMkLst>
        </pc:spChg>
        <pc:spChg chg="mod">
          <ac:chgData name="janghoon jun" userId="056a5883350c2f5e" providerId="LiveId" clId="{6DA654A6-03B0-40F7-A259-B276216985A6}" dt="2026-09-03T06:42:13.005" v="3861" actId="1076"/>
          <ac:spMkLst>
            <pc:docMk/>
            <pc:sldMk cId="0" sldId="489"/>
            <ac:spMk id="8" creationId="{00000000-0000-0000-0000-000000000000}"/>
          </ac:spMkLst>
        </pc:spChg>
        <pc:spChg chg="mod">
          <ac:chgData name="janghoon jun" userId="056a5883350c2f5e" providerId="LiveId" clId="{6DA654A6-03B0-40F7-A259-B276216985A6}" dt="2026-09-03T06:42:13.005" v="3861" actId="1076"/>
          <ac:spMkLst>
            <pc:docMk/>
            <pc:sldMk cId="0" sldId="489"/>
            <ac:spMk id="9" creationId="{00000000-0000-0000-0000-000000000000}"/>
          </ac:spMkLst>
        </pc:spChg>
        <pc:spChg chg="mod">
          <ac:chgData name="janghoon jun" userId="056a5883350c2f5e" providerId="LiveId" clId="{6DA654A6-03B0-40F7-A259-B276216985A6}" dt="2026-09-03T06:42:13.005" v="3861" actId="1076"/>
          <ac:spMkLst>
            <pc:docMk/>
            <pc:sldMk cId="0" sldId="489"/>
            <ac:spMk id="10" creationId="{00000000-0000-0000-0000-000000000000}"/>
          </ac:spMkLst>
        </pc:spChg>
        <pc:cxnChg chg="mod">
          <ac:chgData name="janghoon jun" userId="056a5883350c2f5e" providerId="LiveId" clId="{6DA654A6-03B0-40F7-A259-B276216985A6}" dt="2026-09-03T06:42:51.794" v="3871" actId="14100"/>
          <ac:cxnSpMkLst>
            <pc:docMk/>
            <pc:sldMk cId="0" sldId="489"/>
            <ac:cxnSpMk id="11" creationId="{00000000-0000-0000-0000-000000000000}"/>
          </ac:cxnSpMkLst>
        </pc:cxnChg>
        <pc:cxnChg chg="mod">
          <ac:chgData name="janghoon jun" userId="056a5883350c2f5e" providerId="LiveId" clId="{6DA654A6-03B0-40F7-A259-B276216985A6}" dt="2026-09-03T06:42:55.896" v="3873" actId="14100"/>
          <ac:cxnSpMkLst>
            <pc:docMk/>
            <pc:sldMk cId="0" sldId="489"/>
            <ac:cxnSpMk id="12" creationId="{00000000-0000-0000-0000-000000000000}"/>
          </ac:cxnSpMkLst>
        </pc:cxnChg>
        <pc:cxnChg chg="mod">
          <ac:chgData name="janghoon jun" userId="056a5883350c2f5e" providerId="LiveId" clId="{6DA654A6-03B0-40F7-A259-B276216985A6}" dt="2026-09-03T06:42:47.143" v="3869" actId="14100"/>
          <ac:cxnSpMkLst>
            <pc:docMk/>
            <pc:sldMk cId="0" sldId="489"/>
            <ac:cxnSpMk id="13" creationId="{00000000-0000-0000-0000-000000000000}"/>
          </ac:cxnSpMkLst>
        </pc:cxnChg>
        <pc:cxnChg chg="mod">
          <ac:chgData name="janghoon jun" userId="056a5883350c2f5e" providerId="LiveId" clId="{6DA654A6-03B0-40F7-A259-B276216985A6}" dt="2026-09-03T06:42:40.206" v="3865" actId="14100"/>
          <ac:cxnSpMkLst>
            <pc:docMk/>
            <pc:sldMk cId="0" sldId="489"/>
            <ac:cxnSpMk id="14" creationId="{00000000-0000-0000-0000-000000000000}"/>
          </ac:cxnSpMkLst>
        </pc:cxnChg>
        <pc:cxnChg chg="mod">
          <ac:chgData name="janghoon jun" userId="056a5883350c2f5e" providerId="LiveId" clId="{6DA654A6-03B0-40F7-A259-B276216985A6}" dt="2026-09-03T06:42:43.124" v="3866" actId="14100"/>
          <ac:cxnSpMkLst>
            <pc:docMk/>
            <pc:sldMk cId="0" sldId="489"/>
            <ac:cxnSpMk id="15" creationId="{00000000-0000-0000-0000-000000000000}"/>
          </ac:cxnSpMkLst>
        </pc:cxnChg>
        <pc:cxnChg chg="mod">
          <ac:chgData name="janghoon jun" userId="056a5883350c2f5e" providerId="LiveId" clId="{6DA654A6-03B0-40F7-A259-B276216985A6}" dt="2026-09-03T06:42:13.005" v="3861" actId="1076"/>
          <ac:cxnSpMkLst>
            <pc:docMk/>
            <pc:sldMk cId="0" sldId="489"/>
            <ac:cxnSpMk id="16" creationId="{00000000-0000-0000-0000-000000000000}"/>
          </ac:cxnSpMkLst>
        </pc:cxnChg>
        <pc:cxnChg chg="mod">
          <ac:chgData name="janghoon jun" userId="056a5883350c2f5e" providerId="LiveId" clId="{6DA654A6-03B0-40F7-A259-B276216985A6}" dt="2026-09-03T06:42:13.005" v="3861" actId="1076"/>
          <ac:cxnSpMkLst>
            <pc:docMk/>
            <pc:sldMk cId="0" sldId="489"/>
            <ac:cxnSpMk id="17" creationId="{00000000-0000-0000-0000-000000000000}"/>
          </ac:cxnSpMkLst>
        </pc:cxnChg>
      </pc:sldChg>
      <pc:sldChg chg="delSp modSp del mod modNotes">
        <pc:chgData name="janghoon jun" userId="056a5883350c2f5e" providerId="LiveId" clId="{6DA654A6-03B0-40F7-A259-B276216985A6}" dt="2026-09-03T06:51:11.054" v="3899" actId="47"/>
        <pc:sldMkLst>
          <pc:docMk/>
          <pc:sldMk cId="0" sldId="490"/>
        </pc:sldMkLst>
        <pc:spChg chg="mod">
          <ac:chgData name="janghoon jun" userId="056a5883350c2f5e" providerId="LiveId" clId="{6DA654A6-03B0-40F7-A259-B276216985A6}" dt="2026-09-03T06:49:37.600" v="3876" actId="27636"/>
          <ac:spMkLst>
            <pc:docMk/>
            <pc:sldMk cId="0" sldId="490"/>
            <ac:spMk id="2" creationId="{00000000-0000-0000-0000-000000000000}"/>
          </ac:spMkLst>
        </pc:spChg>
        <pc:spChg chg="del mod">
          <ac:chgData name="janghoon jun" userId="056a5883350c2f5e" providerId="LiveId" clId="{6DA654A6-03B0-40F7-A259-B276216985A6}" dt="2026-09-03T06:50:52.982" v="3894"/>
          <ac:spMkLst>
            <pc:docMk/>
            <pc:sldMk cId="0" sldId="490"/>
            <ac:spMk id="4" creationId="{00000000-0000-0000-0000-000000000000}"/>
          </ac:spMkLst>
        </pc:spChg>
        <pc:picChg chg="del">
          <ac:chgData name="janghoon jun" userId="056a5883350c2f5e" providerId="LiveId" clId="{6DA654A6-03B0-40F7-A259-B276216985A6}" dt="2026-09-03T06:50:29.934" v="3886" actId="21"/>
          <ac:picMkLst>
            <pc:docMk/>
            <pc:sldMk cId="0" sldId="490"/>
            <ac:picMk id="3" creationId="{00000000-0000-0000-0000-000000000000}"/>
          </ac:picMkLst>
        </pc:picChg>
      </pc:sldChg>
      <pc:sldChg chg="addSp delSp modSp mod">
        <pc:chgData name="janghoon jun" userId="056a5883350c2f5e" providerId="LiveId" clId="{6DA654A6-03B0-40F7-A259-B276216985A6}" dt="2026-09-03T11:02:13.535" v="4213" actId="478"/>
        <pc:sldMkLst>
          <pc:docMk/>
          <pc:sldMk cId="0" sldId="491"/>
        </pc:sldMkLst>
        <pc:spChg chg="del mod">
          <ac:chgData name="janghoon jun" userId="056a5883350c2f5e" providerId="LiveId" clId="{6DA654A6-03B0-40F7-A259-B276216985A6}" dt="2026-09-03T11:02:13.535" v="4213" actId="478"/>
          <ac:spMkLst>
            <pc:docMk/>
            <pc:sldMk cId="0" sldId="491"/>
            <ac:spMk id="3" creationId="{00000000-0000-0000-0000-000000000000}"/>
          </ac:spMkLst>
        </pc:spChg>
        <pc:spChg chg="add mod">
          <ac:chgData name="janghoon jun" userId="056a5883350c2f5e" providerId="LiveId" clId="{6DA654A6-03B0-40F7-A259-B276216985A6}" dt="2026-09-03T11:02:13.535" v="4213" actId="478"/>
          <ac:spMkLst>
            <pc:docMk/>
            <pc:sldMk cId="0" sldId="491"/>
            <ac:spMk id="5" creationId="{DCCDD57E-67F8-2FB6-9B68-BE2B8AE4E7AC}"/>
          </ac:spMkLst>
        </pc:spChg>
      </pc:sldChg>
      <pc:sldChg chg="addSp delSp modSp del mod modNotes modNotesTx">
        <pc:chgData name="janghoon jun" userId="056a5883350c2f5e" providerId="LiveId" clId="{6DA654A6-03B0-40F7-A259-B276216985A6}" dt="2026-09-03T06:32:29.769" v="3815" actId="47"/>
        <pc:sldMkLst>
          <pc:docMk/>
          <pc:sldMk cId="0" sldId="492"/>
        </pc:sldMkLst>
      </pc:sldChg>
      <pc:sldChg chg="addSp delSp modSp add del mod ord">
        <pc:chgData name="janghoon jun" userId="056a5883350c2f5e" providerId="LiveId" clId="{6DA654A6-03B0-40F7-A259-B276216985A6}" dt="2026-09-03T11:02:43.001" v="4222" actId="47"/>
        <pc:sldMkLst>
          <pc:docMk/>
          <pc:sldMk cId="3305256227" sldId="492"/>
        </pc:sldMkLst>
        <pc:spChg chg="mod">
          <ac:chgData name="janghoon jun" userId="056a5883350c2f5e" providerId="LiveId" clId="{6DA654A6-03B0-40F7-A259-B276216985A6}" dt="2026-09-03T06:49:48.623" v="3877"/>
          <ac:spMkLst>
            <pc:docMk/>
            <pc:sldMk cId="3305256227" sldId="492"/>
            <ac:spMk id="2" creationId="{455F07E7-110A-C301-A293-C6B554ED41F9}"/>
          </ac:spMkLst>
        </pc:spChg>
        <pc:spChg chg="del">
          <ac:chgData name="janghoon jun" userId="056a5883350c2f5e" providerId="LiveId" clId="{6DA654A6-03B0-40F7-A259-B276216985A6}" dt="2026-09-03T06:49:52.527" v="3878" actId="478"/>
          <ac:spMkLst>
            <pc:docMk/>
            <pc:sldMk cId="3305256227" sldId="492"/>
            <ac:spMk id="3" creationId="{DC67FE6E-6AC8-DA4D-B023-89EE2F2C7F31}"/>
          </ac:spMkLst>
        </pc:spChg>
        <pc:spChg chg="add del mod">
          <ac:chgData name="janghoon jun" userId="056a5883350c2f5e" providerId="LiveId" clId="{6DA654A6-03B0-40F7-A259-B276216985A6}" dt="2026-09-03T06:49:53.166" v="3879" actId="478"/>
          <ac:spMkLst>
            <pc:docMk/>
            <pc:sldMk cId="3305256227" sldId="492"/>
            <ac:spMk id="5" creationId="{C41E6144-497C-79B8-F930-BC8DE34A3BEC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6" creationId="{D1A0A12C-29AE-2778-D7D0-3B42437667A5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7" creationId="{EA083E32-E89D-AB3F-7637-C3AA4CACF0AB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8" creationId="{5149CC89-8D28-7C11-BC1F-8169BE716DA7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9" creationId="{0BEA9E71-7E2B-E012-186E-6D8841B02152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10" creationId="{14FD847E-6C2A-0F1A-4F2C-6FEE1A023B7E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11" creationId="{E0F137BC-FF56-8D54-A048-954607C1233D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12" creationId="{0598D64A-AB2D-615D-8496-354577BF0BA0}"/>
          </ac:spMkLst>
        </pc:spChg>
        <pc:spChg chg="add del mod">
          <ac:chgData name="janghoon jun" userId="056a5883350c2f5e" providerId="LiveId" clId="{6DA654A6-03B0-40F7-A259-B276216985A6}" dt="2026-09-03T11:02:40.902" v="4220" actId="21"/>
          <ac:spMkLst>
            <pc:docMk/>
            <pc:sldMk cId="3305256227" sldId="492"/>
            <ac:spMk id="13" creationId="{182932D6-C0B2-C0CB-3D89-58D6383922BD}"/>
          </ac:spMkLst>
        </pc:spChg>
        <pc:cxnChg chg="add mod">
          <ac:chgData name="janghoon jun" userId="056a5883350c2f5e" providerId="LiveId" clId="{6DA654A6-03B0-40F7-A259-B276216985A6}" dt="2026-09-03T06:51:45.980" v="3903" actId="1076"/>
          <ac:cxnSpMkLst>
            <pc:docMk/>
            <pc:sldMk cId="3305256227" sldId="492"/>
            <ac:cxnSpMk id="14" creationId="{73FDDEDD-B1E9-409E-6478-954FC8796596}"/>
          </ac:cxnSpMkLst>
        </pc:cxnChg>
        <pc:cxnChg chg="mod">
          <ac:chgData name="janghoon jun" userId="056a5883350c2f5e" providerId="LiveId" clId="{6DA654A6-03B0-40F7-A259-B276216985A6}" dt="2026-09-03T06:51:45.980" v="3903" actId="1076"/>
          <ac:cxnSpMkLst>
            <pc:docMk/>
            <pc:sldMk cId="3305256227" sldId="492"/>
            <ac:cxnSpMk id="15" creationId="{A8F07888-264E-5AC6-0D1B-0DA9DEC4F039}"/>
          </ac:cxnSpMkLst>
        </pc:cxnChg>
        <pc:cxnChg chg="del mod">
          <ac:chgData name="janghoon jun" userId="056a5883350c2f5e" providerId="LiveId" clId="{6DA654A6-03B0-40F7-A259-B276216985A6}" dt="2026-09-03T11:02:40.902" v="4220" actId="21"/>
          <ac:cxnSpMkLst>
            <pc:docMk/>
            <pc:sldMk cId="3305256227" sldId="492"/>
            <ac:cxnSpMk id="16" creationId="{CC806649-A588-38BC-8775-F96EF642DCBF}"/>
          </ac:cxnSpMkLst>
        </pc:cxnChg>
        <pc:cxnChg chg="del mod">
          <ac:chgData name="janghoon jun" userId="056a5883350c2f5e" providerId="LiveId" clId="{6DA654A6-03B0-40F7-A259-B276216985A6}" dt="2026-09-03T11:02:40.902" v="4220" actId="21"/>
          <ac:cxnSpMkLst>
            <pc:docMk/>
            <pc:sldMk cId="3305256227" sldId="492"/>
            <ac:cxnSpMk id="18" creationId="{CB1F2E85-E7EB-9A04-1672-4D286FC07E4B}"/>
          </ac:cxnSpMkLst>
        </pc:cxnChg>
        <pc:cxnChg chg="add mod">
          <ac:chgData name="janghoon jun" userId="056a5883350c2f5e" providerId="LiveId" clId="{6DA654A6-03B0-40F7-A259-B276216985A6}" dt="2026-09-03T06:49:57.108" v="3880"/>
          <ac:cxnSpMkLst>
            <pc:docMk/>
            <pc:sldMk cId="3305256227" sldId="492"/>
            <ac:cxnSpMk id="19" creationId="{C7341CA9-7E39-52B7-00F4-9419FCE2442E}"/>
          </ac:cxnSpMkLst>
        </pc:cxnChg>
      </pc:sldChg>
      <pc:sldChg chg="del">
        <pc:chgData name="janghoon jun" userId="056a5883350c2f5e" providerId="LiveId" clId="{6DA654A6-03B0-40F7-A259-B276216985A6}" dt="2026-09-03T06:32:29.769" v="3815" actId="47"/>
        <pc:sldMkLst>
          <pc:docMk/>
          <pc:sldMk cId="0" sldId="493"/>
        </pc:sldMkLst>
      </pc:sldChg>
      <pc:sldChg chg="addSp delSp modSp add del mod modNotesTx">
        <pc:chgData name="janghoon jun" userId="056a5883350c2f5e" providerId="LiveId" clId="{6DA654A6-03B0-40F7-A259-B276216985A6}" dt="2026-09-03T11:03:09.317" v="4223" actId="47"/>
        <pc:sldMkLst>
          <pc:docMk/>
          <pc:sldMk cId="3236131745" sldId="493"/>
        </pc:sldMkLst>
        <pc:spChg chg="mod">
          <ac:chgData name="janghoon jun" userId="056a5883350c2f5e" providerId="LiveId" clId="{6DA654A6-03B0-40F7-A259-B276216985A6}" dt="2026-09-03T06:50:28.249" v="3885"/>
          <ac:spMkLst>
            <pc:docMk/>
            <pc:sldMk cId="3236131745" sldId="493"/>
            <ac:spMk id="2" creationId="{87194470-FA0F-9DD7-3B37-E152815B54A3}"/>
          </ac:spMkLst>
        </pc:spChg>
        <pc:spChg chg="add mod">
          <ac:chgData name="janghoon jun" userId="056a5883350c2f5e" providerId="LiveId" clId="{6DA654A6-03B0-40F7-A259-B276216985A6}" dt="2026-09-03T11:02:21.364" v="4216" actId="478"/>
          <ac:spMkLst>
            <pc:docMk/>
            <pc:sldMk cId="3236131745" sldId="493"/>
            <ac:spMk id="4" creationId="{09870FCF-E4B7-4675-E39C-0C47BED95704}"/>
          </ac:spMkLst>
        </pc:spChg>
        <pc:spChg chg="add del mod">
          <ac:chgData name="janghoon jun" userId="056a5883350c2f5e" providerId="LiveId" clId="{6DA654A6-03B0-40F7-A259-B276216985A6}" dt="2026-09-03T11:02:21.364" v="4216" actId="478"/>
          <ac:spMkLst>
            <pc:docMk/>
            <pc:sldMk cId="3236131745" sldId="493"/>
            <ac:spMk id="5" creationId="{C3DCCAB6-35E8-C677-C24F-4B77FB79FEC7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6" creationId="{5EDD35DB-7410-5188-8EF0-BFA138C3ADCC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7" creationId="{17CB0689-B535-A4FC-2037-85D9178BB2FF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8" creationId="{F600DCF6-656A-45D6-7021-370D4CA21160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9" creationId="{03D93F56-33E9-0BDB-6A11-F2B41BB5F32E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10" creationId="{476CDF93-2C07-9C3D-8470-878BE90C213F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11" creationId="{D2B0A5E5-75B8-E30A-7ABF-21A1FF503C08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12" creationId="{DEA86912-13B6-DD20-FD1F-3CEF9F1B647E}"/>
          </ac:spMkLst>
        </pc:spChg>
        <pc:spChg chg="del">
          <ac:chgData name="janghoon jun" userId="056a5883350c2f5e" providerId="LiveId" clId="{6DA654A6-03B0-40F7-A259-B276216985A6}" dt="2026-09-03T06:50:23.055" v="3884" actId="478"/>
          <ac:spMkLst>
            <pc:docMk/>
            <pc:sldMk cId="3236131745" sldId="493"/>
            <ac:spMk id="13" creationId="{A3FB9809-2AB5-583A-6CFB-CEE96A93CD36}"/>
          </ac:spMkLst>
        </pc:spChg>
        <pc:picChg chg="add mod">
          <ac:chgData name="janghoon jun" userId="056a5883350c2f5e" providerId="LiveId" clId="{6DA654A6-03B0-40F7-A259-B276216985A6}" dt="2026-09-03T06:51:07.266" v="3898" actId="1076"/>
          <ac:picMkLst>
            <pc:docMk/>
            <pc:sldMk cId="3236131745" sldId="493"/>
            <ac:picMk id="4" creationId="{D81CE0FB-DFD7-7198-3671-EFCA7F19AFFB}"/>
          </ac:picMkLst>
        </pc:picChg>
        <pc:picChg chg="del mod">
          <ac:chgData name="janghoon jun" userId="056a5883350c2f5e" providerId="LiveId" clId="{6DA654A6-03B0-40F7-A259-B276216985A6}" dt="2026-09-03T11:02:18.789" v="4215" actId="478"/>
          <ac:picMkLst>
            <pc:docMk/>
            <pc:sldMk cId="3236131745" sldId="493"/>
            <ac:picMk id="6" creationId="{00000000-0000-0000-0000-000000000000}"/>
          </ac:picMkLst>
        </pc:picChg>
        <pc:cxnChg chg="del mod">
          <ac:chgData name="janghoon jun" userId="056a5883350c2f5e" providerId="LiveId" clId="{6DA654A6-03B0-40F7-A259-B276216985A6}" dt="2026-09-03T06:50:23.055" v="3884" actId="478"/>
          <ac:cxnSpMkLst>
            <pc:docMk/>
            <pc:sldMk cId="3236131745" sldId="493"/>
            <ac:cxnSpMk id="14" creationId="{1C44FD00-1204-5ADF-7141-3FE5C67F9E4A}"/>
          </ac:cxnSpMkLst>
        </pc:cxnChg>
        <pc:cxnChg chg="del mod">
          <ac:chgData name="janghoon jun" userId="056a5883350c2f5e" providerId="LiveId" clId="{6DA654A6-03B0-40F7-A259-B276216985A6}" dt="2026-09-03T06:50:23.055" v="3884" actId="478"/>
          <ac:cxnSpMkLst>
            <pc:docMk/>
            <pc:sldMk cId="3236131745" sldId="493"/>
            <ac:cxnSpMk id="15" creationId="{2EBF4EE7-50F5-039C-FB07-1F09FB188B96}"/>
          </ac:cxnSpMkLst>
        </pc:cxnChg>
      </pc:sldChg>
      <pc:sldChg chg="modSp del mod modNotes">
        <pc:chgData name="janghoon jun" userId="056a5883350c2f5e" providerId="LiveId" clId="{6DA654A6-03B0-40F7-A259-B276216985A6}" dt="2026-09-03T11:30:04.078" v="4254" actId="27636"/>
        <pc:sldMkLst>
          <pc:docMk/>
          <pc:sldMk cId="0" sldId="494"/>
        </pc:sldMkLst>
        <pc:spChg chg="mod">
          <ac:chgData name="janghoon jun" userId="056a5883350c2f5e" providerId="LiveId" clId="{6DA654A6-03B0-40F7-A259-B276216985A6}" dt="2026-09-03T11:30:04.078" v="4254" actId="27636"/>
          <ac:spMkLst>
            <pc:docMk/>
            <pc:sldMk cId="0" sldId="494"/>
            <ac:spMk id="4" creationId="{8487C2AB-80F7-C18B-503C-6C54783C30BF}"/>
          </ac:spMkLst>
        </pc:spChg>
      </pc:sldChg>
      <pc:sldChg chg="modSp del mod">
        <pc:chgData name="janghoon jun" userId="056a5883350c2f5e" providerId="LiveId" clId="{6DA654A6-03B0-40F7-A259-B276216985A6}" dt="2026-09-03T11:02:25.588" v="4217" actId="47"/>
        <pc:sldMkLst>
          <pc:docMk/>
          <pc:sldMk cId="0" sldId="495"/>
        </pc:sldMkLst>
        <pc:picChg chg="mod modCrop">
          <ac:chgData name="janghoon jun" userId="056a5883350c2f5e" providerId="LiveId" clId="{6DA654A6-03B0-40F7-A259-B276216985A6}" dt="2026-09-03T06:32:10.642" v="3812" actId="1035"/>
          <ac:picMkLst>
            <pc:docMk/>
            <pc:sldMk cId="0" sldId="495"/>
            <ac:picMk id="5" creationId="{00000000-0000-0000-0000-000000000000}"/>
          </ac:picMkLst>
        </pc:picChg>
      </pc:sldChg>
      <pc:sldChg chg="delSp modSp mod">
        <pc:chgData name="janghoon jun" userId="056a5883350c2f5e" providerId="LiveId" clId="{6DA654A6-03B0-40F7-A259-B276216985A6}" dt="2026-09-03T11:29:34.508" v="4245" actId="20577"/>
        <pc:sldMkLst>
          <pc:docMk/>
          <pc:sldMk cId="831819448" sldId="496"/>
        </pc:sldMkLst>
        <pc:spChg chg="mod">
          <ac:chgData name="janghoon jun" userId="056a5883350c2f5e" providerId="LiveId" clId="{6DA654A6-03B0-40F7-A259-B276216985A6}" dt="2026-09-03T11:29:34.508" v="4245" actId="20577"/>
          <ac:spMkLst>
            <pc:docMk/>
            <pc:sldMk cId="831819448" sldId="496"/>
            <ac:spMk id="4" creationId="{8E0FEBAE-6E66-30DA-9E32-2BE1EEA96736}"/>
          </ac:spMkLst>
        </pc:spChg>
        <pc:spChg chg="del mod">
          <ac:chgData name="janghoon jun" userId="056a5883350c2f5e" providerId="LiveId" clId="{6DA654A6-03B0-40F7-A259-B276216985A6}" dt="2026-09-03T11:28:01.194" v="4227" actId="478"/>
          <ac:spMkLst>
            <pc:docMk/>
            <pc:sldMk cId="831819448" sldId="496"/>
            <ac:spMk id="7" creationId="{00000000-0000-0000-0000-000000000000}"/>
          </ac:spMkLst>
        </pc:spChg>
        <pc:picChg chg="mod">
          <ac:chgData name="janghoon jun" userId="056a5883350c2f5e" providerId="LiveId" clId="{6DA654A6-03B0-40F7-A259-B276216985A6}" dt="2026-09-03T11:28:04.171" v="4228" actId="1076"/>
          <ac:picMkLst>
            <pc:docMk/>
            <pc:sldMk cId="831819448" sldId="496"/>
            <ac:picMk id="5" creationId="{00000000-0000-0000-0000-000000000000}"/>
          </ac:picMkLst>
        </pc:picChg>
        <pc:picChg chg="mod">
          <ac:chgData name="janghoon jun" userId="056a5883350c2f5e" providerId="LiveId" clId="{6DA654A6-03B0-40F7-A259-B276216985A6}" dt="2026-09-03T11:28:04.171" v="4228" actId="1076"/>
          <ac:picMkLst>
            <pc:docMk/>
            <pc:sldMk cId="831819448" sldId="496"/>
            <ac:picMk id="6" creationId="{00000000-0000-0000-0000-000000000000}"/>
          </ac:picMkLst>
        </pc:picChg>
      </pc:sldChg>
      <pc:sldChg chg="modSp del mod">
        <pc:chgData name="janghoon jun" userId="056a5883350c2f5e" providerId="LiveId" clId="{6DA654A6-03B0-40F7-A259-B276216985A6}" dt="2026-09-03T06:32:29.769" v="3815" actId="47"/>
        <pc:sldMkLst>
          <pc:docMk/>
          <pc:sldMk cId="0" sldId="497"/>
        </pc:sldMkLst>
        <pc:picChg chg="mod modCrop">
          <ac:chgData name="janghoon jun" userId="056a5883350c2f5e" providerId="LiveId" clId="{6DA654A6-03B0-40F7-A259-B276216985A6}" dt="2026-09-03T02:58:56.247" v="3805" actId="1076"/>
          <ac:picMkLst>
            <pc:docMk/>
            <pc:sldMk cId="0" sldId="497"/>
            <ac:picMk id="3" creationId="{00000000-0000-0000-0000-000000000000}"/>
          </ac:picMkLst>
        </pc:picChg>
      </pc:sldChg>
      <pc:sldChg chg="modSp add mod">
        <pc:chgData name="janghoon jun" userId="056a5883350c2f5e" providerId="LiveId" clId="{6DA654A6-03B0-40F7-A259-B276216985A6}" dt="2026-09-03T11:29:52.871" v="4252" actId="27636"/>
        <pc:sldMkLst>
          <pc:docMk/>
          <pc:sldMk cId="482855788" sldId="497"/>
        </pc:sldMkLst>
        <pc:spChg chg="mod">
          <ac:chgData name="janghoon jun" userId="056a5883350c2f5e" providerId="LiveId" clId="{6DA654A6-03B0-40F7-A259-B276216985A6}" dt="2026-09-03T11:29:52.871" v="4252" actId="27636"/>
          <ac:spMkLst>
            <pc:docMk/>
            <pc:sldMk cId="482855788" sldId="497"/>
            <ac:spMk id="4" creationId="{BED984B2-087D-E81B-A974-64F9B725AE9C}"/>
          </ac:spMkLst>
        </pc:spChg>
        <pc:picChg chg="mod">
          <ac:chgData name="janghoon jun" userId="056a5883350c2f5e" providerId="LiveId" clId="{6DA654A6-03B0-40F7-A259-B276216985A6}" dt="2026-09-03T11:29:47.282" v="4246" actId="1076"/>
          <ac:picMkLst>
            <pc:docMk/>
            <pc:sldMk cId="482855788" sldId="497"/>
            <ac:picMk id="5" creationId="{00000000-0000-0000-0000-000000000000}"/>
          </ac:picMkLst>
        </pc:picChg>
      </pc:sldChg>
      <pc:sldChg chg="modSp del mod">
        <pc:chgData name="janghoon jun" userId="056a5883350c2f5e" providerId="LiveId" clId="{6DA654A6-03B0-40F7-A259-B276216985A6}" dt="2026-09-03T06:32:29.769" v="3815" actId="47"/>
        <pc:sldMkLst>
          <pc:docMk/>
          <pc:sldMk cId="0" sldId="498"/>
        </pc:sldMkLst>
        <pc:picChg chg="mod">
          <ac:chgData name="janghoon jun" userId="056a5883350c2f5e" providerId="LiveId" clId="{6DA654A6-03B0-40F7-A259-B276216985A6}" dt="2026-09-03T06:32:15.087" v="3813" actId="1076"/>
          <ac:picMkLst>
            <pc:docMk/>
            <pc:sldMk cId="0" sldId="498"/>
            <ac:picMk id="5" creationId="{00000000-0000-0000-0000-000000000000}"/>
          </ac:picMkLst>
        </pc:picChg>
      </pc:sldChg>
      <pc:sldChg chg="modSp add mod">
        <pc:chgData name="janghoon jun" userId="056a5883350c2f5e" providerId="LiveId" clId="{6DA654A6-03B0-40F7-A259-B276216985A6}" dt="2026-09-03T11:50:49.471" v="4270" actId="14100"/>
        <pc:sldMkLst>
          <pc:docMk/>
          <pc:sldMk cId="2915969661" sldId="498"/>
        </pc:sldMkLst>
        <pc:spChg chg="mod">
          <ac:chgData name="janghoon jun" userId="056a5883350c2f5e" providerId="LiveId" clId="{6DA654A6-03B0-40F7-A259-B276216985A6}" dt="2026-09-03T11:50:41.035" v="4268" actId="20577"/>
          <ac:spMkLst>
            <pc:docMk/>
            <pc:sldMk cId="2915969661" sldId="498"/>
            <ac:spMk id="4" creationId="{C1DAE8BD-3A47-A9E4-0FA6-C97AA1DCB127}"/>
          </ac:spMkLst>
        </pc:spChg>
        <pc:picChg chg="mod modCrop">
          <ac:chgData name="janghoon jun" userId="056a5883350c2f5e" providerId="LiveId" clId="{6DA654A6-03B0-40F7-A259-B276216985A6}" dt="2026-09-03T11:50:49.471" v="4270" actId="14100"/>
          <ac:picMkLst>
            <pc:docMk/>
            <pc:sldMk cId="2915969661" sldId="498"/>
            <ac:picMk id="5" creationId="{00000000-0000-0000-0000-000000000000}"/>
          </ac:picMkLst>
        </pc:picChg>
      </pc:sldChg>
      <pc:sldChg chg="addSp delSp modSp add mod">
        <pc:chgData name="janghoon jun" userId="056a5883350c2f5e" providerId="LiveId" clId="{6DA654A6-03B0-40F7-A259-B276216985A6}" dt="2026-09-04T03:40:55.852" v="4336" actId="1036"/>
        <pc:sldMkLst>
          <pc:docMk/>
          <pc:sldMk cId="3820420432" sldId="499"/>
        </pc:sldMkLst>
        <pc:spChg chg="mod">
          <ac:chgData name="janghoon jun" userId="056a5883350c2f5e" providerId="LiveId" clId="{6DA654A6-03B0-40F7-A259-B276216985A6}" dt="2026-09-03T11:53:06.183" v="4322" actId="20577"/>
          <ac:spMkLst>
            <pc:docMk/>
            <pc:sldMk cId="3820420432" sldId="499"/>
            <ac:spMk id="4" creationId="{DDCE46F8-A092-75A7-509C-CBD3E5F3D983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6" creationId="{D1A0A12C-29AE-2778-D7D0-3B42437667A5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7" creationId="{EA083E32-E89D-AB3F-7637-C3AA4CACF0AB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8" creationId="{5149CC89-8D28-7C11-BC1F-8169BE716DA7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9" creationId="{0BEA9E71-7E2B-E012-186E-6D8841B02152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10" creationId="{14FD847E-6C2A-0F1A-4F2C-6FEE1A023B7E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11" creationId="{E0F137BC-FF56-8D54-A048-954607C1233D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12" creationId="{0598D64A-AB2D-615D-8496-354577BF0BA0}"/>
          </ac:spMkLst>
        </pc:spChg>
        <pc:spChg chg="add mod">
          <ac:chgData name="janghoon jun" userId="056a5883350c2f5e" providerId="LiveId" clId="{6DA654A6-03B0-40F7-A259-B276216985A6}" dt="2026-09-03T11:42:19.369" v="4255" actId="164"/>
          <ac:spMkLst>
            <pc:docMk/>
            <pc:sldMk cId="3820420432" sldId="499"/>
            <ac:spMk id="13" creationId="{182932D6-C0B2-C0CB-3D89-58D6383922BD}"/>
          </ac:spMkLst>
        </pc:spChg>
        <pc:spChg chg="del mod">
          <ac:chgData name="janghoon jun" userId="056a5883350c2f5e" providerId="LiveId" clId="{6DA654A6-03B0-40F7-A259-B276216985A6}" dt="2026-09-03T11:52:02.993" v="4278" actId="478"/>
          <ac:spMkLst>
            <pc:docMk/>
            <pc:sldMk cId="3820420432" sldId="499"/>
            <ac:spMk id="21" creationId="{00000000-0000-0000-0000-000000000000}"/>
          </ac:spMkLst>
        </pc:spChg>
        <pc:grpChg chg="add del mod">
          <ac:chgData name="janghoon jun" userId="056a5883350c2f5e" providerId="LiveId" clId="{6DA654A6-03B0-40F7-A259-B276216985A6}" dt="2026-09-03T11:52:44.425" v="4284" actId="478"/>
          <ac:grpSpMkLst>
            <pc:docMk/>
            <pc:sldMk cId="3820420432" sldId="499"/>
            <ac:grpSpMk id="5" creationId="{FE2C65ED-A464-AF0B-E14F-743C98CB6D82}"/>
          </ac:grpSpMkLst>
        </pc:grpChg>
        <pc:picChg chg="add mod">
          <ac:chgData name="janghoon jun" userId="056a5883350c2f5e" providerId="LiveId" clId="{6DA654A6-03B0-40F7-A259-B276216985A6}" dt="2026-09-04T03:40:55.852" v="4336" actId="1036"/>
          <ac:picMkLst>
            <pc:docMk/>
            <pc:sldMk cId="3820420432" sldId="499"/>
            <ac:picMk id="23" creationId="{ACAD3FB6-96EF-4EA0-1457-BA73AB6852C8}"/>
          </ac:picMkLst>
        </pc:picChg>
        <pc:cxnChg chg="mod">
          <ac:chgData name="janghoon jun" userId="056a5883350c2f5e" providerId="LiveId" clId="{6DA654A6-03B0-40F7-A259-B276216985A6}" dt="2026-09-03T11:52:44.425" v="4284" actId="478"/>
          <ac:cxnSpMkLst>
            <pc:docMk/>
            <pc:sldMk cId="3820420432" sldId="499"/>
            <ac:cxnSpMk id="14" creationId="{73FDDEDD-B1E9-409E-6478-954FC8796596}"/>
          </ac:cxnSpMkLst>
        </pc:cxnChg>
        <pc:cxnChg chg="add mod">
          <ac:chgData name="janghoon jun" userId="056a5883350c2f5e" providerId="LiveId" clId="{6DA654A6-03B0-40F7-A259-B276216985A6}" dt="2026-09-03T11:52:44.425" v="4284" actId="478"/>
          <ac:cxnSpMkLst>
            <pc:docMk/>
            <pc:sldMk cId="3820420432" sldId="499"/>
            <ac:cxnSpMk id="15" creationId="{A8F07888-264E-5AC6-0D1B-0DA9DEC4F039}"/>
          </ac:cxnSpMkLst>
        </pc:cxnChg>
        <pc:cxnChg chg="mod">
          <ac:chgData name="janghoon jun" userId="056a5883350c2f5e" providerId="LiveId" clId="{6DA654A6-03B0-40F7-A259-B276216985A6}" dt="2026-09-03T11:52:44.425" v="4284" actId="478"/>
          <ac:cxnSpMkLst>
            <pc:docMk/>
            <pc:sldMk cId="3820420432" sldId="499"/>
            <ac:cxnSpMk id="16" creationId="{CC806649-A588-38BC-8775-F96EF642DCBF}"/>
          </ac:cxnSpMkLst>
        </pc:cxnChg>
        <pc:cxnChg chg="add mod">
          <ac:chgData name="janghoon jun" userId="056a5883350c2f5e" providerId="LiveId" clId="{6DA654A6-03B0-40F7-A259-B276216985A6}" dt="2026-09-03T11:52:44.425" v="4284" actId="478"/>
          <ac:cxnSpMkLst>
            <pc:docMk/>
            <pc:sldMk cId="3820420432" sldId="499"/>
            <ac:cxnSpMk id="17" creationId="{FE903A84-6ABA-21CB-A4C1-261870F5BF82}"/>
          </ac:cxnSpMkLst>
        </pc:cxnChg>
        <pc:cxnChg chg="mod">
          <ac:chgData name="janghoon jun" userId="056a5883350c2f5e" providerId="LiveId" clId="{6DA654A6-03B0-40F7-A259-B276216985A6}" dt="2026-09-03T11:52:44.425" v="4284" actId="478"/>
          <ac:cxnSpMkLst>
            <pc:docMk/>
            <pc:sldMk cId="3820420432" sldId="499"/>
            <ac:cxnSpMk id="18" creationId="{CB1F2E85-E7EB-9A04-1672-4D286FC07E4B}"/>
          </ac:cxnSpMkLst>
        </pc:cxnChg>
      </pc:sldChg>
      <pc:sldChg chg="del">
        <pc:chgData name="janghoon jun" userId="056a5883350c2f5e" providerId="LiveId" clId="{6DA654A6-03B0-40F7-A259-B276216985A6}" dt="2026-09-03T06:32:29.769" v="3815" actId="47"/>
        <pc:sldMkLst>
          <pc:docMk/>
          <pc:sldMk cId="0" sldId="500"/>
        </pc:sldMkLst>
      </pc:sldChg>
      <pc:sldChg chg="modSp add mod">
        <pc:chgData name="janghoon jun" userId="056a5883350c2f5e" providerId="LiveId" clId="{6DA654A6-03B0-40F7-A259-B276216985A6}" dt="2026-09-04T03:41:23.035" v="4338" actId="14100"/>
        <pc:sldMkLst>
          <pc:docMk/>
          <pc:sldMk cId="4128333669" sldId="500"/>
        </pc:sldMkLst>
        <pc:spChg chg="mod">
          <ac:chgData name="janghoon jun" userId="056a5883350c2f5e" providerId="LiveId" clId="{6DA654A6-03B0-40F7-A259-B276216985A6}" dt="2026-09-03T11:01:56.044" v="4210" actId="20577"/>
          <ac:spMkLst>
            <pc:docMk/>
            <pc:sldMk cId="4128333669" sldId="500"/>
            <ac:spMk id="4" creationId="{5711BA0B-CE4F-3235-D7F6-E7508AFAE47E}"/>
          </ac:spMkLst>
        </pc:spChg>
        <pc:spChg chg="mod">
          <ac:chgData name="janghoon jun" userId="056a5883350c2f5e" providerId="LiveId" clId="{6DA654A6-03B0-40F7-A259-B276216985A6}" dt="2026-09-04T03:41:23.035" v="4338" actId="14100"/>
          <ac:spMkLst>
            <pc:docMk/>
            <pc:sldMk cId="4128333669" sldId="500"/>
            <ac:spMk id="6" creationId="{00000000-0000-0000-0000-000000000000}"/>
          </ac:spMkLst>
        </pc:spChg>
      </pc:sldChg>
      <pc:sldChg chg="delSp add mod">
        <pc:chgData name="janghoon jun" userId="056a5883350c2f5e" providerId="LiveId" clId="{6DA654A6-03B0-40F7-A259-B276216985A6}" dt="2026-09-03T11:52:40.471" v="4282" actId="478"/>
        <pc:sldMkLst>
          <pc:docMk/>
          <pc:sldMk cId="231429646" sldId="501"/>
        </pc:sldMkLst>
        <pc:picChg chg="del">
          <ac:chgData name="janghoon jun" userId="056a5883350c2f5e" providerId="LiveId" clId="{6DA654A6-03B0-40F7-A259-B276216985A6}" dt="2026-09-03T11:52:40.471" v="4282" actId="478"/>
          <ac:picMkLst>
            <pc:docMk/>
            <pc:sldMk cId="231429646" sldId="501"/>
            <ac:picMk id="23" creationId="{05664B02-900A-A6FC-542C-7970ED772388}"/>
          </ac:picMkLst>
        </pc:picChg>
      </pc:sldChg>
      <pc:sldChg chg="del">
        <pc:chgData name="janghoon jun" userId="056a5883350c2f5e" providerId="LiveId" clId="{6DA654A6-03B0-40F7-A259-B276216985A6}" dt="2026-09-03T06:32:29.769" v="3815" actId="47"/>
        <pc:sldMkLst>
          <pc:docMk/>
          <pc:sldMk cId="0" sldId="502"/>
        </pc:sldMkLst>
      </pc:sldChg>
      <pc:sldChg chg="del">
        <pc:chgData name="janghoon jun" userId="056a5883350c2f5e" providerId="LiveId" clId="{6DA654A6-03B0-40F7-A259-B276216985A6}" dt="2026-09-03T06:32:29.769" v="3815" actId="47"/>
        <pc:sldMkLst>
          <pc:docMk/>
          <pc:sldMk cId="0" sldId="504"/>
        </pc:sldMkLst>
      </pc:sldChg>
      <pc:sldChg chg="del">
        <pc:chgData name="janghoon jun" userId="056a5883350c2f5e" providerId="LiveId" clId="{6DA654A6-03B0-40F7-A259-B276216985A6}" dt="2026-09-03T06:32:24.991" v="3814" actId="47"/>
        <pc:sldMkLst>
          <pc:docMk/>
          <pc:sldMk cId="0" sldId="505"/>
        </pc:sldMkLst>
      </pc:sldChg>
      <pc:sldChg chg="delSp modSp del mod">
        <pc:chgData name="janghoon jun" userId="056a5883350c2f5e" providerId="LiveId" clId="{6DA654A6-03B0-40F7-A259-B276216985A6}" dt="2026-09-03T06:32:29.769" v="3815" actId="47"/>
        <pc:sldMkLst>
          <pc:docMk/>
          <pc:sldMk cId="0" sldId="507"/>
        </pc:sldMkLst>
        <pc:picChg chg="del mod">
          <ac:chgData name="janghoon jun" userId="056a5883350c2f5e" providerId="LiveId" clId="{6DA654A6-03B0-40F7-A259-B276216985A6}" dt="2026-09-03T06:32:04.900" v="3808" actId="478"/>
          <ac:picMkLst>
            <pc:docMk/>
            <pc:sldMk cId="0" sldId="507"/>
            <ac:picMk id="4" creationId="{00000000-0000-0000-0000-000000000000}"/>
          </ac:picMkLst>
        </pc:picChg>
      </pc:sldChg>
      <pc:sldChg chg="modSp del mod">
        <pc:chgData name="janghoon jun" userId="056a5883350c2f5e" providerId="LiveId" clId="{6DA654A6-03B0-40F7-A259-B276216985A6}" dt="2026-09-03T06:32:29.769" v="3815" actId="47"/>
        <pc:sldMkLst>
          <pc:docMk/>
          <pc:sldMk cId="0" sldId="509"/>
        </pc:sldMkLst>
        <pc:spChg chg="mod">
          <ac:chgData name="janghoon jun" userId="056a5883350c2f5e" providerId="LiveId" clId="{6DA654A6-03B0-40F7-A259-B276216985A6}" dt="2026-09-03T02:57:12.364" v="3795" actId="403"/>
          <ac:spMkLst>
            <pc:docMk/>
            <pc:sldMk cId="0" sldId="509"/>
            <ac:spMk id="3" creationId="{00000000-0000-0000-0000-000000000000}"/>
          </ac:spMkLst>
        </pc:spChg>
      </pc:sldChg>
      <pc:sldChg chg="del">
        <pc:chgData name="janghoon jun" userId="056a5883350c2f5e" providerId="LiveId" clId="{6DA654A6-03B0-40F7-A259-B276216985A6}" dt="2026-09-03T06:32:29.769" v="3815" actId="47"/>
        <pc:sldMkLst>
          <pc:docMk/>
          <pc:sldMk cId="0" sldId="51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33074436-1BEA-4F09-AD5C-9DF87C96BF5A}" type="datetimeFigureOut">
              <a:rPr lang="ko-KR" altLang="en-US" smtClean="0"/>
              <a:pPr/>
              <a:t>2026-09-04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433C9518-700F-4811-95BB-24DAF3FA92F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649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Fu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B4C0D-57D7-2565-FD26-E1B1E4CE5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65D4F2-5ACE-154A-784B-E6EED381C8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9162C2-FE11-6E32-1FCE-6B633296B9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C914D-EC5E-0B98-ACE2-461F868020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2325014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CE93FF-8EF9-3684-103D-45B7200A6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554466-CB8B-7A8D-55BF-ECF513014F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1FE95B-0128-C77A-1687-79D005E66D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AA10F-2D2B-6FAF-8080-4868A6AABC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5032395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5F7A7-0962-B2D8-8E69-EBDE726D2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AA051C-E63C-E07C-7FE9-FA64B08750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AB0B4D-2F8E-3DC6-19EC-DFB333BB3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/>
              <a:t>곡선 전체</a:t>
            </a:r>
            <a:r>
              <a:rPr lang="en-US" altLang="ko-KR" sz="1200" dirty="0"/>
              <a:t>(128</a:t>
            </a:r>
            <a:r>
              <a:rPr lang="ko-KR" altLang="en-US" sz="1200" dirty="0"/>
              <a:t>포인트</a:t>
            </a:r>
            <a:r>
              <a:rPr lang="en-US" altLang="ko-KR" sz="1200" dirty="0"/>
              <a:t>) </a:t>
            </a:r>
            <a:r>
              <a:rPr lang="ko-KR" altLang="en-US" sz="1200" dirty="0"/>
              <a:t>단위 </a:t>
            </a:r>
            <a:r>
              <a:rPr lang="en-US" altLang="ko-KR" sz="1200" dirty="0"/>
              <a:t>permutation test(</a:t>
            </a:r>
            <a:r>
              <a:rPr lang="ko-KR" altLang="en-US" sz="1200" dirty="0"/>
              <a:t>그룹평균곡선 </a:t>
            </a:r>
            <a:r>
              <a:rPr lang="en-US" altLang="ko-KR" sz="1200" dirty="0"/>
              <a:t>L2 </a:t>
            </a:r>
            <a:r>
              <a:rPr lang="ko-KR" altLang="en-US" sz="1200" dirty="0"/>
              <a:t>거리 통계량</a:t>
            </a:r>
            <a:r>
              <a:rPr lang="en-US" altLang="ko-KR" sz="1200" dirty="0"/>
              <a:t>, 20,000</a:t>
            </a:r>
            <a:r>
              <a:rPr lang="ko-KR" altLang="en-US" sz="1200" dirty="0"/>
              <a:t>회 </a:t>
            </a:r>
            <a:r>
              <a:rPr lang="ko-KR" altLang="en-US" sz="1200" dirty="0" err="1"/>
              <a:t>셔플</a:t>
            </a:r>
            <a:r>
              <a:rPr lang="en-US" altLang="ko-KR" sz="1200" dirty="0"/>
              <a:t>, slice</a:t>
            </a:r>
            <a:r>
              <a:rPr lang="ko-KR" altLang="en-US" sz="1200" dirty="0"/>
              <a:t>별 </a:t>
            </a:r>
            <a:r>
              <a:rPr lang="en-US" altLang="ko-KR" sz="1200" dirty="0"/>
              <a:t>t-test </a:t>
            </a:r>
            <a:r>
              <a:rPr lang="ko-KR" altLang="en-US" sz="1200" dirty="0" err="1"/>
              <a:t>미실시</a:t>
            </a:r>
            <a:r>
              <a:rPr lang="en-US" altLang="ko-KR" sz="1200" dirty="0"/>
              <a:t>) — 6</a:t>
            </a:r>
            <a:r>
              <a:rPr lang="ko-KR" altLang="en-US" sz="1200" dirty="0"/>
              <a:t>개 조합 전부 </a:t>
            </a:r>
            <a:r>
              <a:rPr lang="en-US" altLang="ko-KR" sz="1200" dirty="0"/>
              <a:t>p&lt;0.0001</a:t>
            </a:r>
            <a:r>
              <a:rPr lang="ko-KR" altLang="en-US" sz="1200" dirty="0"/>
              <a:t>로 곡선 형태 자체는 유의하게 다름</a:t>
            </a:r>
            <a:r>
              <a:rPr lang="en-US" altLang="ko-KR" sz="1200" dirty="0"/>
              <a:t>, </a:t>
            </a:r>
            <a:r>
              <a:rPr lang="ko-KR" altLang="en-US" sz="1200" dirty="0"/>
              <a:t>단 예측력</a:t>
            </a:r>
            <a:r>
              <a:rPr lang="en-US" altLang="ko-KR" sz="1200" dirty="0"/>
              <a:t>(AUC) </a:t>
            </a:r>
            <a:r>
              <a:rPr lang="ko-KR" altLang="en-US" sz="1200" dirty="0"/>
              <a:t>개선으로는 이어지지 않음</a:t>
            </a:r>
            <a:r>
              <a:rPr lang="en-US" altLang="ko-KR" sz="1200" dirty="0"/>
              <a:t>(</a:t>
            </a:r>
            <a:r>
              <a:rPr lang="ko-KR" altLang="en-US" sz="1200" dirty="0"/>
              <a:t>슬라이드 </a:t>
            </a:r>
            <a:r>
              <a:rPr lang="en-US" altLang="ko-KR" sz="1200" dirty="0"/>
              <a:t>6·9)</a:t>
            </a:r>
          </a:p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A06D1-9001-574B-DFFD-D3D19E797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349403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3D411-E8DD-649B-2D47-40B900B88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932DDD-1180-1CA2-9524-D9ED2FD248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CC32D0-924C-938E-4EC3-CF04DD74DF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Fusion</a:t>
            </a:r>
            <a:r>
              <a:rPr lang="ko-KR" altLang="en-US" dirty="0"/>
              <a:t>에 대한 차이점 자세하게 확인 요망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734726-21DE-B368-8BC1-CD3C906960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0551173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4DF5C-BCC7-3B1F-E3E2-338E9B1C7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F0633-69E1-FD69-E331-5C413F1207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14820-9105-3301-2726-3F06852368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LSTM </a:t>
            </a:r>
            <a:r>
              <a:rPr lang="ko-KR" altLang="en-US" dirty="0"/>
              <a:t>방법</a:t>
            </a:r>
            <a:endParaRPr lang="en-US" altLang="ko-KR" dirty="0"/>
          </a:p>
          <a:p>
            <a:r>
              <a:rPr lang="en-US" dirty="0"/>
              <a:t>Clinic</a:t>
            </a:r>
            <a:r>
              <a:rPr lang="ko-KR" altLang="en-US" dirty="0"/>
              <a:t>에서 가중치를 확인해볼 </a:t>
            </a:r>
            <a:r>
              <a:rPr lang="ko-KR" altLang="en-US" dirty="0" err="1"/>
              <a:t>필요있음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6ADF2-5E8F-CF03-7A69-A3D5D76F9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698428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89B2B-0F0D-B460-74D1-945111F3D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D7DDFC-26BA-D14E-3BA9-E221354C28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9A0999-7C16-98E7-E0D1-44DFD316DF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8DD32-C003-B1F8-9E44-A6C4A7EED6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7960464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microsoft.com/office/2007/relationships/hdphoto" Target="../media/hdphoto1.wdp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">
            <a:extLst>
              <a:ext uri="{FF2B5EF4-FFF2-40B4-BE49-F238E27FC236}">
                <a16:creationId xmlns:a16="http://schemas.microsoft.com/office/drawing/2014/main" id="{D279837B-A00B-4327-9AB8-97044CBDABA7}"/>
              </a:ext>
            </a:extLst>
          </p:cNvPr>
          <p:cNvPicPr/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0" y="228731"/>
            <a:ext cx="12192000" cy="640053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B17CE84-3562-483D-8448-6A30899AF09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9699" b="22132"/>
          <a:stretch/>
        </p:blipFill>
        <p:spPr>
          <a:xfrm>
            <a:off x="3461866" y="5273477"/>
            <a:ext cx="4168803" cy="982769"/>
          </a:xfrm>
          <a:prstGeom prst="rect">
            <a:avLst/>
          </a:prstGeom>
        </p:spPr>
      </p:pic>
      <p:pic>
        <p:nvPicPr>
          <p:cNvPr id="8" name="object 4">
            <a:extLst>
              <a:ext uri="{FF2B5EF4-FFF2-40B4-BE49-F238E27FC236}">
                <a16:creationId xmlns:a16="http://schemas.microsoft.com/office/drawing/2014/main" id="{8EF8DD5B-0316-4193-BCC7-D6CFCAE8969D}"/>
              </a:ext>
            </a:extLst>
          </p:cNvPr>
          <p:cNvPicPr/>
          <p:nvPr userDrawn="1"/>
        </p:nvPicPr>
        <p:blipFill rotWithShape="1">
          <a:blip r:embed="rId4"/>
          <a:stretch>
            <a:fillRect/>
          </a:stretch>
        </p:blipFill>
        <p:spPr>
          <a:xfrm>
            <a:off x="-277376" y="5274173"/>
            <a:ext cx="4550839" cy="99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78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그룹 23">
            <a:extLst>
              <a:ext uri="{FF2B5EF4-FFF2-40B4-BE49-F238E27FC236}">
                <a16:creationId xmlns:a16="http://schemas.microsoft.com/office/drawing/2014/main" id="{5EC22856-02EF-4559-9B66-BD5C863FF254}"/>
              </a:ext>
            </a:extLst>
          </p:cNvPr>
          <p:cNvGrpSpPr/>
          <p:nvPr userDrawn="1"/>
        </p:nvGrpSpPr>
        <p:grpSpPr>
          <a:xfrm>
            <a:off x="-8467" y="6463089"/>
            <a:ext cx="12200467" cy="403574"/>
            <a:chOff x="-8467" y="6470661"/>
            <a:chExt cx="12200467" cy="390527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DFE1C4B-A7EE-47E1-8AAE-3EF4E43D16F6}"/>
                </a:ext>
              </a:extLst>
            </p:cNvPr>
            <p:cNvSpPr/>
            <p:nvPr userDrawn="1"/>
          </p:nvSpPr>
          <p:spPr>
            <a:xfrm>
              <a:off x="0" y="6496062"/>
              <a:ext cx="12192000" cy="365126"/>
            </a:xfrm>
            <a:prstGeom prst="rect">
              <a:avLst/>
            </a:prstGeom>
            <a:solidFill>
              <a:srgbClr val="1F346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28C131E4-1CD9-49D8-B343-8379436586C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8467" y="6470661"/>
              <a:ext cx="12200467" cy="0"/>
            </a:xfrm>
            <a:prstGeom prst="line">
              <a:avLst/>
            </a:prstGeom>
            <a:ln w="571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FE4F955D-C3E9-4033-8442-9095377B06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000" y="365126"/>
            <a:ext cx="11176000" cy="532342"/>
          </a:xfrm>
        </p:spPr>
        <p:txBody>
          <a:bodyPr>
            <a:normAutofit/>
          </a:bodyPr>
          <a:lstStyle>
            <a:lvl1pPr>
              <a:defRPr sz="2400" b="1">
                <a:solidFill>
                  <a:srgbClr val="02367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A482F1-FC12-443E-892A-B48F9C50AA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000" y="897468"/>
            <a:ext cx="11176000" cy="5063066"/>
          </a:xfrm>
        </p:spPr>
        <p:txBody>
          <a:bodyPr/>
          <a:lstStyle>
            <a:lvl1pPr>
              <a:lnSpc>
                <a:spcPct val="200000"/>
              </a:lnSpc>
              <a:defRPr sz="2000" b="0">
                <a:latin typeface="KoPub돋움체 Bold" panose="02020603020101020101" pitchFamily="18" charset="-127"/>
                <a:ea typeface="KoPub돋움체 Bold" panose="02020603020101020101" pitchFamily="18" charset="-127"/>
              </a:defRPr>
            </a:lvl1pPr>
            <a:lvl2pPr>
              <a:lnSpc>
                <a:spcPct val="150000"/>
              </a:lnSpc>
              <a:defRPr sz="18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2pPr>
            <a:lvl3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3pPr>
            <a:lvl4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4pPr>
            <a:lvl5pPr>
              <a:lnSpc>
                <a:spcPct val="150000"/>
              </a:lnSpc>
              <a:defRPr sz="1600">
                <a:latin typeface="KoPub돋움체 Medium" panose="02020603020101020101" pitchFamily="18" charset="-127"/>
                <a:ea typeface="KoPub돋움체 Medium" panose="0202060302010102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5A1225D-0BD8-42FD-A091-144615FF07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-583" b="3459"/>
          <a:stretch/>
        </p:blipFill>
        <p:spPr>
          <a:xfrm>
            <a:off x="5452198" y="6510701"/>
            <a:ext cx="1279135" cy="347299"/>
          </a:xfrm>
          <a:prstGeom prst="rect">
            <a:avLst/>
          </a:prstGeom>
          <a:solidFill>
            <a:srgbClr val="1F346B"/>
          </a:solidFill>
        </p:spPr>
      </p:pic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1EFF5A-1B85-42B1-95F5-C4213C5A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517302"/>
            <a:ext cx="558800" cy="32139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AEAB581-7B9E-4552-9BEC-BDB2FB36C0F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6482" b="96122" l="16219" r="85171">
                        <a14:foregroundMark x1="20111" y1="81440" x2="20111" y2="81440"/>
                        <a14:foregroundMark x1="16404" y1="81440" x2="16404" y2="81440"/>
                        <a14:foregroundMark x1="25950" y1="81717" x2="25950" y2="81717"/>
                        <a14:foregroundMark x1="35959" y1="86704" x2="35959" y2="86704"/>
                        <a14:foregroundMark x1="44300" y1="83657" x2="44300" y2="83657"/>
                        <a14:foregroundMark x1="53197" y1="73961" x2="53197" y2="73961"/>
                        <a14:foregroundMark x1="82947" y1="81717" x2="82947" y2="81717"/>
                        <a14:foregroundMark x1="85171" y1="87812" x2="85171" y2="8781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517" t="63297" r="13176"/>
          <a:stretch/>
        </p:blipFill>
        <p:spPr>
          <a:xfrm>
            <a:off x="112017" y="6545265"/>
            <a:ext cx="1744133" cy="288231"/>
          </a:xfrm>
          <a:prstGeom prst="rect">
            <a:avLst/>
          </a:prstGeom>
        </p:spPr>
      </p:pic>
      <p:sp>
        <p:nvSpPr>
          <p:cNvPr id="16" name="날짜 개체 틀 3">
            <a:extLst>
              <a:ext uri="{FF2B5EF4-FFF2-40B4-BE49-F238E27FC236}">
                <a16:creationId xmlns:a16="http://schemas.microsoft.com/office/drawing/2014/main" id="{3920A115-BF94-4DB0-B759-905F580E6A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98025" y="6495439"/>
            <a:ext cx="125871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7" name="바닥글 개체 틀 4">
            <a:extLst>
              <a:ext uri="{FF2B5EF4-FFF2-40B4-BE49-F238E27FC236}">
                <a16:creationId xmlns:a16="http://schemas.microsoft.com/office/drawing/2014/main" id="{CB761E04-ABC5-4F9B-B7F4-0370F3F0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8348" y="6495439"/>
            <a:ext cx="1888067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648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0B4DC-8072-4B8E-A822-FE3A08C0D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927B99-20C3-4D37-8275-EA6400E5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C6CE84-6AD8-453A-AD6E-FEAF6049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044141"/>
            <a:ext cx="27432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EF105-0337-4580-9111-FD2F527F9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044141"/>
            <a:ext cx="41148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B31AF83-2C46-4BF6-B48E-DD76F99A3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40800" y="6044141"/>
            <a:ext cx="2743200" cy="365125"/>
          </a:xfrm>
        </p:spPr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1779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8C8B6C-1DEF-4332-8A14-F6B6981FD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8B35E-5C7A-4650-863C-461C8592BB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0FC85E-DA01-4C94-8312-2EAB20EAB3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ADE796-457C-4E05-BBB8-BC7FD1390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5A564A-D398-41C0-BEF2-5D2A53F3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D0DB09-1DC7-4816-820B-2EDD19BA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983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073845-DA08-4E02-89E5-279477CDC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A0F8E2-8F9C-4936-8D92-FA7FE4970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9C35784-8D42-4310-8640-07C1BEB33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B31B950-6CB7-42DB-A303-B407EF83D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0F35007-CA56-4CB7-8C5F-CF3E2924C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90CD9AE-54AB-44CB-8910-A70F24EB3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2AFA608-2F47-4FBC-8A45-AC037C64C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EA635AC-BD3D-4D4A-AB07-EAABF5013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7660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D27486-42F6-4B67-8DF8-769971D09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BFFFA3-6C08-4D2B-B714-F2729D0D9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01B550E-4A2E-4405-8F29-A9633B7A9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0B985F-0B0F-472E-A18E-72C776E30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09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35995497-1A46-4FDE-B4B1-CA2510A4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6BDDD35-FFDF-4936-8645-AC2A1F2A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31037F-312F-4D9B-9119-F134F49B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9211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062E35-F23E-4CDC-9C00-11DCB7E97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65F35A-C1B0-4F2A-8536-7C9C4EF9C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6B6DFEF-5929-42A1-B17A-6AD3F1AC5E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8A33CA-A779-4AE7-8BB3-0DF9C81A74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1539BD6-447C-4ABC-97CC-BCC453A38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96239-5406-4F31-95AA-C4BD1AB50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073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CC7A7-4C8B-434F-9C38-C6E5AC9E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7AD0D2C-AE0D-4BDF-B9E8-D91CD7556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F58740-6BDA-46A2-A629-765E7E175B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2C1AD5-7F55-4125-8A2F-BC07A86DA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B58409-227F-4B89-B306-5E32E6E4F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C64012-3A7B-4999-BA77-06258A04A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3037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4230E-387F-465D-9111-5F8ACFE1D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C53B19F-7C90-4073-858B-0BD87654EF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6123FE-787A-4904-AA9D-8ACC7B307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1EAC67-5F52-452E-9E50-F587C6481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0EEB5A-4207-4ADB-95D4-B87AA305B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71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DACCBB6-C18F-485C-A53E-8683CFFE90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2DC10F-92E5-436B-9D63-2A68B11CB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5DDDF8-BB20-4C9B-9571-A39BA7D6E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54DDF5-9EDE-406E-BFC5-8359CD708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989F03-47B6-4B39-B0CA-2A216789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7719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A31B03D-0C42-48E6-948A-722C5EE3F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5A6E46-0B48-4B44-9DA0-C7C1E05C3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0D4B93-E437-4DCC-9E09-16EA88BBC5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7A77E-05D0-4203-B655-9A2A21B58D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09CEAC-52D1-4D7C-99C4-13222A951E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F4AF89A-28FA-47FA-B28F-9A9C6913CB7A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548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7068" y="2062806"/>
            <a:ext cx="1138783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AEC FPCA 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 </a:t>
            </a:r>
            <a:r>
              <a:rPr lang="en-US" altLang="ko-KR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1D CNN </a:t>
            </a:r>
            <a:r>
              <a:rPr lang="ko-KR" altLang="en-US" sz="2400" b="1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결과 비교</a:t>
            </a:r>
            <a:endParaRPr sz="2400" b="1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7068" y="3139177"/>
            <a:ext cx="71399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1"/>
                </a:solidFill>
                <a:latin typeface="KoPub돋움체 Medium"/>
              </a:rPr>
              <a:t>2026. 0</a:t>
            </a:r>
            <a:r>
              <a:rPr lang="en-US" sz="1600" dirty="0">
                <a:solidFill>
                  <a:schemeClr val="bg1"/>
                </a:solidFill>
                <a:latin typeface="KoPub돋움체 Medium"/>
              </a:rPr>
              <a:t>9. 04</a:t>
            </a:r>
            <a:endParaRPr sz="1600" dirty="0">
              <a:solidFill>
                <a:schemeClr val="bg1"/>
              </a:solidFill>
              <a:latin typeface="KoPub돋움체 Medium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7068" y="3564777"/>
            <a:ext cx="7139940" cy="289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KoPub돋움체 Medium"/>
              </a:rPr>
              <a:t>JangHoon Chun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7068" y="3978214"/>
            <a:ext cx="7139940" cy="121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  <a:latin typeface="KoPub돋움체 Medium"/>
              </a:rPr>
              <a:t>Department of, Medical Device Engineering &amp; Management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Gangnam Severance Hospital,</a:t>
            </a:r>
          </a:p>
          <a:p>
            <a:r>
              <a:rPr sz="1600">
                <a:solidFill>
                  <a:srgbClr val="FFFFFF"/>
                </a:solidFill>
                <a:latin typeface="KoPub돋움체 Medium"/>
              </a:rPr>
              <a:t>Yonsei University College of Medicine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dirty="0" err="1"/>
              <a:t>목차</a:t>
            </a:r>
            <a:endParaRPr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FB6B5539-CC2D-F932-DAA3-12E2A40E7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/>
          <a:lstStyle/>
          <a:p>
            <a:pPr>
              <a:spcAft>
                <a:spcPts val="1000"/>
              </a:spcAft>
            </a:pPr>
            <a:r>
              <a:rPr lang="en-US" altLang="ko-KR" dirty="0"/>
              <a:t>Research</a:t>
            </a:r>
            <a:r>
              <a:rPr lang="ko-KR" altLang="en-US" dirty="0"/>
              <a:t> </a:t>
            </a:r>
            <a:r>
              <a:rPr lang="en-US" altLang="ko-KR" dirty="0"/>
              <a:t>Summary</a:t>
            </a:r>
          </a:p>
          <a:p>
            <a:pPr>
              <a:spcAft>
                <a:spcPts val="1000"/>
              </a:spcAft>
            </a:pPr>
            <a:r>
              <a:rPr lang="en-US" dirty="0"/>
              <a:t>References</a:t>
            </a:r>
          </a:p>
          <a:p>
            <a:pPr>
              <a:spcAft>
                <a:spcPts val="1000"/>
              </a:spcAft>
            </a:pPr>
            <a:r>
              <a:rPr lang="en-US" dirty="0"/>
              <a:t>Detailed Progress</a:t>
            </a:r>
          </a:p>
          <a:p>
            <a:pPr>
              <a:spcAft>
                <a:spcPts val="1000"/>
              </a:spcAft>
            </a:pPr>
            <a:r>
              <a:rPr lang="en-US" dirty="0"/>
              <a:t>Conclusion &amp; Next Plans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02787EC-F75F-AB92-4A6F-820CC3A51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lang="en-US" dirty="0"/>
              <a:t>Research 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/>
          <a:lstStyle/>
          <a:p>
            <a:r>
              <a:rPr b="1" dirty="0"/>
              <a:t>Clinic4(Sex, Age, Height, Weight) vs Clinic4 + VAT + SAT + AEC(FPCA)</a:t>
            </a:r>
          </a:p>
          <a:p>
            <a:pPr lvl="1"/>
            <a:r>
              <a:rPr dirty="0"/>
              <a:t>Internal ΔAUC </a:t>
            </a:r>
            <a:r>
              <a:rPr dirty="0" err="1"/>
              <a:t>평균</a:t>
            </a:r>
            <a:r>
              <a:rPr dirty="0"/>
              <a:t> +0.011 (HTN +0.016 · DM +0.013 · CKD +0.005)</a:t>
            </a:r>
          </a:p>
          <a:p>
            <a:pPr lvl="1"/>
            <a:r>
              <a:rPr dirty="0"/>
              <a:t>External ΔAUC </a:t>
            </a:r>
            <a:r>
              <a:rPr dirty="0" err="1"/>
              <a:t>평균</a:t>
            </a:r>
            <a:r>
              <a:rPr dirty="0"/>
              <a:t> +0.016 (HTN +0.016 · DM +0.020 · CKD +0.011)</a:t>
            </a:r>
          </a:p>
          <a:p>
            <a:r>
              <a:rPr b="1" dirty="0"/>
              <a:t>AEC-128 → 1D CNN </a:t>
            </a:r>
            <a:r>
              <a:rPr b="1" dirty="0" err="1"/>
              <a:t>멀티모달</a:t>
            </a:r>
            <a:r>
              <a:rPr b="1" dirty="0"/>
              <a:t> </a:t>
            </a:r>
            <a:r>
              <a:rPr b="1" dirty="0" err="1"/>
              <a:t>fusion으로</a:t>
            </a:r>
            <a:r>
              <a:rPr b="1" dirty="0"/>
              <a:t> </a:t>
            </a:r>
            <a:r>
              <a:rPr b="1" dirty="0" err="1"/>
              <a:t>재비교</a:t>
            </a:r>
            <a:r>
              <a:rPr b="1" dirty="0"/>
              <a:t> (</a:t>
            </a:r>
            <a:r>
              <a:rPr b="1" dirty="0" err="1"/>
              <a:t>아키텍처</a:t>
            </a:r>
            <a:r>
              <a:rPr b="1" dirty="0"/>
              <a:t> 10종·fusion 4종·전처리 </a:t>
            </a:r>
            <a:r>
              <a:rPr b="1" dirty="0" err="1"/>
              <a:t>다수</a:t>
            </a:r>
            <a:r>
              <a:rPr b="1" dirty="0"/>
              <a:t> </a:t>
            </a:r>
            <a:r>
              <a:rPr b="1" dirty="0" err="1"/>
              <a:t>스크리닝</a:t>
            </a:r>
            <a:r>
              <a:rPr b="1" dirty="0"/>
              <a:t>)</a:t>
            </a:r>
          </a:p>
          <a:p>
            <a:pPr lvl="1"/>
            <a:r>
              <a:rPr dirty="0"/>
              <a:t>Baseline vs FPCA vs 1D CNN 3-way: </a:t>
            </a:r>
            <a:r>
              <a:rPr dirty="0" err="1"/>
              <a:t>CNN이</a:t>
            </a:r>
            <a:r>
              <a:rPr dirty="0"/>
              <a:t> </a:t>
            </a:r>
            <a:r>
              <a:rPr dirty="0" err="1"/>
              <a:t>FPCA를</a:t>
            </a:r>
            <a:r>
              <a:rPr dirty="0"/>
              <a:t> </a:t>
            </a:r>
            <a:r>
              <a:rPr dirty="0" err="1"/>
              <a:t>이긴</a:t>
            </a:r>
            <a:r>
              <a:rPr dirty="0"/>
              <a:t> </a:t>
            </a:r>
            <a:r>
              <a:rPr dirty="0" err="1"/>
              <a:t>사례</a:t>
            </a:r>
            <a:r>
              <a:rPr dirty="0"/>
              <a:t> 0/6</a:t>
            </a:r>
          </a:p>
          <a:p>
            <a:pPr lvl="1"/>
            <a:r>
              <a:rPr dirty="0"/>
              <a:t>DM </a:t>
            </a:r>
            <a:r>
              <a:rPr dirty="0" err="1"/>
              <a:t>external은</a:t>
            </a:r>
            <a:r>
              <a:rPr dirty="0"/>
              <a:t> </a:t>
            </a:r>
            <a:r>
              <a:rPr dirty="0" err="1"/>
              <a:t>CNN이</a:t>
            </a:r>
            <a:r>
              <a:rPr dirty="0"/>
              <a:t> </a:t>
            </a:r>
            <a:r>
              <a:rPr dirty="0" err="1"/>
              <a:t>오히려</a:t>
            </a:r>
            <a:r>
              <a:rPr dirty="0"/>
              <a:t> </a:t>
            </a:r>
            <a:r>
              <a:rPr dirty="0" err="1"/>
              <a:t>유의하게</a:t>
            </a:r>
            <a:r>
              <a:rPr dirty="0"/>
              <a:t> </a:t>
            </a:r>
            <a:r>
              <a:rPr dirty="0" err="1"/>
              <a:t>열세</a:t>
            </a:r>
            <a:r>
              <a:rPr dirty="0"/>
              <a:t> (ΔAUC −0.031, DeLong p=0.0011)</a:t>
            </a:r>
          </a:p>
          <a:p>
            <a:r>
              <a:rPr b="1" dirty="0" err="1"/>
              <a:t>결론</a:t>
            </a:r>
            <a:r>
              <a:rPr b="1" dirty="0"/>
              <a:t>: AEC </a:t>
            </a:r>
            <a:r>
              <a:rPr b="1" dirty="0" err="1"/>
              <a:t>곡선</a:t>
            </a:r>
            <a:r>
              <a:rPr b="1" dirty="0"/>
              <a:t> </a:t>
            </a:r>
            <a:r>
              <a:rPr b="1" dirty="0" err="1"/>
              <a:t>정보는</a:t>
            </a:r>
            <a:r>
              <a:rPr b="1" dirty="0"/>
              <a:t> FPCA 3성분(PC1–3, </a:t>
            </a:r>
            <a:r>
              <a:rPr b="1" dirty="0" err="1"/>
              <a:t>누적분산</a:t>
            </a:r>
            <a:r>
              <a:rPr b="1" dirty="0"/>
              <a:t> 97.4%)</a:t>
            </a:r>
            <a:r>
              <a:rPr b="1" dirty="0" err="1"/>
              <a:t>으로</a:t>
            </a:r>
            <a:r>
              <a:rPr b="1" dirty="0"/>
              <a:t> </a:t>
            </a:r>
            <a:r>
              <a:rPr b="1" dirty="0" err="1"/>
              <a:t>충분히</a:t>
            </a:r>
            <a:r>
              <a:rPr b="1" dirty="0"/>
              <a:t> </a:t>
            </a:r>
            <a:r>
              <a:rPr b="1" dirty="0" err="1"/>
              <a:t>압축됨</a:t>
            </a:r>
            <a:r>
              <a:rPr b="1" dirty="0"/>
              <a:t> — 1D CNN </a:t>
            </a:r>
            <a:r>
              <a:rPr b="1" dirty="0" err="1"/>
              <a:t>추가이득</a:t>
            </a:r>
            <a:r>
              <a:rPr b="1" dirty="0"/>
              <a:t> </a:t>
            </a:r>
            <a:r>
              <a:rPr b="1" dirty="0" err="1"/>
              <a:t>없음</a:t>
            </a:r>
            <a:endParaRPr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D04E895-0FEF-BC1A-0FA7-78D6A709A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487C2AB-80F7-C18B-503C-6C54783C3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>
            <a:normAutofit/>
          </a:bodyPr>
          <a:lstStyle/>
          <a:p>
            <a:r>
              <a:rPr sz="1700" b="1"/>
              <a:t>Beretta et al., Sustainable Energy Grids &amp; Networks 2020 — Functional PCA</a:t>
            </a:r>
          </a:p>
          <a:p>
            <a:pPr lvl="1"/>
            <a:r>
              <a:rPr sz="1300"/>
              <a:t>전력 소비 곡선 → FPCA로 저차원 score 압축 · elbow로 n_components 선정</a:t>
            </a:r>
          </a:p>
          <a:p>
            <a:r>
              <a:rPr sz="1700" b="1"/>
              <a:t>Kachuee et al., IEEE ICHI 2018 (arXiv:1805.00794) — 1D CNN 원조격 아키텍처</a:t>
            </a:r>
          </a:p>
          <a:p>
            <a:pPr lvl="1"/>
            <a:r>
              <a:rPr sz="1300"/>
              <a:t>원시 ECG → Conv1D+Residual block 5개 직접 학습 · raw 곡선 conv 인코더 원형</a:t>
            </a:r>
          </a:p>
          <a:p>
            <a:r>
              <a:rPr sz="1700" b="1"/>
              <a:t>Mei et al., arXiv:2405.03239 — DeepSpiro</a:t>
            </a:r>
          </a:p>
          <a:p>
            <a:pPr lvl="1"/>
            <a:r>
              <a:rPr sz="1300"/>
              <a:t>곡선 encoder + 인구학적 변수를 heterogeneous fusion+temporal attention으로 결합</a:t>
            </a:r>
          </a:p>
          <a:p>
            <a:r>
              <a:rPr sz="1700" b="1"/>
              <a:t>Li et al., PeerJ Computer Science 2025 (DOI:10.7717/peerj-cs.3038) — PACFNet</a:t>
            </a:r>
          </a:p>
          <a:p>
            <a:pPr lvl="1"/>
            <a:r>
              <a:rPr sz="1300"/>
              <a:t>ECG+PCG 4단계 progressive cross-modal attention 융합 · cross-attention fusion 구현 사례</a:t>
            </a:r>
          </a:p>
          <a:p>
            <a:r>
              <a:rPr sz="1700" b="1"/>
              <a:t>Alipour et al., Radiology Advances 2025 (umaf035) — XComposition</a:t>
            </a:r>
          </a:p>
          <a:p>
            <a:pPr lvl="1"/>
            <a:r>
              <a:rPr sz="1300"/>
              <a:t>흉부 X-ray(영상 신호)+임상변수 4종을 concat fusion → 체성분 추정 · 본 연구 curve+clinic concat 구조의 근접 선례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3306C984-B95E-E633-CAEC-E8E8E7719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14C11-A2B1-E6AC-8D67-125407E49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B7410-953B-4D1D-2BC8-938278350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Progress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E0FEBAE-6E66-30DA-9E32-2BE1EEA96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2531532"/>
          </a:xfrm>
        </p:spPr>
        <p:txBody>
          <a:bodyPr wrap="square">
            <a:normAutofit lnSpcReduction="10000"/>
          </a:bodyPr>
          <a:lstStyle/>
          <a:p>
            <a:r>
              <a:rPr dirty="0"/>
              <a:t>AEC-128 </a:t>
            </a:r>
            <a:r>
              <a:rPr dirty="0" err="1"/>
              <a:t>원시곡선</a:t>
            </a:r>
            <a:r>
              <a:rPr dirty="0"/>
              <a:t>(</a:t>
            </a:r>
            <a:r>
              <a:rPr dirty="0" err="1"/>
              <a:t>liver→hip</a:t>
            </a:r>
            <a:r>
              <a:rPr dirty="0"/>
              <a:t>) → internal </a:t>
            </a:r>
            <a:r>
              <a:rPr dirty="0" err="1"/>
              <a:t>코호트</a:t>
            </a:r>
            <a:r>
              <a:rPr dirty="0"/>
              <a:t> PCA → elbow(</a:t>
            </a:r>
            <a:r>
              <a:rPr dirty="0" err="1"/>
              <a:t>Kneedle</a:t>
            </a:r>
            <a:r>
              <a:rPr dirty="0"/>
              <a:t>) k=3 </a:t>
            </a:r>
            <a:r>
              <a:rPr dirty="0" err="1"/>
              <a:t>고정</a:t>
            </a:r>
            <a:endParaRPr lang="en-US" dirty="0"/>
          </a:p>
          <a:p>
            <a:pPr lvl="1"/>
            <a:r>
              <a:rPr dirty="0"/>
              <a:t>전 </a:t>
            </a:r>
            <a:r>
              <a:rPr dirty="0" err="1"/>
              <a:t>질환·모델</a:t>
            </a:r>
            <a:r>
              <a:rPr dirty="0"/>
              <a:t> </a:t>
            </a:r>
            <a:r>
              <a:rPr dirty="0" err="1"/>
              <a:t>공통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(Prespecified AEC Score)</a:t>
            </a:r>
          </a:p>
          <a:p>
            <a:r>
              <a:rPr dirty="0"/>
              <a:t>PC1–3 </a:t>
            </a:r>
            <a:r>
              <a:rPr dirty="0" err="1"/>
              <a:t>누적</a:t>
            </a:r>
            <a:r>
              <a:rPr dirty="0"/>
              <a:t> explained variance 97.4% (PC1 84.6% · PC2 10.2% · PC3 2.6%)</a:t>
            </a:r>
          </a:p>
          <a:p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입력</a:t>
            </a:r>
            <a:r>
              <a:rPr dirty="0"/>
              <a:t>: Sex/Age/Height/Weight + VAT+SAT + FPCA(PC1–3) → Logistic Regression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169B836B-4EA8-BDED-D703-3F731A402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5</a:t>
            </a:fld>
            <a:endParaRPr lang="ko-KR" altLang="en-US" dirty="0"/>
          </a:p>
        </p:txBody>
      </p:sp>
      <p:pic>
        <p:nvPicPr>
          <p:cNvPr id="5" name="Picture 4" descr="fig_scree_elb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3656928"/>
            <a:ext cx="3971767" cy="2720748"/>
          </a:xfrm>
          <a:prstGeom prst="rect">
            <a:avLst/>
          </a:prstGeom>
        </p:spPr>
      </p:pic>
      <p:pic>
        <p:nvPicPr>
          <p:cNvPr id="6" name="Picture 5" descr="fpca_loading_cur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9767" y="3656928"/>
            <a:ext cx="7054229" cy="2720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819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CAAAE-7E97-0AD6-02BE-298312547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2804-FFAB-2B50-A236-1ECE69A4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Progress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D984B2-087D-E81B-A974-64F9B725A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600000"/>
          </a:xfrm>
        </p:spPr>
        <p:txBody>
          <a:bodyPr wrap="square">
            <a:normAutofit/>
          </a:bodyPr>
          <a:lstStyle/>
          <a:p>
            <a:r>
              <a:rPr sz="1800" dirty="0"/>
              <a:t>Family B: Clinic4 → + VAT+SAT → + VAT+SAT+AEC(FPCA), 5-fold OOF(internal) / frozen </a:t>
            </a:r>
            <a:r>
              <a:rPr sz="1800" dirty="0" err="1"/>
              <a:t>평가</a:t>
            </a:r>
            <a:r>
              <a:rPr sz="1800" dirty="0"/>
              <a:t>(external)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E7EA8495-A832-0D03-0EB2-ADA9029E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8000" y="5890000"/>
            <a:ext cx="11176000" cy="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/>
              <a:t>AEC 추가효과(DeLong, +VAT+SAT 대비): HTN internal p=0.91 / external p=0.26  ·  DM internal p=0.050 / external p=0.18  ·  CKD internal p=0.66 / external p=0.079  — 유의(p&lt;0.05) 0/6</a:t>
            </a:r>
          </a:p>
        </p:txBody>
      </p:sp>
      <p:pic>
        <p:nvPicPr>
          <p:cNvPr id="7" name="Picture 6" descr="logistic_regression_auc_summary_vats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93" y="1577468"/>
            <a:ext cx="10092214" cy="431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855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5B060-C1C9-E631-48A7-1CF11620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F575B-11AD-FF3A-607F-AA37B15AC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Progress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1DAE8BD-3A47-A9E4-0FA6-C97AA1DCB1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7"/>
            <a:ext cx="11176000" cy="1289141"/>
          </a:xfrm>
        </p:spPr>
        <p:txBody>
          <a:bodyPr wrap="square">
            <a:normAutofit/>
          </a:bodyPr>
          <a:lstStyle/>
          <a:p>
            <a:r>
              <a:rPr dirty="0" err="1"/>
              <a:t>질환</a:t>
            </a:r>
            <a:r>
              <a:rPr dirty="0"/>
              <a:t>(HTN/DM/CKD) </a:t>
            </a:r>
            <a:r>
              <a:rPr dirty="0" err="1"/>
              <a:t>유무별</a:t>
            </a:r>
            <a:r>
              <a:rPr dirty="0"/>
              <a:t> </a:t>
            </a:r>
            <a:r>
              <a:rPr dirty="0" err="1"/>
              <a:t>평균</a:t>
            </a:r>
            <a:r>
              <a:rPr dirty="0"/>
              <a:t> AEC </a:t>
            </a:r>
            <a:r>
              <a:rPr dirty="0" err="1"/>
              <a:t>곡선</a:t>
            </a:r>
            <a:r>
              <a:rPr dirty="0"/>
              <a:t> </a:t>
            </a:r>
            <a:r>
              <a:rPr lang="en-US" altLang="ko-KR" dirty="0"/>
              <a:t>—</a:t>
            </a:r>
            <a:r>
              <a:rPr dirty="0"/>
              <a:t> patient-wise z-score </a:t>
            </a:r>
            <a:r>
              <a:rPr dirty="0" err="1"/>
              <a:t>정규화</a:t>
            </a:r>
            <a:endParaRPr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D1F6C822-D69E-A1B7-7585-A8528F05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pic>
        <p:nvPicPr>
          <p:cNvPr id="5" name="Picture 4" descr="aec_mean_curve_grid.png"/>
          <p:cNvPicPr>
            <a:picLocks noChangeAspect="1"/>
          </p:cNvPicPr>
          <p:nvPr/>
        </p:nvPicPr>
        <p:blipFill>
          <a:blip r:embed="rId3"/>
          <a:srcRect t="4820"/>
          <a:stretch>
            <a:fillRect/>
          </a:stretch>
        </p:blipFill>
        <p:spPr>
          <a:xfrm>
            <a:off x="1818185" y="1540565"/>
            <a:ext cx="8555629" cy="4833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696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D5289-8D6A-6CA6-7A11-37A0EF2A8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7FF57-1C6E-30CD-0A07-E7692F524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Progress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DCE46F8-A092-75A7-509C-CBD3E5F3D9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>
            <a:normAutofit/>
          </a:bodyPr>
          <a:lstStyle/>
          <a:p>
            <a:r>
              <a:rPr sz="1800" b="1" dirty="0"/>
              <a:t>Alipour et al., Radiology Advances 2025 (umaf035) — </a:t>
            </a:r>
            <a:r>
              <a:rPr sz="1800" b="1" dirty="0" err="1"/>
              <a:t>XComposition</a:t>
            </a:r>
            <a:r>
              <a:rPr sz="1800" b="1" dirty="0"/>
              <a:t> </a:t>
            </a:r>
            <a:r>
              <a:rPr sz="1800" b="1" dirty="0" err="1"/>
              <a:t>아키텍처</a:t>
            </a:r>
            <a:endParaRPr sz="1800" b="1" dirty="0"/>
          </a:p>
          <a:p>
            <a:pPr lvl="1"/>
            <a:r>
              <a:rPr sz="1400" dirty="0" err="1"/>
              <a:t>흉부</a:t>
            </a:r>
            <a:r>
              <a:rPr sz="1400" dirty="0"/>
              <a:t> X-ray → CNN </a:t>
            </a:r>
            <a:r>
              <a:rPr sz="1400" dirty="0" err="1"/>
              <a:t>인코더</a:t>
            </a:r>
            <a:r>
              <a:rPr sz="1400" dirty="0"/>
              <a:t>(Flatten) + </a:t>
            </a:r>
            <a:r>
              <a:rPr sz="1400" dirty="0" err="1"/>
              <a:t>임상변수</a:t>
            </a:r>
            <a:r>
              <a:rPr sz="1400" dirty="0"/>
              <a:t>(Age/Sex/Weight/Height) → Early/Intermediate/Late Fusion </a:t>
            </a:r>
            <a:r>
              <a:rPr sz="1400" dirty="0" err="1"/>
              <a:t>비교</a:t>
            </a:r>
            <a:r>
              <a:rPr sz="1400" dirty="0"/>
              <a:t> → Dense → </a:t>
            </a:r>
            <a:r>
              <a:rPr sz="1400" dirty="0" err="1"/>
              <a:t>체성분</a:t>
            </a:r>
            <a:r>
              <a:rPr sz="1400" dirty="0"/>
              <a:t>(</a:t>
            </a:r>
            <a:r>
              <a:rPr sz="1400" dirty="0" err="1"/>
              <a:t>골격근</a:t>
            </a:r>
            <a:r>
              <a:rPr sz="1400" dirty="0"/>
              <a:t>/VAT/SAT/</a:t>
            </a:r>
            <a:r>
              <a:rPr sz="1400" dirty="0" err="1"/>
              <a:t>척추골</a:t>
            </a:r>
            <a:r>
              <a:rPr sz="1400" dirty="0"/>
              <a:t> volume) </a:t>
            </a:r>
            <a:r>
              <a:rPr sz="1400" dirty="0" err="1"/>
              <a:t>예측</a:t>
            </a:r>
            <a:endParaRPr sz="1400" dirty="0"/>
          </a:p>
          <a:p>
            <a:pPr lvl="1"/>
            <a:r>
              <a:rPr sz="1400" dirty="0"/>
              <a:t>본 </a:t>
            </a:r>
            <a:r>
              <a:rPr sz="1400" dirty="0" err="1"/>
              <a:t>연구</a:t>
            </a:r>
            <a:r>
              <a:rPr sz="1400" dirty="0"/>
              <a:t> </a:t>
            </a:r>
            <a:r>
              <a:rPr sz="1400" dirty="0" err="1"/>
              <a:t>구조</a:t>
            </a:r>
            <a:r>
              <a:rPr sz="1400" dirty="0"/>
              <a:t>(AEC curve encoder + clinic encoder </a:t>
            </a:r>
            <a:r>
              <a:rPr sz="1400" dirty="0" err="1"/>
              <a:t>각각</a:t>
            </a:r>
            <a:r>
              <a:rPr sz="1400" dirty="0"/>
              <a:t> </a:t>
            </a:r>
            <a:r>
              <a:rPr sz="1400" dirty="0" err="1"/>
              <a:t>임베딩</a:t>
            </a:r>
            <a:r>
              <a:rPr sz="1400" dirty="0"/>
              <a:t> → </a:t>
            </a:r>
            <a:r>
              <a:rPr sz="1400" dirty="0" err="1"/>
              <a:t>concat</a:t>
            </a:r>
            <a:r>
              <a:rPr sz="1400" dirty="0"/>
              <a:t>(32) → </a:t>
            </a:r>
            <a:r>
              <a:rPr sz="1400" dirty="0" err="1"/>
              <a:t>공유</a:t>
            </a:r>
            <a:r>
              <a:rPr sz="1400" dirty="0"/>
              <a:t> Fusion Head, </a:t>
            </a:r>
            <a:r>
              <a:rPr sz="1400" dirty="0" err="1"/>
              <a:t>슬라이드</a:t>
            </a:r>
            <a:r>
              <a:rPr sz="1400" dirty="0"/>
              <a:t> 9)는 이 </a:t>
            </a:r>
            <a:r>
              <a:rPr sz="1400" dirty="0" err="1"/>
              <a:t>분류</a:t>
            </a:r>
            <a:r>
              <a:rPr sz="1400" dirty="0"/>
              <a:t> </a:t>
            </a:r>
            <a:r>
              <a:rPr sz="1400" dirty="0" err="1"/>
              <a:t>체계상</a:t>
            </a:r>
            <a:r>
              <a:rPr sz="1400" dirty="0"/>
              <a:t> Intermediate </a:t>
            </a:r>
            <a:r>
              <a:rPr sz="1400" dirty="0" err="1"/>
              <a:t>Fusion에</a:t>
            </a:r>
            <a:r>
              <a:rPr sz="1400" dirty="0"/>
              <a:t> </a:t>
            </a:r>
            <a:r>
              <a:rPr sz="1400" dirty="0" err="1"/>
              <a:t>해당</a:t>
            </a:r>
            <a:r>
              <a:rPr sz="1400" dirty="0"/>
              <a:t> — Late Fusion(</a:t>
            </a:r>
            <a:r>
              <a:rPr sz="1400" dirty="0" err="1"/>
              <a:t>모달리티별</a:t>
            </a:r>
            <a:r>
              <a:rPr sz="1400" dirty="0"/>
              <a:t> </a:t>
            </a:r>
            <a:r>
              <a:rPr sz="1400" dirty="0" err="1"/>
              <a:t>독립</a:t>
            </a:r>
            <a:r>
              <a:rPr sz="1400" dirty="0"/>
              <a:t> </a:t>
            </a:r>
            <a:r>
              <a:rPr sz="1400" dirty="0" err="1"/>
              <a:t>예측</a:t>
            </a:r>
            <a:r>
              <a:rPr sz="1400" dirty="0"/>
              <a:t> 후 </a:t>
            </a:r>
            <a:r>
              <a:rPr sz="1400" dirty="0" err="1"/>
              <a:t>결합</a:t>
            </a:r>
            <a:r>
              <a:rPr sz="1400" dirty="0"/>
              <a:t>)이 </a:t>
            </a:r>
            <a:r>
              <a:rPr sz="1400" dirty="0" err="1"/>
              <a:t>아니라</a:t>
            </a:r>
            <a:r>
              <a:rPr sz="1400" dirty="0"/>
              <a:t>, </a:t>
            </a:r>
            <a:r>
              <a:rPr sz="1400" dirty="0" err="1"/>
              <a:t>특징벡터</a:t>
            </a:r>
            <a:r>
              <a:rPr sz="1400" dirty="0"/>
              <a:t> </a:t>
            </a:r>
            <a:r>
              <a:rPr sz="1400" dirty="0" err="1"/>
              <a:t>단계에서</a:t>
            </a:r>
            <a:r>
              <a:rPr sz="1400" dirty="0"/>
              <a:t> </a:t>
            </a:r>
            <a:r>
              <a:rPr sz="1400" dirty="0" err="1"/>
              <a:t>결합</a:t>
            </a:r>
            <a:r>
              <a:rPr sz="1400" dirty="0"/>
              <a:t> 후 </a:t>
            </a:r>
            <a:r>
              <a:rPr sz="1400" dirty="0" err="1"/>
              <a:t>공유</a:t>
            </a:r>
            <a:r>
              <a:rPr sz="1400" dirty="0"/>
              <a:t> </a:t>
            </a:r>
            <a:r>
              <a:rPr sz="1400" dirty="0" err="1"/>
              <a:t>head로</a:t>
            </a:r>
            <a:r>
              <a:rPr sz="1400" dirty="0"/>
              <a:t> </a:t>
            </a:r>
            <a:r>
              <a:rPr sz="1400" dirty="0" err="1"/>
              <a:t>처리</a:t>
            </a:r>
            <a:endParaRPr sz="14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5BEF1BA-AAF2-CF32-7673-DB08E6C8B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ACAD3FB6-96EF-4EA0-1457-BA73AB6852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7282" y="2962159"/>
            <a:ext cx="7237435" cy="339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420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44EE8-F0F7-5A5F-FB82-89245802CF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F334E-7EE1-AEB2-581C-2978E3EC2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Progress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ED1048-15AB-69C1-8A23-6437F96F19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5063066"/>
          </a:xfrm>
        </p:spPr>
        <p:txBody>
          <a:bodyPr wrap="square">
            <a:normAutofit/>
          </a:bodyPr>
          <a:lstStyle/>
          <a:p>
            <a:r>
              <a:rPr sz="2000" dirty="0"/>
              <a:t>1D CNN </a:t>
            </a:r>
            <a:r>
              <a:rPr sz="2000" dirty="0" err="1"/>
              <a:t>멀티모달</a:t>
            </a:r>
            <a:r>
              <a:rPr sz="2000" dirty="0"/>
              <a:t> </a:t>
            </a:r>
            <a:r>
              <a:rPr sz="2000" dirty="0" err="1"/>
              <a:t>아키텍처</a:t>
            </a:r>
            <a:r>
              <a:rPr sz="2000" dirty="0"/>
              <a:t> </a:t>
            </a:r>
            <a:r>
              <a:rPr sz="2000" dirty="0" err="1"/>
              <a:t>도식화</a:t>
            </a:r>
            <a:endParaRPr sz="20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E1E8A08C-F64C-9189-00EA-233B8B6298E9}"/>
              </a:ext>
            </a:extLst>
          </p:cNvPr>
          <p:cNvGrpSpPr/>
          <p:nvPr/>
        </p:nvGrpSpPr>
        <p:grpSpPr>
          <a:xfrm>
            <a:off x="432682" y="2148840"/>
            <a:ext cx="11326635" cy="2560320"/>
            <a:chOff x="457199" y="2148840"/>
            <a:chExt cx="11326635" cy="2560320"/>
          </a:xfrm>
        </p:grpSpPr>
        <p:sp>
          <p:nvSpPr>
            <p:cNvPr id="6" name="Rounded Rectangle 2">
              <a:extLst>
                <a:ext uri="{FF2B5EF4-FFF2-40B4-BE49-F238E27FC236}">
                  <a16:creationId xmlns:a16="http://schemas.microsoft.com/office/drawing/2014/main" id="{9D4CF375-4219-A116-C4EB-8A1A09D68F6B}"/>
                </a:ext>
              </a:extLst>
            </p:cNvPr>
            <p:cNvSpPr/>
            <p:nvPr/>
          </p:nvSpPr>
          <p:spPr>
            <a:xfrm>
              <a:off x="457200" y="2148840"/>
              <a:ext cx="1463040" cy="777240"/>
            </a:xfrm>
            <a:prstGeom prst="roundRect">
              <a:avLst/>
            </a:prstGeom>
            <a:solidFill>
              <a:srgbClr val="1B6BA8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AEC 곡선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</a:rPr>
                <a:t>(128포인트)</a:t>
              </a:r>
            </a:p>
          </p:txBody>
        </p:sp>
        <p:sp>
          <p:nvSpPr>
            <p:cNvPr id="7" name="Rounded Rectangle 3">
              <a:extLst>
                <a:ext uri="{FF2B5EF4-FFF2-40B4-BE49-F238E27FC236}">
                  <a16:creationId xmlns:a16="http://schemas.microsoft.com/office/drawing/2014/main" id="{B113B332-62B2-1131-8860-9FA8EF083BF3}"/>
                </a:ext>
              </a:extLst>
            </p:cNvPr>
            <p:cNvSpPr/>
            <p:nvPr/>
          </p:nvSpPr>
          <p:spPr>
            <a:xfrm>
              <a:off x="2286000" y="2148840"/>
              <a:ext cx="1463040" cy="777240"/>
            </a:xfrm>
            <a:prstGeom prst="roundRect">
              <a:avLst/>
            </a:prstGeom>
            <a:solidFill>
              <a:srgbClr val="1B6BA8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Conv1D x3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</a:rPr>
                <a:t>64-128-64채널</a:t>
              </a:r>
            </a:p>
          </p:txBody>
        </p:sp>
        <p:sp>
          <p:nvSpPr>
            <p:cNvPr id="8" name="Rounded Rectangle 4">
              <a:extLst>
                <a:ext uri="{FF2B5EF4-FFF2-40B4-BE49-F238E27FC236}">
                  <a16:creationId xmlns:a16="http://schemas.microsoft.com/office/drawing/2014/main" id="{B7E7DEFD-1EAF-9E9D-CF9E-195622FDEDC6}"/>
                </a:ext>
              </a:extLst>
            </p:cNvPr>
            <p:cNvSpPr/>
            <p:nvPr/>
          </p:nvSpPr>
          <p:spPr>
            <a:xfrm>
              <a:off x="4114800" y="2148840"/>
              <a:ext cx="1463040" cy="777240"/>
            </a:xfrm>
            <a:prstGeom prst="roundRect">
              <a:avLst/>
            </a:prstGeom>
            <a:solidFill>
              <a:srgbClr val="1B6BA8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전역평균풀링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</a:rPr>
                <a:t>+ Embed(16)</a:t>
              </a:r>
            </a:p>
          </p:txBody>
        </p:sp>
        <p:sp>
          <p:nvSpPr>
            <p:cNvPr id="9" name="Rounded Rectangle 5">
              <a:extLst>
                <a:ext uri="{FF2B5EF4-FFF2-40B4-BE49-F238E27FC236}">
                  <a16:creationId xmlns:a16="http://schemas.microsoft.com/office/drawing/2014/main" id="{E5F630F8-2C78-D2B3-9D1A-17C351605CDD}"/>
                </a:ext>
              </a:extLst>
            </p:cNvPr>
            <p:cNvSpPr/>
            <p:nvPr/>
          </p:nvSpPr>
          <p:spPr>
            <a:xfrm>
              <a:off x="457199" y="3931920"/>
              <a:ext cx="2753139" cy="777240"/>
            </a:xfrm>
            <a:prstGeom prst="roundRect">
              <a:avLst/>
            </a:prstGeom>
            <a:solidFill>
              <a:srgbClr val="E2622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 dirty="0" err="1">
                  <a:solidFill>
                    <a:srgbClr val="FFFFFF"/>
                  </a:solidFill>
                </a:rPr>
                <a:t>임상변수</a:t>
              </a:r>
              <a:r>
                <a:rPr sz="1300" b="1" dirty="0">
                  <a:solidFill>
                    <a:srgbClr val="FFFFFF"/>
                  </a:solidFill>
                </a:rPr>
                <a:t> 6종</a:t>
              </a:r>
            </a:p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(</a:t>
              </a:r>
              <a:r>
                <a:rPr sz="1300" b="1" dirty="0" err="1">
                  <a:solidFill>
                    <a:srgbClr val="FFFFFF"/>
                  </a:solidFill>
                </a:rPr>
                <a:t>성별</a:t>
              </a:r>
              <a:r>
                <a:rPr sz="1300" b="1" dirty="0">
                  <a:solidFill>
                    <a:srgbClr val="FFFFFF"/>
                  </a:solidFill>
                </a:rPr>
                <a:t>/</a:t>
              </a:r>
              <a:r>
                <a:rPr sz="1300" b="1" dirty="0" err="1">
                  <a:solidFill>
                    <a:srgbClr val="FFFFFF"/>
                  </a:solidFill>
                </a:rPr>
                <a:t>나이</a:t>
              </a:r>
              <a:r>
                <a:rPr sz="1300" b="1" dirty="0">
                  <a:solidFill>
                    <a:srgbClr val="FFFFFF"/>
                  </a:solidFill>
                </a:rPr>
                <a:t>/키/</a:t>
              </a:r>
              <a:r>
                <a:rPr sz="1300" b="1" dirty="0" err="1">
                  <a:solidFill>
                    <a:srgbClr val="FFFFFF"/>
                  </a:solidFill>
                </a:rPr>
                <a:t>몸무게</a:t>
              </a:r>
              <a:r>
                <a:rPr sz="1300" b="1" dirty="0">
                  <a:solidFill>
                    <a:srgbClr val="FFFFFF"/>
                  </a:solidFill>
                </a:rPr>
                <a:t>/VAT/SAT)</a:t>
              </a:r>
            </a:p>
          </p:txBody>
        </p:sp>
        <p:sp>
          <p:nvSpPr>
            <p:cNvPr id="10" name="Rounded Rectangle 6">
              <a:extLst>
                <a:ext uri="{FF2B5EF4-FFF2-40B4-BE49-F238E27FC236}">
                  <a16:creationId xmlns:a16="http://schemas.microsoft.com/office/drawing/2014/main" id="{C7C65E37-43AD-9198-3B8D-4B70CFA17F22}"/>
                </a:ext>
              </a:extLst>
            </p:cNvPr>
            <p:cNvSpPr/>
            <p:nvPr/>
          </p:nvSpPr>
          <p:spPr>
            <a:xfrm>
              <a:off x="3931920" y="3931920"/>
              <a:ext cx="1645920" cy="777240"/>
            </a:xfrm>
            <a:prstGeom prst="roundRect">
              <a:avLst/>
            </a:prstGeom>
            <a:solidFill>
              <a:srgbClr val="E2622E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Linear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</a:rPr>
                <a:t>+ Embed(16)</a:t>
              </a:r>
            </a:p>
          </p:txBody>
        </p:sp>
        <p:sp>
          <p:nvSpPr>
            <p:cNvPr id="11" name="Rounded Rectangle 7">
              <a:extLst>
                <a:ext uri="{FF2B5EF4-FFF2-40B4-BE49-F238E27FC236}">
                  <a16:creationId xmlns:a16="http://schemas.microsoft.com/office/drawing/2014/main" id="{33B3A35A-7B95-72CA-6CB2-8E4DF205C024}"/>
                </a:ext>
              </a:extLst>
            </p:cNvPr>
            <p:cNvSpPr/>
            <p:nvPr/>
          </p:nvSpPr>
          <p:spPr>
            <a:xfrm>
              <a:off x="7028954" y="3154680"/>
              <a:ext cx="1188720" cy="77724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>
                  <a:solidFill>
                    <a:srgbClr val="FFFFFF"/>
                  </a:solidFill>
                </a:rPr>
                <a:t>Concat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</a:rPr>
                <a:t>(32)</a:t>
              </a:r>
            </a:p>
          </p:txBody>
        </p:sp>
        <p:sp>
          <p:nvSpPr>
            <p:cNvPr id="12" name="Rounded Rectangle 8">
              <a:extLst>
                <a:ext uri="{FF2B5EF4-FFF2-40B4-BE49-F238E27FC236}">
                  <a16:creationId xmlns:a16="http://schemas.microsoft.com/office/drawing/2014/main" id="{65836CE1-35AD-1049-B3B4-D8E8746B95FF}"/>
                </a:ext>
              </a:extLst>
            </p:cNvPr>
            <p:cNvSpPr/>
            <p:nvPr/>
          </p:nvSpPr>
          <p:spPr>
            <a:xfrm>
              <a:off x="8583433" y="3154680"/>
              <a:ext cx="1737360" cy="777240"/>
            </a:xfrm>
            <a:prstGeom prst="roundRect">
              <a:avLst/>
            </a:prstGeom>
            <a:solidFill>
              <a:srgbClr val="595959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Fusion Head</a:t>
              </a:r>
            </a:p>
            <a:p>
              <a:pPr algn="ctr"/>
              <a:r>
                <a:rPr sz="1300" b="1" dirty="0" err="1">
                  <a:solidFill>
                    <a:srgbClr val="FFFFFF"/>
                  </a:solidFill>
                </a:rPr>
                <a:t>Linear+ReLU</a:t>
              </a:r>
              <a:endParaRPr lang="en-US" sz="1300" b="1" dirty="0">
                <a:solidFill>
                  <a:srgbClr val="FFFFFF"/>
                </a:solidFill>
              </a:endParaRPr>
            </a:p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+Dropout</a:t>
              </a:r>
            </a:p>
          </p:txBody>
        </p:sp>
        <p:sp>
          <p:nvSpPr>
            <p:cNvPr id="13" name="Rounded Rectangle 9">
              <a:extLst>
                <a:ext uri="{FF2B5EF4-FFF2-40B4-BE49-F238E27FC236}">
                  <a16:creationId xmlns:a16="http://schemas.microsoft.com/office/drawing/2014/main" id="{56EBE596-2FBD-20BB-AFE9-C57539D69B33}"/>
                </a:ext>
              </a:extLst>
            </p:cNvPr>
            <p:cNvSpPr/>
            <p:nvPr/>
          </p:nvSpPr>
          <p:spPr>
            <a:xfrm>
              <a:off x="10595114" y="3154680"/>
              <a:ext cx="1188720" cy="777240"/>
            </a:xfrm>
            <a:prstGeom prst="roundRect">
              <a:avLst/>
            </a:prstGeom>
            <a:solidFill>
              <a:srgbClr val="2E8B57"/>
            </a:solidFill>
            <a:ln w="12700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27432" rIns="45720" bIns="27432" rtlCol="0" anchor="ctr"/>
            <a:lstStyle/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Output</a:t>
              </a:r>
            </a:p>
            <a:p>
              <a:pPr algn="ctr"/>
              <a:r>
                <a:rPr sz="1300" b="1" dirty="0">
                  <a:solidFill>
                    <a:srgbClr val="FFFFFF"/>
                  </a:solidFill>
                </a:rPr>
                <a:t>P(</a:t>
              </a:r>
              <a:r>
                <a:rPr sz="1300" b="1" dirty="0" err="1">
                  <a:solidFill>
                    <a:srgbClr val="FFFFFF"/>
                  </a:solidFill>
                </a:rPr>
                <a:t>질환</a:t>
              </a:r>
              <a:r>
                <a:rPr sz="1300" b="1" dirty="0">
                  <a:solidFill>
                    <a:srgbClr val="FFFFFF"/>
                  </a:solidFill>
                </a:rPr>
                <a:t>)</a:t>
              </a:r>
            </a:p>
          </p:txBody>
        </p:sp>
        <p:cxnSp>
          <p:nvCxnSpPr>
            <p:cNvPr id="14" name="Connector 10">
              <a:extLst>
                <a:ext uri="{FF2B5EF4-FFF2-40B4-BE49-F238E27FC236}">
                  <a16:creationId xmlns:a16="http://schemas.microsoft.com/office/drawing/2014/main" id="{879F2841-50DA-638C-EAEB-B518A6A09F22}"/>
                </a:ext>
              </a:extLst>
            </p:cNvPr>
            <p:cNvCxnSpPr>
              <a:cxnSpLocks/>
              <a:stCxn id="6" idx="3"/>
              <a:endCxn id="7" idx="1"/>
            </p:cNvCxnSpPr>
            <p:nvPr/>
          </p:nvCxnSpPr>
          <p:spPr>
            <a:xfrm>
              <a:off x="1920240" y="2537460"/>
              <a:ext cx="365760" cy="0"/>
            </a:xfrm>
            <a:prstGeom prst="line">
              <a:avLst/>
            </a:prstGeom>
            <a:ln w="22225">
              <a:solidFill>
                <a:srgbClr val="1B6B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11">
              <a:extLst>
                <a:ext uri="{FF2B5EF4-FFF2-40B4-BE49-F238E27FC236}">
                  <a16:creationId xmlns:a16="http://schemas.microsoft.com/office/drawing/2014/main" id="{705F0396-384D-1CE1-2D91-AB2A30AFD39F}"/>
                </a:ext>
              </a:extLst>
            </p:cNvPr>
            <p:cNvCxnSpPr>
              <a:cxnSpLocks/>
              <a:stCxn id="7" idx="3"/>
              <a:endCxn id="8" idx="1"/>
            </p:cNvCxnSpPr>
            <p:nvPr/>
          </p:nvCxnSpPr>
          <p:spPr>
            <a:xfrm>
              <a:off x="3749040" y="2537460"/>
              <a:ext cx="365760" cy="0"/>
            </a:xfrm>
            <a:prstGeom prst="line">
              <a:avLst/>
            </a:prstGeom>
            <a:ln w="22225">
              <a:solidFill>
                <a:srgbClr val="1B6B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12">
              <a:extLst>
                <a:ext uri="{FF2B5EF4-FFF2-40B4-BE49-F238E27FC236}">
                  <a16:creationId xmlns:a16="http://schemas.microsoft.com/office/drawing/2014/main" id="{F0F74609-C655-72A8-3684-8E6E9C4C428D}"/>
                </a:ext>
              </a:extLst>
            </p:cNvPr>
            <p:cNvCxnSpPr>
              <a:cxnSpLocks/>
              <a:stCxn id="9" idx="3"/>
              <a:endCxn id="10" idx="1"/>
            </p:cNvCxnSpPr>
            <p:nvPr/>
          </p:nvCxnSpPr>
          <p:spPr>
            <a:xfrm>
              <a:off x="3210338" y="4320540"/>
              <a:ext cx="721582" cy="0"/>
            </a:xfrm>
            <a:prstGeom prst="line">
              <a:avLst/>
            </a:prstGeom>
            <a:ln w="22225">
              <a:solidFill>
                <a:srgbClr val="E2622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or 13">
              <a:extLst>
                <a:ext uri="{FF2B5EF4-FFF2-40B4-BE49-F238E27FC236}">
                  <a16:creationId xmlns:a16="http://schemas.microsoft.com/office/drawing/2014/main" id="{60139370-295F-D5E1-0B8C-7E28C42AFF20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5577840" y="2537460"/>
              <a:ext cx="1451114" cy="891540"/>
            </a:xfrm>
            <a:prstGeom prst="line">
              <a:avLst/>
            </a:prstGeom>
            <a:ln w="22225">
              <a:solidFill>
                <a:srgbClr val="1B6BA8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 14">
              <a:extLst>
                <a:ext uri="{FF2B5EF4-FFF2-40B4-BE49-F238E27FC236}">
                  <a16:creationId xmlns:a16="http://schemas.microsoft.com/office/drawing/2014/main" id="{81CA9269-FB7B-E34F-2556-3C7BE582912E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5577840" y="3727175"/>
              <a:ext cx="1451114" cy="593365"/>
            </a:xfrm>
            <a:prstGeom prst="line">
              <a:avLst/>
            </a:prstGeom>
            <a:ln w="22225">
              <a:solidFill>
                <a:srgbClr val="E2622E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or 15">
              <a:extLst>
                <a:ext uri="{FF2B5EF4-FFF2-40B4-BE49-F238E27FC236}">
                  <a16:creationId xmlns:a16="http://schemas.microsoft.com/office/drawing/2014/main" id="{396CABAD-5CCB-0FA0-E882-B5E148BDEE3E}"/>
                </a:ext>
              </a:extLst>
            </p:cNvPr>
            <p:cNvCxnSpPr/>
            <p:nvPr/>
          </p:nvCxnSpPr>
          <p:spPr>
            <a:xfrm>
              <a:off x="8217674" y="3543300"/>
              <a:ext cx="365759" cy="0"/>
            </a:xfrm>
            <a:prstGeom prst="line">
              <a:avLst/>
            </a:prstGeom>
            <a:ln w="22225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nector 16">
              <a:extLst>
                <a:ext uri="{FF2B5EF4-FFF2-40B4-BE49-F238E27FC236}">
                  <a16:creationId xmlns:a16="http://schemas.microsoft.com/office/drawing/2014/main" id="{155FD7B5-9E82-9FAE-D219-AABF0B837FE6}"/>
                </a:ext>
              </a:extLst>
            </p:cNvPr>
            <p:cNvCxnSpPr/>
            <p:nvPr/>
          </p:nvCxnSpPr>
          <p:spPr>
            <a:xfrm>
              <a:off x="10320793" y="3543300"/>
              <a:ext cx="274321" cy="0"/>
            </a:xfrm>
            <a:prstGeom prst="line">
              <a:avLst/>
            </a:prstGeom>
            <a:ln w="22225">
              <a:solidFill>
                <a:srgbClr val="595959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FFF5BB3-5687-8EA4-5F3F-50869EF48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429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601DB-84C6-FD0A-C78B-62E4DFEF19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2EA6C-CD6B-3E34-497A-A1C1236FF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Detailed Progress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11BA0B-CE4F-3235-D7F6-E7508AFAE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897468"/>
            <a:ext cx="11176000" cy="950000"/>
          </a:xfrm>
        </p:spPr>
        <p:txBody>
          <a:bodyPr wrap="square">
            <a:normAutofit/>
          </a:bodyPr>
          <a:lstStyle/>
          <a:p>
            <a:r>
              <a:rPr sz="1500"/>
              <a:t>Clinic4 vs AEC(FPCA) vs AEC(1D CNN, Intermediate Fusion) vs AEC(1D CNN, Late Fusion) 4-way 비교</a:t>
            </a:r>
          </a:p>
          <a:p>
            <a:pPr lvl="1"/>
            <a:r>
              <a:rPr sz="1300"/>
              <a:t>Late Fusion = curve 전용 모델과 clinic 전용 모델을 완전히 독립 학습 후 확률만 평균(공유 head 없음, 슬라이드 8 taxonomy 기준)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D3FE912-BD55-1988-2C82-0FCFDDEA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10</a:t>
            </a:fld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08000" y="5830000"/>
            <a:ext cx="1106114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i="1" dirty="0"/>
              <a:t>DeLong, Late Fusion </a:t>
            </a:r>
            <a:r>
              <a:rPr sz="1200" i="1" dirty="0" err="1"/>
              <a:t>기준</a:t>
            </a:r>
            <a:r>
              <a:rPr sz="1200" i="1" dirty="0"/>
              <a:t>: vs clinic4 6/6 </a:t>
            </a:r>
            <a:r>
              <a:rPr sz="1200" i="1" dirty="0" err="1"/>
              <a:t>n.s</a:t>
            </a:r>
            <a:r>
              <a:rPr sz="1200" i="1" dirty="0"/>
              <a:t>.(</a:t>
            </a:r>
            <a:r>
              <a:rPr sz="1200" i="1" dirty="0" err="1"/>
              <a:t>추가이득</a:t>
            </a:r>
            <a:r>
              <a:rPr sz="1200" i="1" dirty="0"/>
              <a:t> </a:t>
            </a:r>
            <a:r>
              <a:rPr sz="1200" i="1" dirty="0" err="1"/>
              <a:t>없음</a:t>
            </a:r>
            <a:r>
              <a:rPr sz="1200" i="1" dirty="0"/>
              <a:t>) · vs FPCA 3/6 </a:t>
            </a:r>
            <a:r>
              <a:rPr sz="1200" i="1" dirty="0" err="1"/>
              <a:t>유의</a:t>
            </a:r>
            <a:r>
              <a:rPr sz="1200" i="1" dirty="0"/>
              <a:t> </a:t>
            </a:r>
            <a:r>
              <a:rPr sz="1200" i="1" dirty="0" err="1"/>
              <a:t>열세</a:t>
            </a:r>
            <a:r>
              <a:rPr sz="1200" i="1" dirty="0"/>
              <a:t>(HTN internal p=0.0003, HTN external p=0.024, DM external p=0.009)</a:t>
            </a:r>
          </a:p>
          <a:p>
            <a:r>
              <a:rPr sz="1200" i="1" dirty="0"/>
              <a:t>vs Intermediate Fusion(CNN </a:t>
            </a:r>
            <a:r>
              <a:rPr sz="1200" i="1" dirty="0" err="1"/>
              <a:t>concat</a:t>
            </a:r>
            <a:r>
              <a:rPr sz="1200" i="1" dirty="0"/>
              <a:t>): HTN 2/2 </a:t>
            </a:r>
            <a:r>
              <a:rPr sz="1200" i="1" dirty="0" err="1"/>
              <a:t>유의</a:t>
            </a:r>
            <a:r>
              <a:rPr sz="1200" i="1" dirty="0"/>
              <a:t> </a:t>
            </a:r>
            <a:r>
              <a:rPr sz="1200" i="1" dirty="0" err="1"/>
              <a:t>열세</a:t>
            </a:r>
            <a:r>
              <a:rPr sz="1200" i="1" dirty="0"/>
              <a:t>, </a:t>
            </a:r>
            <a:r>
              <a:rPr sz="1200" i="1" dirty="0" err="1"/>
              <a:t>반대로</a:t>
            </a:r>
            <a:r>
              <a:rPr sz="1200" i="1" dirty="0"/>
              <a:t> DM·CKD </a:t>
            </a:r>
            <a:r>
              <a:rPr sz="1200" i="1" dirty="0" err="1"/>
              <a:t>external은</a:t>
            </a:r>
            <a:r>
              <a:rPr sz="1200" i="1" dirty="0"/>
              <a:t> </a:t>
            </a:r>
            <a:r>
              <a:rPr sz="1200" i="1" dirty="0" err="1"/>
              <a:t>유의</a:t>
            </a:r>
            <a:r>
              <a:rPr sz="1200" i="1" dirty="0"/>
              <a:t> </a:t>
            </a:r>
            <a:r>
              <a:rPr sz="1200" i="1" dirty="0" err="1"/>
              <a:t>우세</a:t>
            </a:r>
            <a:r>
              <a:rPr sz="1200" i="1" dirty="0"/>
              <a:t>(p=0.016/0.023) — </a:t>
            </a:r>
            <a:r>
              <a:rPr sz="1200" i="1" dirty="0" err="1"/>
              <a:t>결정단계</a:t>
            </a:r>
            <a:r>
              <a:rPr sz="1200" i="1" dirty="0"/>
              <a:t> </a:t>
            </a:r>
            <a:r>
              <a:rPr sz="1200" i="1" dirty="0" err="1"/>
              <a:t>결합이</a:t>
            </a:r>
            <a:r>
              <a:rPr sz="1200" i="1" dirty="0"/>
              <a:t> </a:t>
            </a:r>
            <a:r>
              <a:rPr sz="1200" i="1" dirty="0" err="1"/>
              <a:t>항상</a:t>
            </a:r>
            <a:r>
              <a:rPr sz="1200" i="1" dirty="0"/>
              <a:t> </a:t>
            </a:r>
            <a:r>
              <a:rPr sz="1200" i="1" dirty="0" err="1"/>
              <a:t>나쁜</a:t>
            </a:r>
            <a:r>
              <a:rPr sz="1200" i="1" dirty="0"/>
              <a:t> </a:t>
            </a:r>
            <a:r>
              <a:rPr sz="1200" i="1" dirty="0" err="1"/>
              <a:t>것도</a:t>
            </a:r>
            <a:r>
              <a:rPr sz="1200" i="1" dirty="0"/>
              <a:t> </a:t>
            </a:r>
            <a:r>
              <a:rPr sz="1200" i="1" dirty="0" err="1"/>
              <a:t>아니지만</a:t>
            </a:r>
            <a:r>
              <a:rPr sz="1200" i="1" dirty="0"/>
              <a:t> </a:t>
            </a:r>
            <a:r>
              <a:rPr sz="1200" i="1" dirty="0" err="1"/>
              <a:t>질환별로</a:t>
            </a:r>
            <a:r>
              <a:rPr sz="1200" i="1" dirty="0"/>
              <a:t> </a:t>
            </a:r>
            <a:r>
              <a:rPr sz="1200" i="1" dirty="0" err="1"/>
              <a:t>방향이</a:t>
            </a:r>
            <a:r>
              <a:rPr sz="1200" i="1" dirty="0"/>
              <a:t> </a:t>
            </a:r>
            <a:r>
              <a:rPr sz="1200" i="1" dirty="0" err="1"/>
              <a:t>뒤집혀</a:t>
            </a:r>
            <a:r>
              <a:rPr sz="1200" i="1" dirty="0"/>
              <a:t> </a:t>
            </a:r>
            <a:r>
              <a:rPr sz="1200" i="1" dirty="0" err="1"/>
              <a:t>일관성</a:t>
            </a:r>
            <a:r>
              <a:rPr sz="1200" i="1" dirty="0"/>
              <a:t> </a:t>
            </a:r>
            <a:r>
              <a:rPr sz="1200" i="1" dirty="0" err="1"/>
              <a:t>없음</a:t>
            </a:r>
            <a:endParaRPr sz="1200" i="1" dirty="0"/>
          </a:p>
        </p:txBody>
      </p:sp>
      <p:pic>
        <p:nvPicPr>
          <p:cNvPr id="7" name="Picture 6" descr="auc_comparison_4w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8454" y="1867468"/>
            <a:ext cx="7135092" cy="396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333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65126"/>
            <a:ext cx="11176000" cy="532342"/>
          </a:xfrm>
        </p:spPr>
        <p:txBody>
          <a:bodyPr/>
          <a:lstStyle/>
          <a:p>
            <a:r>
              <a:rPr lang="en-US" dirty="0"/>
              <a:t>Conclusion &amp; Next Plans</a:t>
            </a:r>
            <a:endParaRPr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DCCDD57E-67F8-2FB6-9B68-BE2B8AE4E7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000" b="1"/>
              <a:t>Conclusion</a:t>
            </a:r>
          </a:p>
          <a:p>
            <a:pPr lvl="1"/>
            <a:r>
              <a:rPr sz="1500"/>
              <a:t>AEC-128 곡선 정보는 FPCA PC1–3(누적분산 97.4%)로 충분히 압축됨</a:t>
            </a:r>
          </a:p>
          <a:p>
            <a:pPr lvl="1"/>
            <a:r>
              <a:rPr sz="1500"/>
              <a:t>질환 유무별 곡선 형태는 permutation test로 유의하게 다름(6/6, p&lt;0.0001) — 그러나 이 형태차이가 예측력(AUC) 개선으로는 전환되지 않음</a:t>
            </a:r>
          </a:p>
          <a:p>
            <a:pPr lvl="1"/>
            <a:r>
              <a:rPr sz="1500"/>
              <a:t>곡선 인코더 20여 방법론(아키텍처·fusion·전처리) 전부 FPCA 대비 우위 없음 — DM external 유의 열세(p=0.0011)</a:t>
            </a:r>
          </a:p>
          <a:p>
            <a:pPr lvl="1"/>
            <a:r>
              <a:rPr sz="1500"/>
              <a:t>Clinic4+VAT+SAT 대비 AEC 추가효과는 방향은 일관되게 양(+)이나 통계적 유의 0/6(95% CI 전부 baseline과 중첩)</a:t>
            </a:r>
          </a:p>
          <a:p>
            <a:r>
              <a:rPr sz="2000" b="1"/>
              <a:t>Next Plans</a:t>
            </a:r>
          </a:p>
          <a:p>
            <a:pPr lvl="1"/>
            <a:r>
              <a:rPr sz="1500"/>
              <a:t>AEC를 "부가 정보원"이 아닌 "세그멘테이션 대체재"로 프레이밍 전환 — 비열등성 검정 진행 중</a:t>
            </a:r>
          </a:p>
          <a:p>
            <a:pPr lvl="1"/>
            <a:r>
              <a:rPr sz="1500"/>
              <a:t>곡선 형태차이가 AUC로 전환되지 않는 기전 규명 — VAT/SAT와 부분 중복(r=0.09–0.44) 또는 효과크기 자체가 작을 가능성</a:t>
            </a:r>
          </a:p>
          <a:p>
            <a:pPr lvl="1"/>
            <a:r>
              <a:rPr sz="1500"/>
              <a:t>후속 후보: 연속형 검사수치(ΔR²), 사망 예후(follow-up cohort)로 평가축 확장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C9F6610-04ED-DFAA-CBF9-E490D4F88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4AF89A-28FA-47FA-B28F-9A9C6913CB7A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atch_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A4B9BE-6ABB-4644-A858-A1BE01A7D227}">
  <we:reference id="wa200010725" version="1.0.0.1" store="ko-KR" storeType="OMEX"/>
  <we:alternateReferences>
    <we:reference id="WA200010725" version="1.0.0.1" store="WA200010725" storeType="OMEX"/>
  </we:alternateReferences>
  <we:properties>
    <we:property name="claude.fileId" value="&quot;b67ecc52-606c-4d9b-921c-389ac737e610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7196</TotalTime>
  <Words>1042</Words>
  <Application>Microsoft Office PowerPoint</Application>
  <PresentationFormat>와이드스크린</PresentationFormat>
  <Paragraphs>93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KoPub돋움체 Medium</vt:lpstr>
      <vt:lpstr>KoPub돋움체 Bold</vt:lpstr>
      <vt:lpstr>Arial</vt:lpstr>
      <vt:lpstr>Office 테마</vt:lpstr>
      <vt:lpstr>PowerPoint 프레젠테이션</vt:lpstr>
      <vt:lpstr>목차</vt:lpstr>
      <vt:lpstr>Research Summary</vt:lpstr>
      <vt:lpstr>References</vt:lpstr>
      <vt:lpstr>Detailed Progress</vt:lpstr>
      <vt:lpstr>Detailed Progress</vt:lpstr>
      <vt:lpstr>Detailed Progress</vt:lpstr>
      <vt:lpstr>Detailed Progress</vt:lpstr>
      <vt:lpstr>Detailed Progress</vt:lpstr>
      <vt:lpstr>Detailed Progress</vt:lpstr>
      <vt:lpstr>Conclusion &amp; Next Plans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전장훈</dc:creator>
  <cp:lastModifiedBy>전장훈</cp:lastModifiedBy>
  <cp:revision>695</cp:revision>
  <dcterms:created xsi:type="dcterms:W3CDTF">2026-04-09T07:05:16Z</dcterms:created>
  <dcterms:modified xsi:type="dcterms:W3CDTF">2026-09-04T04:41:04Z</dcterms:modified>
</cp:coreProperties>
</file>
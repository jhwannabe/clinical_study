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495" r:id="rId3"/>
    <p:sldId id="507" r:id="rId4"/>
    <p:sldId id="481" r:id="rId5"/>
    <p:sldId id="534" r:id="rId6"/>
    <p:sldId id="514" r:id="rId7"/>
    <p:sldId id="519" r:id="rId8"/>
    <p:sldId id="536" r:id="rId9"/>
    <p:sldId id="535" r:id="rId10"/>
    <p:sldId id="479" r:id="rId11"/>
    <p:sldId id="537" r:id="rId12"/>
  </p:sldIdLst>
  <p:sldSz cx="12192000" cy="6858000"/>
  <p:notesSz cx="6858000" cy="9144000"/>
  <p:embeddedFontLst>
    <p:embeddedFont>
      <p:font typeface="KoPub돋움체 Bold" panose="00000800000000000000" pitchFamily="2" charset="-127"/>
      <p:bold r:id="rId14"/>
    </p:embeddedFont>
    <p:embeddedFont>
      <p:font typeface="KoPub돋움체 Medium" panose="00000600000000000000" pitchFamily="2" charset="-127"/>
      <p:regular r:id="rId1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495"/>
            <p14:sldId id="507"/>
            <p14:sldId id="481"/>
            <p14:sldId id="534"/>
            <p14:sldId id="514"/>
            <p14:sldId id="519"/>
            <p14:sldId id="536"/>
            <p14:sldId id="535"/>
            <p14:sldId id="479"/>
            <p14:sldId id="53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5273" autoAdjust="0"/>
  </p:normalViewPr>
  <p:slideViewPr>
    <p:cSldViewPr snapToGrid="0">
      <p:cViewPr varScale="1">
        <p:scale>
          <a:sx n="153" d="100"/>
          <a:sy n="153" d="100"/>
        </p:scale>
        <p:origin x="524" y="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modSection">
      <pc:chgData name="janghoon jun" userId="056a5883350c2f5e" providerId="LiveId" clId="{6DA654A6-03B0-40F7-A259-B276216985A6}" dt="2026-07-08T06:46:14.575" v="5364"/>
      <pc:docMkLst>
        <pc:docMk/>
      </pc:docMkLst>
      <pc:sldChg chg="modSp mod">
        <pc:chgData name="janghoon jun" userId="056a5883350c2f5e" providerId="LiveId" clId="{6DA654A6-03B0-40F7-A259-B276216985A6}" dt="2026-07-08T05:33:53.531" v="3728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3" creationId="{00000000-0000-0000-0000-000000000000}"/>
          </ac:spMkLst>
        </pc:spChg>
      </pc:sldChg>
      <pc:sldChg chg="modSp mod modNotesTx">
        <pc:chgData name="janghoon jun" userId="056a5883350c2f5e" providerId="LiveId" clId="{6DA654A6-03B0-40F7-A259-B276216985A6}" dt="2026-07-07T05:53:01.136" v="2952" actId="20577"/>
        <pc:sldMkLst>
          <pc:docMk/>
          <pc:sldMk cId="1998851532" sldId="256"/>
        </pc:sldMkLst>
        <pc:spChg chg="mod">
          <ac:chgData name="janghoon jun" userId="056a5883350c2f5e" providerId="LiveId" clId="{6DA654A6-03B0-40F7-A259-B276216985A6}" dt="2026-07-07T05:52:56.148" v="2948" actId="2057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anghoon jun" userId="056a5883350c2f5e" providerId="LiveId" clId="{6DA654A6-03B0-40F7-A259-B276216985A6}" dt="2026-07-07T05:53:01.136" v="2952" actId="20577"/>
          <ac:spMkLst>
            <pc:docMk/>
            <pc:sldMk cId="1998851532" sldId="256"/>
            <ac:spMk id="5" creationId="{94B21C1C-F3A0-440B-961E-968F2C77FB2A}"/>
          </ac:spMkLst>
        </pc:spChg>
      </pc:sldChg>
      <pc:sldChg chg="addSp delSp modSp mod">
        <pc:chgData name="janghoon jun" userId="056a5883350c2f5e" providerId="LiveId" clId="{6DA654A6-03B0-40F7-A259-B276216985A6}" dt="2026-07-08T05:43:45.659" v="4097" actId="15"/>
        <pc:sldMkLst>
          <pc:docMk/>
          <pc:sldMk cId="0" sldId="257"/>
        </pc:sldMkLst>
        <pc:spChg chg="mod">
          <ac:chgData name="janghoon jun" userId="056a5883350c2f5e" providerId="LiveId" clId="{6DA654A6-03B0-40F7-A259-B276216985A6}" dt="2026-07-08T05:34:40.941" v="3768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32.979" v="3753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4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janghoon jun" userId="056a5883350c2f5e" providerId="LiveId" clId="{6DA654A6-03B0-40F7-A259-B276216985A6}" dt="2026-07-08T05:43:45.659" v="4097" actId="15"/>
          <ac:spMkLst>
            <pc:docMk/>
            <pc:sldMk cId="0" sldId="257"/>
            <ac:spMk id="9" creationId="{CDE98734-B61B-52A9-4AC8-3A3A0C7E6EAE}"/>
          </ac:spMkLst>
        </pc:spChg>
      </pc:sldChg>
      <pc:sldChg chg="addSp delSp modSp del mod">
        <pc:chgData name="janghoon jun" userId="056a5883350c2f5e" providerId="LiveId" clId="{6DA654A6-03B0-40F7-A259-B276216985A6}" dt="2026-07-08T05:51:26.233" v="4277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7-08T05:45:13.417" v="4173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5:51:16.445" v="4274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5:51:18.243" v="4275" actId="478"/>
          <ac:spMkLst>
            <pc:docMk/>
            <pc:sldMk cId="0" sldId="258"/>
            <ac:spMk id="9" creationId="{EC8AC9C5-BC86-B8DF-827C-DAFEE8EE56B9}"/>
          </ac:spMkLst>
        </pc:spChg>
        <pc:graphicFrameChg chg="mod">
          <ac:chgData name="janghoon jun" userId="056a5883350c2f5e" providerId="LiveId" clId="{6DA654A6-03B0-40F7-A259-B276216985A6}" dt="2026-07-08T05:51:23.393" v="4276" actId="1076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  <pc:sldChg chg="modSp add del mod">
        <pc:chgData name="janghoon jun" userId="056a5883350c2f5e" providerId="LiveId" clId="{6DA654A6-03B0-40F7-A259-B276216985A6}" dt="2026-07-08T05:45:43.786" v="417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7-08T05:45:29.838" v="417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5:46:52.228" v="4185" actId="47"/>
        <pc:sldMkLst>
          <pc:docMk/>
          <pc:sldMk cId="0" sldId="260"/>
        </pc:sldMkLst>
        <pc:spChg chg="mod">
          <ac:chgData name="janghoon jun" userId="056a5883350c2f5e" providerId="LiveId" clId="{6DA654A6-03B0-40F7-A259-B276216985A6}" dt="2026-07-08T05:45:49.064" v="4180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11.423" v="4184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">
        <pc:chgData name="janghoon jun" userId="056a5883350c2f5e" providerId="LiveId" clId="{6DA654A6-03B0-40F7-A259-B276216985A6}" dt="2026-07-08T06:00:00.079" v="4418" actId="2057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7-08T06:00:00.079" v="4418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47.021" v="4222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3.941" v="4215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48:11.777" v="4212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0.454" v="4214" actId="1076"/>
          <ac:spMkLst>
            <pc:docMk/>
            <pc:sldMk cId="0" sldId="261"/>
            <ac:spMk id="14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1:55.537" v="4280" actId="1076"/>
          <ac:grpSpMkLst>
            <pc:docMk/>
            <pc:sldMk cId="0" sldId="261"/>
            <ac:grpSpMk id="15" creationId="{8225C597-6B75-9D97-650E-7B4F65A7A9DF}"/>
          </ac:grpSpMkLst>
        </pc:grpChg>
      </pc:sldChg>
      <pc:sldChg chg="addSp modSp mod">
        <pc:chgData name="janghoon jun" userId="056a5883350c2f5e" providerId="LiveId" clId="{6DA654A6-03B0-40F7-A259-B276216985A6}" dt="2026-07-08T06:00:08.652" v="4442" actId="2057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7-08T06:00:08.652" v="4442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44.035" v="4253" actId="403"/>
          <ac:spMkLst>
            <pc:docMk/>
            <pc:sldMk cId="0" sldId="26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5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6" creationId="{3A29F5B8-D1C5-25C1-4019-E66D4D1DB8F8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7" creationId="{E075743F-97EA-F673-8801-05CDDD711D66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8" creationId="{E46E2EE2-AC54-9926-16F3-618116102200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9" creationId="{8B7A0DFD-AD14-A910-3A97-B14AE80A740D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0" creationId="{A7102F49-B215-59FC-E07F-7F7931BAEA32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1" creationId="{28228C55-A1D9-5786-00C9-90F6880B21EA}"/>
          </ac:grpSpMkLst>
        </pc:grpChg>
      </pc:sldChg>
      <pc:sldChg chg="modSp mod">
        <pc:chgData name="janghoon jun" userId="056a5883350c2f5e" providerId="LiveId" clId="{6DA654A6-03B0-40F7-A259-B276216985A6}" dt="2026-07-08T06:12:06.137" v="4457" actId="6549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7-08T06:12:06.137" v="4457" actId="6549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15.638" v="4353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7.414" v="4336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5.067" v="4335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15.690" v="433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3:47.129" v="4318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5:39.223" v="4346" actId="403"/>
          <ac:spMkLst>
            <pc:docMk/>
            <pc:sldMk cId="0" sldId="263"/>
            <ac:spMk id="8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15.086" v="4460" actId="6549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7-08T06:12:15.086" v="4460" actId="6549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33.196" v="4488" actId="403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7-08T05:58:26.645" v="4403" actId="21"/>
          <ac:spMkLst>
            <pc:docMk/>
            <pc:sldMk cId="0" sldId="26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33.196" v="4488" actId="403"/>
          <ac:spMkLst>
            <pc:docMk/>
            <pc:sldMk cId="0" sldId="265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30.207" v="4466" actId="6549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7-08T06:12:30.207" v="4466" actId="6549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10.717" v="4485" actId="107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7-08T06:12:58.529" v="4479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05.102" v="4484" actId="403"/>
          <ac:spMkLst>
            <pc:docMk/>
            <pc:sldMk cId="0" sldId="26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3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15:18.875" v="4513" actId="20577"/>
        <pc:sldMkLst>
          <pc:docMk/>
          <pc:sldMk cId="0" sldId="268"/>
        </pc:sldMkLst>
        <pc:spChg chg="mod">
          <ac:chgData name="janghoon jun" userId="056a5883350c2f5e" providerId="LiveId" clId="{6DA654A6-03B0-40F7-A259-B276216985A6}" dt="2026-07-08T06:13:46.853" v="4492" actId="21"/>
          <ac:spMkLst>
            <pc:docMk/>
            <pc:sldMk cId="0" sldId="268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59.199" v="4500" actId="403"/>
          <ac:spMkLst>
            <pc:docMk/>
            <pc:sldMk cId="0" sldId="26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18.875" v="4513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12.063" v="4530" actId="20577"/>
        <pc:sldMkLst>
          <pc:docMk/>
          <pc:sldMk cId="0" sldId="269"/>
        </pc:sldMkLst>
        <pc:spChg chg="mod">
          <ac:chgData name="janghoon jun" userId="056a5883350c2f5e" providerId="LiveId" clId="{6DA654A6-03B0-40F7-A259-B276216985A6}" dt="2026-07-08T06:16:12.063" v="4530" actId="20577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30.386" v="4541" actId="20577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7-08T06:16:30.386" v="4541" actId="20577"/>
          <ac:spMkLst>
            <pc:docMk/>
            <pc:sldMk cId="0" sldId="270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2:15.352" v="4772" actId="1410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7-08T06:21:52.005" v="4770" actId="6549"/>
          <ac:spMkLst>
            <pc:docMk/>
            <pc:sldMk cId="0" sldId="27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2:09.905" v="4771" actId="478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7-08T06:22:15.352" v="4772" actId="14100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del mod">
        <pc:chgData name="janghoon jun" userId="056a5883350c2f5e" providerId="LiveId" clId="{6DA654A6-03B0-40F7-A259-B276216985A6}" dt="2026-07-08T06:30:34.289" v="5114" actId="47"/>
        <pc:sldMkLst>
          <pc:docMk/>
          <pc:sldMk cId="0" sldId="272"/>
        </pc:sldMkLst>
        <pc:spChg chg="mod">
          <ac:chgData name="janghoon jun" userId="056a5883350c2f5e" providerId="LiveId" clId="{6DA654A6-03B0-40F7-A259-B276216985A6}" dt="2026-07-08T06:29:53.099" v="5113" actId="20577"/>
          <ac:spMkLst>
            <pc:docMk/>
            <pc:sldMk cId="0" sldId="272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0:35.450" v="5115" actId="47"/>
        <pc:sldMkLst>
          <pc:docMk/>
          <pc:sldMk cId="0" sldId="273"/>
        </pc:sldMkLst>
      </pc:sldChg>
      <pc:sldChg chg="modSp del mod">
        <pc:chgData name="janghoon jun" userId="056a5883350c2f5e" providerId="LiveId" clId="{6DA654A6-03B0-40F7-A259-B276216985A6}" dt="2026-07-08T06:31:08.620" v="5160" actId="2696"/>
        <pc:sldMkLst>
          <pc:docMk/>
          <pc:sldMk cId="0" sldId="274"/>
        </pc:sldMkLst>
        <pc:spChg chg="mod">
          <ac:chgData name="janghoon jun" userId="056a5883350c2f5e" providerId="LiveId" clId="{6DA654A6-03B0-40F7-A259-B276216985A6}" dt="2026-07-08T06:31:04.889" v="5159" actId="6549"/>
          <ac:spMkLst>
            <pc:docMk/>
            <pc:sldMk cId="0" sldId="27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0:57.206" v="5116" actId="20577"/>
          <ac:spMkLst>
            <pc:docMk/>
            <pc:sldMk cId="0" sldId="274"/>
            <ac:spMk id="6" creationId="{00000000-0000-0000-0000-000000000000}"/>
          </ac:spMkLst>
        </pc:spChg>
      </pc:sldChg>
      <pc:sldChg chg="add del">
        <pc:chgData name="janghoon jun" userId="056a5883350c2f5e" providerId="LiveId" clId="{6DA654A6-03B0-40F7-A259-B276216985A6}" dt="2026-07-08T06:31:56.362" v="5162" actId="47"/>
        <pc:sldMkLst>
          <pc:docMk/>
          <pc:sldMk cId="2204465617" sldId="274"/>
        </pc:sldMkLst>
      </pc:sldChg>
      <pc:sldChg chg="modSp mod">
        <pc:chgData name="janghoon jun" userId="056a5883350c2f5e" providerId="LiveId" clId="{6DA654A6-03B0-40F7-A259-B276216985A6}" dt="2026-07-08T06:36:05.251" v="5259" actId="6549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7-08T06:36:05.251" v="5259" actId="6549"/>
          <ac:spMkLst>
            <pc:docMk/>
            <pc:sldMk cId="0" sldId="27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4:55.107" v="5229" actId="403"/>
          <ac:spMkLst>
            <pc:docMk/>
            <pc:sldMk cId="0" sldId="27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1:42.349" v="4456" actId="2710"/>
          <ac:spMkLst>
            <pc:docMk/>
            <pc:sldMk cId="0" sldId="275"/>
            <ac:spMk id="6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6:41.780" v="5282" actId="6549"/>
        <pc:sldMkLst>
          <pc:docMk/>
          <pc:sldMk cId="0" sldId="276"/>
        </pc:sldMkLst>
        <pc:spChg chg="mod">
          <ac:chgData name="janghoon jun" userId="056a5883350c2f5e" providerId="LiveId" clId="{6DA654A6-03B0-40F7-A259-B276216985A6}" dt="2026-07-08T06:36:41.780" v="5282" actId="6549"/>
          <ac:spMkLst>
            <pc:docMk/>
            <pc:sldMk cId="0" sldId="27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53.551" v="5241" actId="14100"/>
          <ac:spMkLst>
            <pc:docMk/>
            <pc:sldMk cId="0" sldId="276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45.853" v="5240" actId="5793"/>
          <ac:spMkLst>
            <pc:docMk/>
            <pc:sldMk cId="0" sldId="276"/>
            <ac:spMk id="1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6:36:55.041" v="5301" actId="47"/>
        <pc:sldMkLst>
          <pc:docMk/>
          <pc:sldMk cId="0" sldId="277"/>
        </pc:sldMkLst>
        <pc:spChg chg="mod">
          <ac:chgData name="janghoon jun" userId="056a5883350c2f5e" providerId="LiveId" clId="{6DA654A6-03B0-40F7-A259-B276216985A6}" dt="2026-07-08T06:36:49.167" v="5300" actId="6549"/>
          <ac:spMkLst>
            <pc:docMk/>
            <pc:sldMk cId="0" sldId="277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7:02.521" v="5302" actId="47"/>
        <pc:sldMkLst>
          <pc:docMk/>
          <pc:sldMk cId="0" sldId="278"/>
        </pc:sldMkLst>
      </pc:sldChg>
      <pc:sldChg chg="del">
        <pc:chgData name="janghoon jun" userId="056a5883350c2f5e" providerId="LiveId" clId="{6DA654A6-03B0-40F7-A259-B276216985A6}" dt="2026-07-08T06:37:15.023" v="5303" actId="47"/>
        <pc:sldMkLst>
          <pc:docMk/>
          <pc:sldMk cId="0" sldId="279"/>
        </pc:sldMkLst>
      </pc:sldChg>
      <pc:sldChg chg="del">
        <pc:chgData name="janghoon jun" userId="056a5883350c2f5e" providerId="LiveId" clId="{6DA654A6-03B0-40F7-A259-B276216985A6}" dt="2026-07-08T06:37:30.780" v="5304" actId="47"/>
        <pc:sldMkLst>
          <pc:docMk/>
          <pc:sldMk cId="0" sldId="280"/>
        </pc:sldMkLst>
      </pc:sldChg>
      <pc:sldChg chg="del">
        <pc:chgData name="janghoon jun" userId="056a5883350c2f5e" providerId="LiveId" clId="{6DA654A6-03B0-40F7-A259-B276216985A6}" dt="2026-07-08T06:38:06.004" v="5305" actId="47"/>
        <pc:sldMkLst>
          <pc:docMk/>
          <pc:sldMk cId="0" sldId="281"/>
        </pc:sldMkLst>
      </pc:sldChg>
      <pc:sldChg chg="modSp mod">
        <pc:chgData name="janghoon jun" userId="056a5883350c2f5e" providerId="LiveId" clId="{6DA654A6-03B0-40F7-A259-B276216985A6}" dt="2026-07-08T06:41:08.663" v="5342"/>
        <pc:sldMkLst>
          <pc:docMk/>
          <pc:sldMk cId="0" sldId="282"/>
        </pc:sldMkLst>
        <pc:spChg chg="mod">
          <ac:chgData name="janghoon jun" userId="056a5883350c2f5e" providerId="LiveId" clId="{6DA654A6-03B0-40F7-A259-B276216985A6}" dt="2026-07-08T06:41:08.663" v="5342"/>
          <ac:spMkLst>
            <pc:docMk/>
            <pc:sldMk cId="0" sldId="28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41.232" v="5311" actId="403"/>
          <ac:spMkLst>
            <pc:docMk/>
            <pc:sldMk cId="0" sldId="28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10" creationId="{00000000-0000-0000-0000-000000000000}"/>
          </ac:spMkLst>
        </pc:spChg>
      </pc:sldChg>
      <pc:sldChg chg="addSp modSp mod">
        <pc:chgData name="janghoon jun" userId="056a5883350c2f5e" providerId="LiveId" clId="{6DA654A6-03B0-40F7-A259-B276216985A6}" dt="2026-07-08T06:40:59.091" v="5338"/>
        <pc:sldMkLst>
          <pc:docMk/>
          <pc:sldMk cId="0" sldId="283"/>
        </pc:sldMkLst>
        <pc:spChg chg="mod">
          <ac:chgData name="janghoon jun" userId="056a5883350c2f5e" providerId="LiveId" clId="{6DA654A6-03B0-40F7-A259-B276216985A6}" dt="2026-07-08T06:40:59.091" v="5338"/>
          <ac:spMkLst>
            <pc:docMk/>
            <pc:sldMk cId="0" sldId="28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36.356" v="5312" actId="1076"/>
          <ac:spMkLst>
            <pc:docMk/>
            <pc:sldMk cId="0" sldId="283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41.737" v="5326" actId="20577"/>
          <ac:spMkLst>
            <pc:docMk/>
            <pc:sldMk cId="0" sldId="283"/>
            <ac:spMk id="13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6:40:20.569" v="5323" actId="1076"/>
          <ac:grpSpMkLst>
            <pc:docMk/>
            <pc:sldMk cId="0" sldId="283"/>
            <ac:grpSpMk id="14" creationId="{1526DC77-B94F-5DC1-77AA-EB37A21DD695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5" creationId="{D89762BC-1660-7353-3BA2-1C09994F8069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6" creationId="{BA5ACF98-7484-5EE4-B39C-702A950D75BB}"/>
          </ac:grpSpMkLst>
        </pc:grpChg>
        <pc:grpChg chg="add mod">
          <ac:chgData name="janghoon jun" userId="056a5883350c2f5e" providerId="LiveId" clId="{6DA654A6-03B0-40F7-A259-B276216985A6}" dt="2026-07-08T06:40:17.822" v="5322" actId="1076"/>
          <ac:grpSpMkLst>
            <pc:docMk/>
            <pc:sldMk cId="0" sldId="283"/>
            <ac:grpSpMk id="17" creationId="{8AE7EEDC-7CE2-D441-BDB3-00FE91FA3918}"/>
          </ac:grpSpMkLst>
        </pc:grpChg>
      </pc:sldChg>
      <pc:sldChg chg="modSp mod">
        <pc:chgData name="janghoon jun" userId="056a5883350c2f5e" providerId="LiveId" clId="{6DA654A6-03B0-40F7-A259-B276216985A6}" dt="2026-07-08T06:45:01.692" v="5359" actId="20577"/>
        <pc:sldMkLst>
          <pc:docMk/>
          <pc:sldMk cId="0" sldId="285"/>
        </pc:sldMkLst>
        <pc:spChg chg="mod">
          <ac:chgData name="janghoon jun" userId="056a5883350c2f5e" providerId="LiveId" clId="{6DA654A6-03B0-40F7-A259-B276216985A6}" dt="2026-07-08T06:45:01.692" v="5359" actId="20577"/>
          <ac:spMkLst>
            <pc:docMk/>
            <pc:sldMk cId="0" sldId="285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5:55.135" v="5362"/>
        <pc:sldMkLst>
          <pc:docMk/>
          <pc:sldMk cId="0" sldId="286"/>
        </pc:sldMkLst>
        <pc:spChg chg="mod">
          <ac:chgData name="janghoon jun" userId="056a5883350c2f5e" providerId="LiveId" clId="{6DA654A6-03B0-40F7-A259-B276216985A6}" dt="2026-07-08T06:45:55.135" v="5362"/>
          <ac:spMkLst>
            <pc:docMk/>
            <pc:sldMk cId="0" sldId="286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19.372" v="5344"/>
        <pc:sldMkLst>
          <pc:docMk/>
          <pc:sldMk cId="0" sldId="287"/>
        </pc:sldMkLst>
        <pc:spChg chg="mod">
          <ac:chgData name="janghoon jun" userId="056a5883350c2f5e" providerId="LiveId" clId="{6DA654A6-03B0-40F7-A259-B276216985A6}" dt="2026-07-08T06:42:19.372" v="5344"/>
          <ac:spMkLst>
            <pc:docMk/>
            <pc:sldMk cId="0" sldId="287"/>
            <ac:spMk id="3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42.763" v="5345"/>
        <pc:sldMkLst>
          <pc:docMk/>
          <pc:sldMk cId="0" sldId="288"/>
        </pc:sldMkLst>
        <pc:spChg chg="mod">
          <ac:chgData name="janghoon jun" userId="056a5883350c2f5e" providerId="LiveId" clId="{6DA654A6-03B0-40F7-A259-B276216985A6}" dt="2026-07-08T06:42:42.763" v="5345"/>
          <ac:spMkLst>
            <pc:docMk/>
            <pc:sldMk cId="0" sldId="288"/>
            <ac:spMk id="8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45:07.791" v="5361" actId="20577"/>
        <pc:sldMkLst>
          <pc:docMk/>
          <pc:sldMk cId="0" sldId="289"/>
        </pc:sldMkLst>
        <pc:spChg chg="mod">
          <ac:chgData name="janghoon jun" userId="056a5883350c2f5e" providerId="LiveId" clId="{6DA654A6-03B0-40F7-A259-B276216985A6}" dt="2026-07-08T06:45:07.791" v="5361" actId="20577"/>
          <ac:spMkLst>
            <pc:docMk/>
            <pc:sldMk cId="0" sldId="28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0:24.633" v="4446" actId="478"/>
          <ac:spMkLst>
            <pc:docMk/>
            <pc:sldMk cId="0" sldId="289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10:57.158" v="4448" actId="1076"/>
          <ac:picMkLst>
            <pc:docMk/>
            <pc:sldMk cId="0" sldId="289"/>
            <ac:picMk id="4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7-08T06:46:01.241" v="5363"/>
        <pc:sldMkLst>
          <pc:docMk/>
          <pc:sldMk cId="0" sldId="290"/>
        </pc:sldMkLst>
        <pc:spChg chg="mod">
          <ac:chgData name="janghoon jun" userId="056a5883350c2f5e" providerId="LiveId" clId="{6DA654A6-03B0-40F7-A259-B276216985A6}" dt="2026-07-08T06:46:01.241" v="5363"/>
          <ac:spMkLst>
            <pc:docMk/>
            <pc:sldMk cId="0" sldId="290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3:20.110" v="5347"/>
        <pc:sldMkLst>
          <pc:docMk/>
          <pc:sldMk cId="0" sldId="291"/>
        </pc:sldMkLst>
        <pc:spChg chg="mod">
          <ac:chgData name="janghoon jun" userId="056a5883350c2f5e" providerId="LiveId" clId="{6DA654A6-03B0-40F7-A259-B276216985A6}" dt="2026-07-08T06:43:20.110" v="5347"/>
          <ac:spMkLst>
            <pc:docMk/>
            <pc:sldMk cId="0" sldId="291"/>
            <ac:spMk id="3" creationId="{00000000-0000-0000-0000-000000000000}"/>
          </ac:spMkLst>
        </pc:spChg>
      </pc:sldChg>
      <pc:sldChg chg="delSp mod">
        <pc:chgData name="janghoon jun" userId="056a5883350c2f5e" providerId="LiveId" clId="{6DA654A6-03B0-40F7-A259-B276216985A6}" dt="2026-07-08T06:10:32.573" v="4447" actId="478"/>
        <pc:sldMkLst>
          <pc:docMk/>
          <pc:sldMk cId="0" sldId="292"/>
        </pc:sldMkLst>
        <pc:spChg chg="del">
          <ac:chgData name="janghoon jun" userId="056a5883350c2f5e" providerId="LiveId" clId="{6DA654A6-03B0-40F7-A259-B276216985A6}" dt="2026-07-08T06:10:32.573" v="4447" actId="478"/>
          <ac:spMkLst>
            <pc:docMk/>
            <pc:sldMk cId="0" sldId="292"/>
            <ac:spMk id="9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6:14.575" v="5364"/>
        <pc:sldMkLst>
          <pc:docMk/>
          <pc:sldMk cId="0" sldId="293"/>
        </pc:sldMkLst>
        <pc:spChg chg="mod">
          <ac:chgData name="janghoon jun" userId="056a5883350c2f5e" providerId="LiveId" clId="{6DA654A6-03B0-40F7-A259-B276216985A6}" dt="2026-07-08T06:46:14.575" v="5364"/>
          <ac:spMkLst>
            <pc:docMk/>
            <pc:sldMk cId="0" sldId="293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09:52.283" v="4445" actId="2710"/>
        <pc:sldMkLst>
          <pc:docMk/>
          <pc:sldMk cId="0" sldId="296"/>
        </pc:sldMkLst>
        <pc:spChg chg="del">
          <ac:chgData name="janghoon jun" userId="056a5883350c2f5e" providerId="LiveId" clId="{6DA654A6-03B0-40F7-A259-B276216985A6}" dt="2026-07-08T06:09:42.529" v="4443" actId="478"/>
          <ac:spMkLst>
            <pc:docMk/>
            <pc:sldMk cId="0" sldId="29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7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5:57:14.406" v="4396" actId="14100"/>
        <pc:sldMkLst>
          <pc:docMk/>
          <pc:sldMk cId="0" sldId="301"/>
        </pc:sldMkLst>
        <pc:spChg chg="mod">
          <ac:chgData name="janghoon jun" userId="056a5883350c2f5e" providerId="LiveId" clId="{6DA654A6-03B0-40F7-A259-B276216985A6}" dt="2026-07-08T05:56:39.966" v="4378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48.318" v="4394" actId="20577"/>
          <ac:spMkLst>
            <pc:docMk/>
            <pc:sldMk cId="0" sldId="301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57:08.602" v="4395" actId="478"/>
          <ac:spMkLst>
            <pc:docMk/>
            <pc:sldMk cId="0" sldId="301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5:57:14.406" v="4396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addSp delSp modSp del mod">
        <pc:chgData name="janghoon jun" userId="056a5883350c2f5e" providerId="LiveId" clId="{6DA654A6-03B0-40F7-A259-B276216985A6}" dt="2026-07-08T06:27:45.584" v="4932" actId="47"/>
        <pc:sldMkLst>
          <pc:docMk/>
          <pc:sldMk cId="0" sldId="302"/>
        </pc:sldMkLst>
        <pc:spChg chg="mod">
          <ac:chgData name="janghoon jun" userId="056a5883350c2f5e" providerId="LiveId" clId="{6DA654A6-03B0-40F7-A259-B276216985A6}" dt="2026-07-08T06:19:24.013" v="4637" actId="6549"/>
          <ac:spMkLst>
            <pc:docMk/>
            <pc:sldMk cId="0" sldId="30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08.485" v="4618" actId="478"/>
          <ac:spMkLst>
            <pc:docMk/>
            <pc:sldMk cId="0" sldId="302"/>
            <ac:spMk id="3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9:00.023" v="4617" actId="478"/>
          <ac:spMkLst>
            <pc:docMk/>
            <pc:sldMk cId="0" sldId="302"/>
            <ac:spMk id="5" creationId="{00000000-0000-0000-0000-000000000000}"/>
          </ac:spMkLst>
        </pc:spChg>
        <pc:spChg chg="add del">
          <ac:chgData name="janghoon jun" userId="056a5883350c2f5e" providerId="LiveId" clId="{6DA654A6-03B0-40F7-A259-B276216985A6}" dt="2026-07-08T06:18:01.855" v="4596" actId="22"/>
          <ac:spMkLst>
            <pc:docMk/>
            <pc:sldMk cId="0" sldId="302"/>
            <ac:spMk id="7" creationId="{4D0B7067-2F2C-B4D1-B964-BB3091F7100E}"/>
          </ac:spMkLst>
        </pc:spChg>
        <pc:spChg chg="add del">
          <ac:chgData name="janghoon jun" userId="056a5883350c2f5e" providerId="LiveId" clId="{6DA654A6-03B0-40F7-A259-B276216985A6}" dt="2026-07-08T06:18:05.174" v="4598" actId="22"/>
          <ac:spMkLst>
            <pc:docMk/>
            <pc:sldMk cId="0" sldId="302"/>
            <ac:spMk id="9" creationId="{90AE4397-6E88-EF55-6058-CECD6E1B22B1}"/>
          </ac:spMkLst>
        </pc:spChg>
        <pc:spChg chg="add del">
          <ac:chgData name="janghoon jun" userId="056a5883350c2f5e" providerId="LiveId" clId="{6DA654A6-03B0-40F7-A259-B276216985A6}" dt="2026-07-08T06:18:09.004" v="4600" actId="22"/>
          <ac:spMkLst>
            <pc:docMk/>
            <pc:sldMk cId="0" sldId="302"/>
            <ac:spMk id="11" creationId="{EB0726DC-1879-C3B5-03DE-5D7285B59570}"/>
          </ac:spMkLst>
        </pc:spChg>
        <pc:spChg chg="add del mod">
          <ac:chgData name="janghoon jun" userId="056a5883350c2f5e" providerId="LiveId" clId="{6DA654A6-03B0-40F7-A259-B276216985A6}" dt="2026-07-08T06:19:10.303" v="4619" actId="478"/>
          <ac:spMkLst>
            <pc:docMk/>
            <pc:sldMk cId="0" sldId="302"/>
            <ac:spMk id="15" creationId="{DE602069-E841-6843-0251-C1E838FA0448}"/>
          </ac:spMkLst>
        </pc:spChg>
        <pc:picChg chg="del mod">
          <ac:chgData name="janghoon jun" userId="056a5883350c2f5e" providerId="LiveId" clId="{6DA654A6-03B0-40F7-A259-B276216985A6}" dt="2026-07-08T06:18:00.114" v="4594" actId="478"/>
          <ac:picMkLst>
            <pc:docMk/>
            <pc:sldMk cId="0" sldId="302"/>
            <ac:picMk id="4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7-08T06:18:54.186" v="4616" actId="1036"/>
          <ac:picMkLst>
            <pc:docMk/>
            <pc:sldMk cId="0" sldId="302"/>
            <ac:picMk id="13" creationId="{7BE12C74-C17F-507A-605A-AAC7B24D561A}"/>
          </ac:picMkLst>
        </pc:picChg>
      </pc:sldChg>
      <pc:sldChg chg="delSp modSp mod">
        <pc:chgData name="janghoon jun" userId="056a5883350c2f5e" providerId="LiveId" clId="{6DA654A6-03B0-40F7-A259-B276216985A6}" dt="2026-07-08T06:20:38.445" v="4699" actId="1076"/>
        <pc:sldMkLst>
          <pc:docMk/>
          <pc:sldMk cId="0" sldId="303"/>
        </pc:sldMkLst>
        <pc:spChg chg="mod">
          <ac:chgData name="janghoon jun" userId="056a5883350c2f5e" providerId="LiveId" clId="{6DA654A6-03B0-40F7-A259-B276216985A6}" dt="2026-07-08T06:20:28.929" v="4693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35.369" v="4698" actId="403"/>
          <ac:spMkLst>
            <pc:docMk/>
            <pc:sldMk cId="0" sldId="303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52.897" v="4644" actId="478"/>
          <ac:spMkLst>
            <pc:docMk/>
            <pc:sldMk cId="0" sldId="303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0:38.445" v="4699" actId="1076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7-08T06:21:02.551" v="4712" actId="478"/>
        <pc:sldMkLst>
          <pc:docMk/>
          <pc:sldMk cId="0" sldId="304"/>
        </pc:sldMkLst>
        <pc:spChg chg="mod">
          <ac:chgData name="janghoon jun" userId="056a5883350c2f5e" providerId="LiveId" clId="{6DA654A6-03B0-40F7-A259-B276216985A6}" dt="2026-07-08T06:20:42.676" v="4700" actId="21"/>
          <ac:spMkLst>
            <pc:docMk/>
            <pc:sldMk cId="0" sldId="30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50.584" v="4708" actId="404"/>
          <ac:spMkLst>
            <pc:docMk/>
            <pc:sldMk cId="0" sldId="304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0:07.089" v="4646" actId="478"/>
          <ac:spMkLst>
            <pc:docMk/>
            <pc:sldMk cId="0" sldId="304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1:00.065" v="4711" actId="1076"/>
          <ac:picMkLst>
            <pc:docMk/>
            <pc:sldMk cId="0" sldId="304"/>
            <ac:picMk id="4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7-08T06:21:02.551" v="4712" actId="478"/>
          <ac:picMkLst>
            <pc:docMk/>
            <pc:sldMk cId="0" sldId="304"/>
            <ac:picMk id="7" creationId="{FCCDCE3F-2C84-6C25-5A22-31E5576DE7BE}"/>
          </ac:picMkLst>
        </pc:picChg>
      </pc:sldChg>
      <pc:sldChg chg="delSp modSp del mod">
        <pc:chgData name="janghoon jun" userId="056a5883350c2f5e" providerId="LiveId" clId="{6DA654A6-03B0-40F7-A259-B276216985A6}" dt="2026-07-08T06:23:20.432" v="4820" actId="47"/>
        <pc:sldMkLst>
          <pc:docMk/>
          <pc:sldMk cId="0" sldId="305"/>
        </pc:sldMkLst>
        <pc:spChg chg="mod">
          <ac:chgData name="janghoon jun" userId="056a5883350c2f5e" providerId="LiveId" clId="{6DA654A6-03B0-40F7-A259-B276216985A6}" dt="2026-07-08T06:22:56.584" v="4814" actId="6549"/>
          <ac:spMkLst>
            <pc:docMk/>
            <pc:sldMk cId="0" sldId="305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00.678" v="4815" actId="478"/>
          <ac:spMkLst>
            <pc:docMk/>
            <pc:sldMk cId="0" sldId="305"/>
            <ac:spMk id="6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3:04.129" v="4816" actId="14100"/>
          <ac:picMkLst>
            <pc:docMk/>
            <pc:sldMk cId="0" sldId="305"/>
            <ac:picMk id="4" creationId="{00000000-0000-0000-0000-000000000000}"/>
          </ac:picMkLst>
        </pc:picChg>
        <pc:picChg chg="mod">
          <ac:chgData name="janghoon jun" userId="056a5883350c2f5e" providerId="LiveId" clId="{6DA654A6-03B0-40F7-A259-B276216985A6}" dt="2026-07-08T06:23:10.546" v="4819" actId="14100"/>
          <ac:picMkLst>
            <pc:docMk/>
            <pc:sldMk cId="0" sldId="30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7-08T06:28:25.796" v="4936" actId="20577"/>
        <pc:sldMkLst>
          <pc:docMk/>
          <pc:sldMk cId="0" sldId="306"/>
        </pc:sldMkLst>
        <pc:spChg chg="mod">
          <ac:chgData name="janghoon jun" userId="056a5883350c2f5e" providerId="LiveId" clId="{6DA654A6-03B0-40F7-A259-B276216985A6}" dt="2026-07-08T06:28:25.796" v="4936" actId="20577"/>
          <ac:spMkLst>
            <pc:docMk/>
            <pc:sldMk cId="0" sldId="306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33.656" v="4821" actId="478"/>
          <ac:spMkLst>
            <pc:docMk/>
            <pc:sldMk cId="0" sldId="306"/>
            <ac:spMk id="5" creationId="{00000000-0000-0000-0000-000000000000}"/>
          </ac:spMkLst>
        </pc:spChg>
      </pc:sldChg>
      <pc:sldChg chg="addSp delSp modSp del mod">
        <pc:chgData name="janghoon jun" userId="056a5883350c2f5e" providerId="LiveId" clId="{6DA654A6-03B0-40F7-A259-B276216985A6}" dt="2026-07-08T06:25:18.838" v="4929" actId="47"/>
        <pc:sldMkLst>
          <pc:docMk/>
          <pc:sldMk cId="0" sldId="307"/>
        </pc:sldMkLst>
        <pc:spChg chg="mod">
          <ac:chgData name="janghoon jun" userId="056a5883350c2f5e" providerId="LiveId" clId="{6DA654A6-03B0-40F7-A259-B276216985A6}" dt="2026-07-08T06:23:52.993" v="4907" actId="6549"/>
          <ac:spMkLst>
            <pc:docMk/>
            <pc:sldMk cId="0" sldId="30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24:01.441" v="491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4:03.555" v="4920" actId="478"/>
          <ac:spMkLst>
            <pc:docMk/>
            <pc:sldMk cId="0" sldId="307"/>
            <ac:spMk id="5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6:24:02.292" v="4919" actId="478"/>
          <ac:spMkLst>
            <pc:docMk/>
            <pc:sldMk cId="0" sldId="307"/>
            <ac:spMk id="7" creationId="{80589D9D-D937-A28F-F45F-6161331CE005}"/>
          </ac:spMkLst>
        </pc:spChg>
        <pc:picChg chg="mod">
          <ac:chgData name="janghoon jun" userId="056a5883350c2f5e" providerId="LiveId" clId="{6DA654A6-03B0-40F7-A259-B276216985A6}" dt="2026-07-08T06:24:12.513" v="4922" actId="1076"/>
          <ac:picMkLst>
            <pc:docMk/>
            <pc:sldMk cId="0" sldId="307"/>
            <ac:picMk id="4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7-08T06:25:00.478" v="4928" actId="1076"/>
          <ac:picMkLst>
            <pc:docMk/>
            <pc:sldMk cId="0" sldId="307"/>
            <ac:picMk id="9" creationId="{DF9DC526-FEAB-8E33-98AD-AB55ED1274EE}"/>
          </ac:picMkLst>
        </pc:picChg>
      </pc:sldChg>
      <pc:sldChg chg="modSp del mod">
        <pc:chgData name="janghoon jun" userId="056a5883350c2f5e" providerId="LiveId" clId="{6DA654A6-03B0-40F7-A259-B276216985A6}" dt="2026-07-08T06:25:20.532" v="4930" actId="47"/>
        <pc:sldMkLst>
          <pc:docMk/>
          <pc:sldMk cId="0" sldId="308"/>
        </pc:sldMkLst>
        <pc:spChg chg="mod">
          <ac:chgData name="janghoon jun" userId="056a5883350c2f5e" providerId="LiveId" clId="{6DA654A6-03B0-40F7-A259-B276216985A6}" dt="2026-07-08T05:34:25.445" v="3746" actId="27636"/>
          <ac:spMkLst>
            <pc:docMk/>
            <pc:sldMk cId="0" sldId="308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34.549" v="4939" actId="20577"/>
        <pc:sldMkLst>
          <pc:docMk/>
          <pc:sldMk cId="0" sldId="309"/>
        </pc:sldMkLst>
        <pc:spChg chg="mod">
          <ac:chgData name="janghoon jun" userId="056a5883350c2f5e" providerId="LiveId" clId="{6DA654A6-03B0-40F7-A259-B276216985A6}" dt="2026-07-08T06:28:34.549" v="4939" actId="20577"/>
          <ac:spMkLst>
            <pc:docMk/>
            <pc:sldMk cId="0" sldId="30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6:01.838" v="4931" actId="478"/>
          <ac:spMkLst>
            <pc:docMk/>
            <pc:sldMk cId="0" sldId="309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8.742" v="5021" actId="478"/>
        <pc:sldMkLst>
          <pc:docMk/>
          <pc:sldMk cId="0" sldId="310"/>
        </pc:sldMkLst>
        <pc:spChg chg="mod">
          <ac:chgData name="janghoon jun" userId="056a5883350c2f5e" providerId="LiveId" clId="{6DA654A6-03B0-40F7-A259-B276216985A6}" dt="2026-07-08T06:28:41.357" v="4979" actId="6549"/>
          <ac:spMkLst>
            <pc:docMk/>
            <pc:sldMk cId="0" sldId="310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8.742" v="5021" actId="478"/>
          <ac:spMkLst>
            <pc:docMk/>
            <pc:sldMk cId="0" sldId="310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6.236" v="5020" actId="478"/>
        <pc:sldMkLst>
          <pc:docMk/>
          <pc:sldMk cId="0" sldId="311"/>
        </pc:sldMkLst>
        <pc:spChg chg="mod">
          <ac:chgData name="janghoon jun" userId="056a5883350c2f5e" providerId="LiveId" clId="{6DA654A6-03B0-40F7-A259-B276216985A6}" dt="2026-07-08T06:28:52.390" v="5019" actId="6549"/>
          <ac:spMkLst>
            <pc:docMk/>
            <pc:sldMk cId="0" sldId="31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6.236" v="5020" actId="478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29:38.996" v="5061" actId="6549"/>
        <pc:sldMkLst>
          <pc:docMk/>
          <pc:sldMk cId="0" sldId="312"/>
        </pc:sldMkLst>
        <pc:spChg chg="mod">
          <ac:chgData name="janghoon jun" userId="056a5883350c2f5e" providerId="LiveId" clId="{6DA654A6-03B0-40F7-A259-B276216985A6}" dt="2026-07-08T06:29:38.996" v="5061" actId="6549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3:14.694" v="5223" actId="2711"/>
        <pc:sldMkLst>
          <pc:docMk/>
          <pc:sldMk cId="0" sldId="313"/>
        </pc:sldMkLst>
        <pc:graphicFrameChg chg="modGraphic">
          <ac:chgData name="janghoon jun" userId="056a5883350c2f5e" providerId="LiveId" clId="{6DA654A6-03B0-40F7-A259-B276216985A6}" dt="2026-07-08T06:33:14.694" v="5223" actId="2711"/>
          <ac:graphicFrameMkLst>
            <pc:docMk/>
            <pc:sldMk cId="0" sldId="313"/>
            <ac:graphicFrameMk id="4" creationId="{00000000-0000-0000-0000-000000000000}"/>
          </ac:graphicFrameMkLst>
        </pc:graphicFrameChg>
      </pc:sldChg>
      <pc:sldChg chg="delSp modSp mod">
        <pc:chgData name="janghoon jun" userId="056a5883350c2f5e" providerId="LiveId" clId="{6DA654A6-03B0-40F7-A259-B276216985A6}" dt="2026-07-08T06:33:44.719" v="5228" actId="478"/>
        <pc:sldMkLst>
          <pc:docMk/>
          <pc:sldMk cId="0" sldId="314"/>
        </pc:sldMkLst>
        <pc:spChg chg="del mod">
          <ac:chgData name="janghoon jun" userId="056a5883350c2f5e" providerId="LiveId" clId="{6DA654A6-03B0-40F7-A259-B276216985A6}" dt="2026-07-08T06:33:44.719" v="5228" actId="478"/>
          <ac:spMkLst>
            <pc:docMk/>
            <pc:sldMk cId="0" sldId="314"/>
            <ac:spMk id="5" creationId="{00000000-0000-0000-0000-000000000000}"/>
          </ac:spMkLst>
        </pc:spChg>
      </pc:sldChg>
      <pc:sldChg chg="addSp delSp modSp add del mod">
        <pc:chgData name="janghoon jun" userId="056a5883350c2f5e" providerId="LiveId" clId="{6DA654A6-03B0-40F7-A259-B276216985A6}" dt="2026-07-08T05:44:53.427" v="4108" actId="47"/>
        <pc:sldMkLst>
          <pc:docMk/>
          <pc:sldMk cId="3040168571" sldId="315"/>
        </pc:sldMkLst>
        <pc:spChg chg="mod">
          <ac:chgData name="janghoon jun" userId="056a5883350c2f5e" providerId="LiveId" clId="{6DA654A6-03B0-40F7-A259-B276216985A6}" dt="2026-07-08T05:44:36.150" v="4104" actId="20577"/>
          <ac:spMkLst>
            <pc:docMk/>
            <pc:sldMk cId="3040168571" sldId="315"/>
            <ac:spMk id="4" creationId="{5C1159C3-0DBA-3776-19CD-A028CCA8A5B5}"/>
          </ac:spMkLst>
        </pc:spChg>
        <pc:spChg chg="mod">
          <ac:chgData name="janghoon jun" userId="056a5883350c2f5e" providerId="LiveId" clId="{6DA654A6-03B0-40F7-A259-B276216985A6}" dt="2026-07-08T05:44:37.631" v="4106" actId="20577"/>
          <ac:spMkLst>
            <pc:docMk/>
            <pc:sldMk cId="3040168571" sldId="315"/>
            <ac:spMk id="5" creationId="{ED61727B-1D68-D0AE-A162-78CFCF7DCEAD}"/>
          </ac:spMkLst>
        </pc:spChg>
        <pc:spChg chg="mod">
          <ac:chgData name="janghoon jun" userId="056a5883350c2f5e" providerId="LiveId" clId="{6DA654A6-03B0-40F7-A259-B276216985A6}" dt="2026-07-08T05:44:25.185" v="4101" actId="164"/>
          <ac:spMkLst>
            <pc:docMk/>
            <pc:sldMk cId="3040168571" sldId="315"/>
            <ac:spMk id="6" creationId="{197E1DD0-7F36-5BE9-1551-B6C6D0980C6C}"/>
          </ac:spMkLst>
        </pc:spChg>
        <pc:spChg chg="del">
          <ac:chgData name="janghoon jun" userId="056a5883350c2f5e" providerId="LiveId" clId="{6DA654A6-03B0-40F7-A259-B276216985A6}" dt="2026-07-08T05:44:06.128" v="4098" actId="478"/>
          <ac:spMkLst>
            <pc:docMk/>
            <pc:sldMk cId="3040168571" sldId="315"/>
            <ac:spMk id="7" creationId="{5737FCF3-0772-0AB4-9091-4164478F3A0F}"/>
          </ac:spMkLst>
        </pc:spChg>
        <pc:grpChg chg="add mod">
          <ac:chgData name="janghoon jun" userId="056a5883350c2f5e" providerId="LiveId" clId="{6DA654A6-03B0-40F7-A259-B276216985A6}" dt="2026-07-08T05:44:42.768" v="4107" actId="1076"/>
          <ac:grpSpMkLst>
            <pc:docMk/>
            <pc:sldMk cId="3040168571" sldId="315"/>
            <ac:grpSpMk id="8" creationId="{4D48FF70-B7C3-7DD0-7C99-EBB6B4EF433D}"/>
          </ac:grpSpMkLst>
        </pc:grpChg>
      </pc:sldChg>
      <pc:sldChg chg="modSp mod modNotesTx">
        <pc:chgData name="janghoon jun" userId="056a5883350c2f5e" providerId="LiveId" clId="{6DA654A6-03B0-40F7-A259-B276216985A6}" dt="2026-07-07T05:53:07.441" v="2954" actId="27636"/>
        <pc:sldMkLst>
          <pc:docMk/>
          <pc:sldMk cId="4271007981" sldId="524"/>
        </pc:sldMkLst>
        <pc:spChg chg="mod">
          <ac:chgData name="janghoon jun" userId="056a5883350c2f5e" providerId="LiveId" clId="{6DA654A6-03B0-40F7-A259-B276216985A6}" dt="2026-07-07T05:53:07.441" v="2954" actId="27636"/>
          <ac:spMkLst>
            <pc:docMk/>
            <pc:sldMk cId="4271007981" sldId="524"/>
            <ac:spMk id="3" creationId="{B2A4B13E-D4FF-F6EF-0421-904F6E47B818}"/>
          </ac:spMkLst>
        </pc:spChg>
      </pc:sldChg>
      <pc:sldChg chg="modSp mod modNotesTx">
        <pc:chgData name="janghoon jun" userId="056a5883350c2f5e" providerId="LiveId" clId="{6DA654A6-03B0-40F7-A259-B276216985A6}" dt="2026-07-07T06:20:30.284" v="3349" actId="20577"/>
        <pc:sldMkLst>
          <pc:docMk/>
          <pc:sldMk cId="217966962" sldId="551"/>
        </pc:sldMkLst>
        <pc:spChg chg="mod">
          <ac:chgData name="janghoon jun" userId="056a5883350c2f5e" providerId="LiveId" clId="{6DA654A6-03B0-40F7-A259-B276216985A6}" dt="2026-07-07T06:20:30.284" v="3349" actId="20577"/>
          <ac:spMkLst>
            <pc:docMk/>
            <pc:sldMk cId="217966962" sldId="551"/>
            <ac:spMk id="7" creationId="{1085DB8A-F2FD-AB70-F0B6-F5E8612C16E3}"/>
          </ac:spMkLst>
        </pc:spChg>
      </pc:sldChg>
      <pc:sldChg chg="addSp delSp modSp mod modNotesTx">
        <pc:chgData name="janghoon jun" userId="056a5883350c2f5e" providerId="LiveId" clId="{6DA654A6-03B0-40F7-A259-B276216985A6}" dt="2026-07-07T06:27:42.391" v="3726" actId="20577"/>
        <pc:sldMkLst>
          <pc:docMk/>
          <pc:sldMk cId="862864859" sldId="584"/>
        </pc:sldMkLst>
        <pc:spChg chg="add del mod">
          <ac:chgData name="janghoon jun" userId="056a5883350c2f5e" providerId="LiveId" clId="{6DA654A6-03B0-40F7-A259-B276216985A6}" dt="2026-07-07T06:02:23.247" v="3232" actId="478"/>
          <ac:spMkLst>
            <pc:docMk/>
            <pc:sldMk cId="862864859" sldId="584"/>
            <ac:spMk id="5" creationId="{28370CC8-5180-4116-2C69-517CC8C77A8D}"/>
          </ac:spMkLst>
        </pc:spChg>
        <pc:spChg chg="add mod">
          <ac:chgData name="janghoon jun" userId="056a5883350c2f5e" providerId="LiveId" clId="{6DA654A6-03B0-40F7-A259-B276216985A6}" dt="2026-07-07T06:21:01.467" v="3352" actId="20577"/>
          <ac:spMkLst>
            <pc:docMk/>
            <pc:sldMk cId="862864859" sldId="584"/>
            <ac:spMk id="6" creationId="{D62C2986-0880-73A6-0030-011944A6C073}"/>
          </ac:spMkLst>
        </pc:spChg>
        <pc:spChg chg="add mod">
          <ac:chgData name="janghoon jun" userId="056a5883350c2f5e" providerId="LiveId" clId="{6DA654A6-03B0-40F7-A259-B276216985A6}" dt="2026-07-07T06:21:59.539" v="3433" actId="20577"/>
          <ac:spMkLst>
            <pc:docMk/>
            <pc:sldMk cId="862864859" sldId="584"/>
            <ac:spMk id="7" creationId="{1BB855DF-B6D6-F963-7960-07D55D35BC6B}"/>
          </ac:spMkLst>
        </pc:spChg>
        <pc:spChg chg="add mod">
          <ac:chgData name="janghoon jun" userId="056a5883350c2f5e" providerId="LiveId" clId="{6DA654A6-03B0-40F7-A259-B276216985A6}" dt="2026-07-07T06:27:13.315" v="3577" actId="1076"/>
          <ac:spMkLst>
            <pc:docMk/>
            <pc:sldMk cId="862864859" sldId="584"/>
            <ac:spMk id="8" creationId="{40F74CA7-2F41-1E0A-0766-642D831862A7}"/>
          </ac:spMkLst>
        </pc:spChg>
        <pc:spChg chg="add mod">
          <ac:chgData name="janghoon jun" userId="056a5883350c2f5e" providerId="LiveId" clId="{6DA654A6-03B0-40F7-A259-B276216985A6}" dt="2026-07-07T06:27:42.391" v="3726" actId="20577"/>
          <ac:spMkLst>
            <pc:docMk/>
            <pc:sldMk cId="862864859" sldId="584"/>
            <ac:spMk id="9" creationId="{E233841F-ECA5-7C95-3F36-3EC2D4BA9590}"/>
          </ac:spMkLst>
        </pc:spChg>
      </pc:sldChg>
      <pc:sldChg chg="addSp delSp modSp add del mod modNotesTx">
        <pc:chgData name="janghoon jun" userId="056a5883350c2f5e" providerId="LiveId" clId="{6DA654A6-03B0-40F7-A259-B276216985A6}" dt="2026-07-07T06:02:24.296" v="3233" actId="47"/>
        <pc:sldMkLst>
          <pc:docMk/>
          <pc:sldMk cId="789029597" sldId="585"/>
        </pc:sldMkLst>
      </pc:sldChg>
      <pc:sldChg chg="addSp delSp modSp add del mod modNotesTx">
        <pc:chgData name="janghoon jun" userId="056a5883350c2f5e" providerId="LiveId" clId="{6DA654A6-03B0-40F7-A259-B276216985A6}" dt="2026-07-07T06:02:26.061" v="3235" actId="47"/>
        <pc:sldMkLst>
          <pc:docMk/>
          <pc:sldMk cId="2035868554" sldId="586"/>
        </pc:sldMkLst>
      </pc:sldChg>
      <pc:sldChg chg="addSp delSp modSp add del mod modNotesTx">
        <pc:chgData name="janghoon jun" userId="056a5883350c2f5e" providerId="LiveId" clId="{6DA654A6-03B0-40F7-A259-B276216985A6}" dt="2026-07-07T06:02:26.715" v="3236" actId="47"/>
        <pc:sldMkLst>
          <pc:docMk/>
          <pc:sldMk cId="3194503239" sldId="587"/>
        </pc:sldMkLst>
      </pc:sldChg>
      <pc:sldChg chg="addSp delSp modSp add del mod modNotesTx">
        <pc:chgData name="janghoon jun" userId="056a5883350c2f5e" providerId="LiveId" clId="{6DA654A6-03B0-40F7-A259-B276216985A6}" dt="2026-07-07T06:02:27.390" v="3237" actId="47"/>
        <pc:sldMkLst>
          <pc:docMk/>
          <pc:sldMk cId="1704474408" sldId="588"/>
        </pc:sldMkLst>
      </pc:sldChg>
      <pc:sldChg chg="addSp modSp add del mod modNotesTx">
        <pc:chgData name="janghoon jun" userId="056a5883350c2f5e" providerId="LiveId" clId="{6DA654A6-03B0-40F7-A259-B276216985A6}" dt="2026-07-07T06:02:28.071" v="3238" actId="47"/>
        <pc:sldMkLst>
          <pc:docMk/>
          <pc:sldMk cId="2813930619" sldId="589"/>
        </pc:sldMkLst>
      </pc:sldChg>
      <pc:sldChg chg="modSp add del mod modNotesTx">
        <pc:chgData name="janghoon jun" userId="056a5883350c2f5e" providerId="LiveId" clId="{6DA654A6-03B0-40F7-A259-B276216985A6}" dt="2026-07-07T06:02:28.703" v="3239" actId="47"/>
        <pc:sldMkLst>
          <pc:docMk/>
          <pc:sldMk cId="397103809" sldId="590"/>
        </pc:sldMkLst>
      </pc:sldChg>
      <pc:sldChg chg="addSp modSp add del mod modNotesTx">
        <pc:chgData name="janghoon jun" userId="056a5883350c2f5e" providerId="LiveId" clId="{6DA654A6-03B0-40F7-A259-B276216985A6}" dt="2026-07-07T06:02:29.327" v="3240" actId="47"/>
        <pc:sldMkLst>
          <pc:docMk/>
          <pc:sldMk cId="1793991331" sldId="591"/>
        </pc:sldMkLst>
      </pc:sldChg>
      <pc:sldChg chg="addSp delSp modSp add del mod modNotesTx">
        <pc:chgData name="janghoon jun" userId="056a5883350c2f5e" providerId="LiveId" clId="{6DA654A6-03B0-40F7-A259-B276216985A6}" dt="2026-07-07T06:02:29.958" v="3241" actId="47"/>
        <pc:sldMkLst>
          <pc:docMk/>
          <pc:sldMk cId="2857516297" sldId="592"/>
        </pc:sldMkLst>
      </pc:sldChg>
      <pc:sldChg chg="addSp delSp modSp add del mod modNotesTx">
        <pc:chgData name="janghoon jun" userId="056a5883350c2f5e" providerId="LiveId" clId="{6DA654A6-03B0-40F7-A259-B276216985A6}" dt="2026-07-07T06:02:30.666" v="3242" actId="47"/>
        <pc:sldMkLst>
          <pc:docMk/>
          <pc:sldMk cId="264417426" sldId="593"/>
        </pc:sldMkLst>
      </pc:sldChg>
      <pc:sldChg chg="addSp modSp add del mod modNotesTx">
        <pc:chgData name="janghoon jun" userId="056a5883350c2f5e" providerId="LiveId" clId="{6DA654A6-03B0-40F7-A259-B276216985A6}" dt="2026-07-07T06:02:31.412" v="3243" actId="47"/>
        <pc:sldMkLst>
          <pc:docMk/>
          <pc:sldMk cId="1066384288" sldId="594"/>
        </pc:sldMkLst>
      </pc:sldChg>
      <pc:sldChg chg="addSp modSp add del mod modNotesTx">
        <pc:chgData name="janghoon jun" userId="056a5883350c2f5e" providerId="LiveId" clId="{6DA654A6-03B0-40F7-A259-B276216985A6}" dt="2026-07-07T06:02:32.098" v="3244" actId="47"/>
        <pc:sldMkLst>
          <pc:docMk/>
          <pc:sldMk cId="3674311941" sldId="595"/>
        </pc:sldMkLst>
      </pc:sldChg>
      <pc:sldChg chg="modSp add del mod modNotesTx">
        <pc:chgData name="janghoon jun" userId="056a5883350c2f5e" providerId="LiveId" clId="{6DA654A6-03B0-40F7-A259-B276216985A6}" dt="2026-07-07T06:02:32.801" v="3245" actId="47"/>
        <pc:sldMkLst>
          <pc:docMk/>
          <pc:sldMk cId="1262180545" sldId="596"/>
        </pc:sldMkLst>
      </pc:sldChg>
      <pc:sldChg chg="addSp delSp modSp add mod modNotesTx">
        <pc:chgData name="janghoon jun" userId="056a5883350c2f5e" providerId="LiveId" clId="{6DA654A6-03B0-40F7-A259-B276216985A6}" dt="2026-07-07T06:02:36.272" v="3246" actId="478"/>
        <pc:sldMkLst>
          <pc:docMk/>
          <pc:sldMk cId="2313877190" sldId="597"/>
        </pc:sldMkLst>
        <pc:spChg chg="del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5" creationId="{47F256C7-7695-EA58-29A7-614CC7465766}"/>
          </ac:spMkLst>
        </pc:spChg>
        <pc:spChg chg="add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6" creationId="{2277A352-DBDD-00CE-BE2E-4167D2776516}"/>
          </ac:spMkLst>
        </pc:spChg>
      </pc:sldChg>
      <pc:sldChg chg="modSp add del mod modNotesTx">
        <pc:chgData name="janghoon jun" userId="056a5883350c2f5e" providerId="LiveId" clId="{6DA654A6-03B0-40F7-A259-B276216985A6}" dt="2026-07-07T05:52:26.398" v="2919" actId="47"/>
        <pc:sldMkLst>
          <pc:docMk/>
          <pc:sldMk cId="1376043223" sldId="598"/>
        </pc:sldMkLst>
      </pc:sldChg>
      <pc:sldChg chg="addSp modSp add del mod modNotesTx">
        <pc:chgData name="janghoon jun" userId="056a5883350c2f5e" providerId="LiveId" clId="{6DA654A6-03B0-40F7-A259-B276216985A6}" dt="2026-07-07T06:02:25.336" v="3234" actId="47"/>
        <pc:sldMkLst>
          <pc:docMk/>
          <pc:sldMk cId="1647113666" sldId="5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 err="1"/>
              <a:t>표지</a:t>
            </a:r>
            <a:r>
              <a:rPr dirty="0"/>
              <a:t>. </a:t>
            </a:r>
            <a:r>
              <a:rPr dirty="0" err="1"/>
              <a:t>발표자</a:t>
            </a:r>
            <a:r>
              <a:rPr dirty="0"/>
              <a:t>: 전장훈(</a:t>
            </a:r>
            <a:r>
              <a:rPr dirty="0" err="1"/>
              <a:t>JangHoon</a:t>
            </a:r>
            <a:r>
              <a:rPr dirty="0"/>
              <a:t> Chun), </a:t>
            </a:r>
            <a:r>
              <a:rPr dirty="0" err="1"/>
              <a:t>강남세브란스병원</a:t>
            </a:r>
            <a:r>
              <a:rPr dirty="0"/>
              <a:t> </a:t>
            </a:r>
            <a:r>
              <a:rPr dirty="0" err="1"/>
              <a:t>의료기기산업학과</a:t>
            </a:r>
            <a:r>
              <a:rPr dirty="0"/>
              <a:t>. </a:t>
            </a:r>
            <a:r>
              <a:rPr lang="en-US" altLang="ko-KR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Stage-2 AEC-Clinical Fusion: </a:t>
            </a:r>
            <a:r>
              <a:rPr lang="ko-KR" altLang="en-US" sz="1200" b="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재분류</a:t>
            </a:r>
            <a:r>
              <a:rPr lang="ko-KR" altLang="en-US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성능 및 </a:t>
            </a:r>
            <a:r>
              <a:rPr lang="en-US" altLang="ko-KR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Confound </a:t>
            </a:r>
            <a:r>
              <a:rPr lang="ko-KR" altLang="en-US" sz="1200" b="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검증</a:t>
            </a:r>
            <a:r>
              <a:rPr b="0" dirty="0"/>
              <a:t>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발표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Low-</a:t>
            </a:r>
            <a:r>
              <a:rPr dirty="0" err="1"/>
              <a:t>SMI는</a:t>
            </a:r>
            <a:r>
              <a:rPr dirty="0"/>
              <a:t> </a:t>
            </a:r>
            <a:r>
              <a:rPr dirty="0" err="1"/>
              <a:t>노쇠·수술</a:t>
            </a:r>
            <a:r>
              <a:rPr dirty="0"/>
              <a:t> 후 </a:t>
            </a:r>
            <a:r>
              <a:rPr dirty="0" err="1"/>
              <a:t>합병증·사망률과</a:t>
            </a:r>
            <a:r>
              <a:rPr dirty="0"/>
              <a:t> </a:t>
            </a:r>
            <a:r>
              <a:rPr dirty="0" err="1"/>
              <a:t>연관</a:t>
            </a:r>
            <a:r>
              <a:rPr dirty="0"/>
              <a:t>(Prado 2008; Martin 2013). Stage-1 LR(</a:t>
            </a:r>
            <a:r>
              <a:rPr dirty="0" err="1"/>
              <a:t>성별·나이·키·체중</a:t>
            </a:r>
            <a:r>
              <a:rPr dirty="0"/>
              <a:t>) AUC internal 0.828 / external 0.835 -- Hosmer-Lemeshow </a:t>
            </a:r>
            <a:r>
              <a:rPr dirty="0" err="1"/>
              <a:t>기준</a:t>
            </a:r>
            <a:r>
              <a:rPr dirty="0"/>
              <a:t> acceptable(0.7-0.8)~excellent(0.8-0.9) </a:t>
            </a:r>
            <a:r>
              <a:rPr dirty="0" err="1"/>
              <a:t>경계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왜 Sens 90%인가:</a:t>
            </a:r>
          </a:p>
          <a:p>
            <a:r>
              <a:rPr dirty="0"/>
              <a:t>- 100% </a:t>
            </a:r>
            <a:r>
              <a:rPr dirty="0" err="1"/>
              <a:t>cutoff는</a:t>
            </a:r>
            <a:r>
              <a:rPr dirty="0"/>
              <a:t> </a:t>
            </a:r>
            <a:r>
              <a:rPr dirty="0" err="1"/>
              <a:t>양성</a:t>
            </a:r>
            <a:r>
              <a:rPr dirty="0"/>
              <a:t> n=129 order </a:t>
            </a:r>
            <a:r>
              <a:rPr dirty="0" err="1"/>
              <a:t>statistic이라</a:t>
            </a:r>
            <a:r>
              <a:rPr dirty="0"/>
              <a:t> </a:t>
            </a:r>
            <a:r>
              <a:rPr dirty="0" err="1"/>
              <a:t>분산</a:t>
            </a:r>
            <a:r>
              <a:rPr dirty="0"/>
              <a:t> </a:t>
            </a:r>
            <a:r>
              <a:rPr dirty="0" err="1"/>
              <a:t>추정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r>
              <a:rPr dirty="0"/>
              <a:t>- Sens 90→95%p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Sp</a:t>
            </a:r>
            <a:r>
              <a:rPr dirty="0"/>
              <a:t> </a:t>
            </a:r>
            <a:r>
              <a:rPr dirty="0" err="1"/>
              <a:t>손실</a:t>
            </a:r>
            <a:r>
              <a:rPr dirty="0"/>
              <a:t> </a:t>
            </a:r>
            <a:r>
              <a:rPr dirty="0" err="1"/>
              <a:t>기울기가</a:t>
            </a:r>
            <a:r>
              <a:rPr dirty="0"/>
              <a:t> 85→90%p </a:t>
            </a:r>
            <a:r>
              <a:rPr dirty="0" err="1"/>
              <a:t>대비</a:t>
            </a:r>
            <a:r>
              <a:rPr dirty="0"/>
              <a:t> internal 1.17배/external 1.66배로 </a:t>
            </a:r>
            <a:r>
              <a:rPr dirty="0" err="1"/>
              <a:t>급증</a:t>
            </a:r>
            <a:endParaRPr dirty="0"/>
          </a:p>
          <a:p>
            <a:r>
              <a:rPr dirty="0"/>
              <a:t>- FN(</a:t>
            </a:r>
            <a:r>
              <a:rPr dirty="0" err="1"/>
              <a:t>누락</a:t>
            </a:r>
            <a:r>
              <a:rPr dirty="0"/>
              <a:t>) </a:t>
            </a:r>
            <a:r>
              <a:rPr dirty="0" err="1"/>
              <a:t>비용이</a:t>
            </a:r>
            <a:r>
              <a:rPr dirty="0"/>
              <a:t> FP보다 </a:t>
            </a:r>
            <a:r>
              <a:rPr dirty="0" err="1"/>
              <a:t>크다고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 → </a:t>
            </a:r>
            <a:r>
              <a:rPr dirty="0" err="1"/>
              <a:t>한계비용</a:t>
            </a:r>
            <a:r>
              <a:rPr dirty="0"/>
              <a:t> </a:t>
            </a:r>
            <a:r>
              <a:rPr dirty="0" err="1"/>
              <a:t>급증</a:t>
            </a:r>
            <a:r>
              <a:rPr dirty="0"/>
              <a:t> </a:t>
            </a:r>
            <a:r>
              <a:rPr dirty="0" err="1"/>
              <a:t>직전인</a:t>
            </a:r>
            <a:r>
              <a:rPr dirty="0"/>
              <a:t> 90%p까지 </a:t>
            </a:r>
            <a:r>
              <a:rPr dirty="0" err="1"/>
              <a:t>확보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AA71-9C51-7B50-8C8A-DAFDE161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8AD18-7EB6-96D8-9EF9-9C3A23660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0C6DB-F202-3437-68DB-C8872416B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FN 1</a:t>
            </a:r>
            <a:r>
              <a:rPr lang="ko-KR" altLang="en-US" sz="1200" dirty="0"/>
              <a:t>명당 드는 </a:t>
            </a:r>
            <a:r>
              <a:rPr lang="en-US" altLang="ko-KR" sz="1200" dirty="0"/>
              <a:t>FP </a:t>
            </a:r>
            <a:r>
              <a:rPr lang="ko-KR" altLang="en-US" sz="1200" dirty="0"/>
              <a:t>비용은 </a:t>
            </a:r>
            <a:r>
              <a:rPr lang="en-US" altLang="ko-KR" sz="1200" dirty="0"/>
              <a:t>85→90%p </a:t>
            </a:r>
            <a:r>
              <a:rPr lang="ko-KR" altLang="en-US" sz="1200" dirty="0"/>
              <a:t>구간보다 </a:t>
            </a:r>
            <a:r>
              <a:rPr lang="en-US" altLang="ko-KR" sz="1200" dirty="0"/>
              <a:t>90→95%p </a:t>
            </a:r>
            <a:r>
              <a:rPr lang="ko-KR" altLang="en-US" sz="1200" dirty="0"/>
              <a:t>구간에서 </a:t>
            </a:r>
            <a:r>
              <a:rPr lang="en-US" altLang="ko-KR" sz="1200" dirty="0"/>
              <a:t>1.6~3</a:t>
            </a:r>
            <a:r>
              <a:rPr lang="ko-KR" altLang="en-US" sz="1200" dirty="0"/>
              <a:t>배 증가</a:t>
            </a:r>
          </a:p>
          <a:p>
            <a:pPr>
              <a:lnSpc>
                <a:spcPct val="150000"/>
              </a:lnSpc>
            </a:pPr>
            <a:r>
              <a:rPr lang="ko-KR" altLang="en-US" sz="1200" b="1" dirty="0"/>
              <a:t>→ </a:t>
            </a:r>
            <a:r>
              <a:rPr lang="en-US" altLang="ko-KR" sz="1200" b="1" dirty="0" err="1"/>
              <a:t>Sp</a:t>
            </a:r>
            <a:r>
              <a:rPr lang="ko-KR" altLang="en-US" sz="1200" b="1" dirty="0"/>
              <a:t> 손실이 급격히 커지기 직전인 </a:t>
            </a:r>
            <a:r>
              <a:rPr lang="en-US" altLang="ko-KR" sz="1200" b="1" dirty="0"/>
              <a:t>90%p</a:t>
            </a:r>
            <a:r>
              <a:rPr lang="ko-KR" altLang="en-US" sz="1200" b="1" dirty="0"/>
              <a:t>가 비용 대비 효율적인 </a:t>
            </a:r>
            <a:r>
              <a:rPr lang="en-US" altLang="ko-KR" sz="1200" b="1" dirty="0"/>
              <a:t>cutoff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C813B-11BA-4EE2-3BF1-E7986A58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91926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127EA-DB53-0301-0ACD-39763E95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611E-21FB-8AA8-ECB2-7F8B70304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E818-1386-6F94-27FF-C5AEAB677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ko-KR" dirty="0"/>
              <a:t>S90 confusion matrix </a:t>
            </a:r>
            <a:r>
              <a:rPr lang="ko-KR" altLang="en-US" dirty="0"/>
              <a:t>확인 후 </a:t>
            </a:r>
            <a:r>
              <a:rPr lang="en-US" altLang="ko-KR" dirty="0"/>
              <a:t>Predicted Positive</a:t>
            </a:r>
            <a:r>
              <a:rPr lang="ko-KR" altLang="en-US" dirty="0"/>
              <a:t>만 </a:t>
            </a:r>
            <a:r>
              <a:rPr lang="en-US" altLang="ko-KR" dirty="0"/>
              <a:t>Stage-2</a:t>
            </a:r>
            <a:r>
              <a:rPr lang="ko-KR" altLang="en-US" dirty="0"/>
              <a:t>로 사용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 err="1"/>
              <a:t>Neg:Pos</a:t>
            </a:r>
            <a:r>
              <a:rPr lang="en-US" altLang="ko-KR" dirty="0"/>
              <a:t>=961:129(internal)/785:141(external) </a:t>
            </a:r>
            <a:r>
              <a:rPr lang="ko-KR" altLang="en-US" dirty="0"/>
              <a:t>불균형 </a:t>
            </a:r>
            <a:r>
              <a:rPr lang="en-US" altLang="ko-KR" dirty="0"/>
              <a:t>+ Sens90 cutoff → </a:t>
            </a:r>
            <a:r>
              <a:rPr lang="ko-KR" altLang="en-US" dirty="0"/>
              <a:t>구조적으로 </a:t>
            </a:r>
            <a:r>
              <a:rPr lang="en-US" altLang="ko-KR" dirty="0"/>
              <a:t>FP≫FN(</a:t>
            </a:r>
            <a:r>
              <a:rPr lang="ko-KR" altLang="en-US" dirty="0"/>
              <a:t>설계상 예상된 결과</a:t>
            </a:r>
            <a:r>
              <a:rPr lang="en-US" altLang="ko-KR" dirty="0"/>
              <a:t>).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Predicted Negative</a:t>
            </a:r>
            <a:r>
              <a:rPr lang="ko-KR" altLang="en-US" dirty="0"/>
              <a:t>는 </a:t>
            </a:r>
            <a:r>
              <a:rPr lang="en-US" altLang="ko-KR" dirty="0"/>
              <a:t>NPV 97.7%/97.5%</a:t>
            </a:r>
            <a:r>
              <a:rPr lang="ko-KR" altLang="en-US" dirty="0"/>
              <a:t>로 이미 충분히 신뢰 가능해 제외</a:t>
            </a:r>
            <a:r>
              <a:rPr lang="en-US" altLang="ko-KR" dirty="0"/>
              <a:t>.</a:t>
            </a:r>
            <a:endParaRPr lang="ko-KR" altLang="en-US" dirty="0"/>
          </a:p>
          <a:p>
            <a:r>
              <a:rPr lang="en-US" altLang="ko-KR" dirty="0"/>
              <a:t>Predicted Positive</a:t>
            </a:r>
            <a:r>
              <a:rPr lang="ko-KR" altLang="en-US" dirty="0"/>
              <a:t>는 </a:t>
            </a:r>
            <a:r>
              <a:rPr lang="en-US" altLang="ko-KR" dirty="0"/>
              <a:t>PPV 20.7%/24.8%</a:t>
            </a:r>
            <a:r>
              <a:rPr lang="ko-KR" altLang="en-US" dirty="0"/>
              <a:t>로 낮아 이 군에만 </a:t>
            </a:r>
            <a:r>
              <a:rPr lang="en-US" altLang="ko-KR" dirty="0"/>
              <a:t>Stage-2</a:t>
            </a:r>
            <a:r>
              <a:rPr lang="ko-KR" altLang="en-US" dirty="0"/>
              <a:t>를 적용해 </a:t>
            </a:r>
            <a:r>
              <a:rPr lang="en-US" altLang="ko-KR" dirty="0"/>
              <a:t>PPV </a:t>
            </a:r>
            <a:r>
              <a:rPr lang="ko-KR" altLang="en-US" dirty="0"/>
              <a:t>개선</a:t>
            </a:r>
            <a:r>
              <a:rPr lang="en-US" altLang="ko-KR" dirty="0"/>
              <a:t>/FP </a:t>
            </a:r>
            <a:r>
              <a:rPr lang="ko-KR" altLang="en-US" dirty="0"/>
              <a:t>감소를 목표로 함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  <a:p>
            <a:r>
              <a:rPr lang="en-US" altLang="ko-KR" dirty="0"/>
              <a:t>Stage-1 AUC</a:t>
            </a:r>
            <a:r>
              <a:rPr lang="ko-KR" altLang="en-US" dirty="0"/>
              <a:t>를 높이면 이 트레이드오프 자체가 완화됨 </a:t>
            </a:r>
            <a:r>
              <a:rPr lang="en-US" altLang="ko-KR" dirty="0"/>
              <a:t>-- Stage-2</a:t>
            </a:r>
            <a:r>
              <a:rPr lang="ko-KR" altLang="en-US" dirty="0"/>
              <a:t>가 필요한 </a:t>
            </a:r>
            <a:r>
              <a:rPr lang="en-US" altLang="ko-KR" dirty="0"/>
              <a:t>1</a:t>
            </a:r>
            <a:r>
              <a:rPr lang="ko-KR" altLang="en-US" dirty="0"/>
              <a:t>차 근거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AE8E6-DCA5-B91C-154B-33F9AEF13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9385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83C6F-81C2-4881-265B-DC90DB117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360F5-78A5-F8F2-3AF1-E6B8A31113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BFA01-DC83-FA69-1A52-247DA37A5A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0E2E4-AEC5-C29D-5657-714969E154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085646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8A4A-BF4E-A68A-5F1E-D49EEEC9C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F0313-5111-4925-AA40-28B406CA5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319D1-9A0E-DBAD-CCE8-E1B5256FF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A9B80-65F7-EA25-0B41-27D543607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504867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8260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0344B-725A-F24C-70BD-475446F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AC708-998B-CF8A-8C87-3767BF180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1B52-3F75-4EE0-B52D-7E29EE64D0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0675F-AB5A-2AC6-A453-932F57D742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92628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364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Comparison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of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AECs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between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groups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after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low-smi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classification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with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clinic</a:t>
            </a:r>
            <a:r>
              <a:rPr lang="ko-KR" altLang="ko-KR" sz="2400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ko-KR" altLang="ko-KR" sz="2400" dirty="0" err="1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data</a:t>
            </a:r>
            <a:endParaRPr sz="2400" b="1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1B16767E-149D-831B-AF7B-A6F405D5B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999" y="901700"/>
            <a:ext cx="11176000" cy="190500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Clinic 4</a:t>
            </a:r>
            <a:r>
              <a:rPr lang="ko-KR" altLang="en-US" dirty="0"/>
              <a:t>개 변수</a:t>
            </a:r>
            <a:r>
              <a:rPr lang="en-US" altLang="ko-KR" dirty="0"/>
              <a:t>(Sex, Age, Height, Weight)</a:t>
            </a:r>
            <a:r>
              <a:rPr lang="ko-KR" altLang="en-US" dirty="0"/>
              <a:t>로 성별별 </a:t>
            </a:r>
            <a:r>
              <a:rPr lang="en-US" altLang="ko-KR" dirty="0"/>
              <a:t>low-SMI </a:t>
            </a:r>
            <a:r>
              <a:rPr lang="ko-KR" altLang="en-US" dirty="0"/>
              <a:t>분류 </a:t>
            </a:r>
            <a:r>
              <a:rPr lang="en-US" altLang="ko-KR" dirty="0"/>
              <a:t>(M: </a:t>
            </a:r>
            <a:r>
              <a:rPr lang="en-US" altLang="ko-KR" dirty="0" err="1"/>
              <a:t>smi</a:t>
            </a:r>
            <a:r>
              <a:rPr lang="en-US" altLang="ko-KR" dirty="0"/>
              <a:t> &lt; 45.4, F: </a:t>
            </a:r>
            <a:r>
              <a:rPr lang="en-US" altLang="ko-KR" dirty="0" err="1"/>
              <a:t>smi</a:t>
            </a:r>
            <a:r>
              <a:rPr lang="en-US" altLang="ko-KR" dirty="0"/>
              <a:t> &lt; 34.4)</a:t>
            </a:r>
          </a:p>
          <a:p>
            <a:r>
              <a:rPr lang="en-US" altLang="ko-KR" dirty="0"/>
              <a:t>AUC internal 0.828 / external 0.835</a:t>
            </a:r>
          </a:p>
          <a:p>
            <a:r>
              <a:rPr lang="en-US" altLang="ko-KR" dirty="0"/>
              <a:t>Sensitivity 90%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컷오프로 </a:t>
            </a:r>
            <a:r>
              <a:rPr lang="en-US" altLang="ko-KR" dirty="0"/>
              <a:t>Confusion Matrix </a:t>
            </a:r>
            <a:r>
              <a:rPr lang="ko-KR" altLang="en-US" dirty="0"/>
              <a:t>확인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C264B1-4288-3E34-F029-AF4C93DB4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298" y="2857500"/>
            <a:ext cx="7109401" cy="341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D39F-82A4-2062-A90D-98DE675F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C404-E574-98DE-4895-973685A1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C3B1D46-CDA6-7CAD-8EE8-C21EE46A3916}"/>
              </a:ext>
            </a:extLst>
          </p:cNvPr>
          <p:cNvGraphicFramePr>
            <a:graphicFrameLocks noGrp="1"/>
          </p:cNvGraphicFramePr>
          <p:nvPr/>
        </p:nvGraphicFramePr>
        <p:xfrm>
          <a:off x="2391145" y="1421554"/>
          <a:ext cx="7409710" cy="1483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81942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448035793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FP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FP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85%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350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337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90%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447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398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582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529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C178735-E09B-D874-3F88-A1E9C45D0F9E}"/>
              </a:ext>
            </a:extLst>
          </p:cNvPr>
          <p:cNvGraphicFramePr>
            <a:graphicFrameLocks noGrp="1"/>
          </p:cNvGraphicFramePr>
          <p:nvPr/>
        </p:nvGraphicFramePr>
        <p:xfrm>
          <a:off x="1191369" y="3312042"/>
          <a:ext cx="9809262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2558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2340936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2764465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ΔFN (</a:t>
                      </a:r>
                      <a:r>
                        <a:rPr lang="ko-KR" altLang="en-US" sz="1400" dirty="0"/>
                        <a:t>놓치는 환자 감소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ΔFP (</a:t>
                      </a:r>
                      <a:r>
                        <a:rPr lang="ko-KR" altLang="en-US" sz="1400" dirty="0"/>
                        <a:t>불필요 정밀검사 증가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FN 1</a:t>
                      </a:r>
                      <a:r>
                        <a:rPr lang="ko-KR" altLang="en-US" sz="1400" dirty="0"/>
                        <a:t>명 줄이는데 드는 </a:t>
                      </a:r>
                      <a:r>
                        <a:rPr lang="en-US" altLang="ko-KR" sz="1400" dirty="0"/>
                        <a:t>FP </a:t>
                      </a:r>
                      <a:r>
                        <a:rPr lang="ko-KR" altLang="en-US" sz="1400" dirty="0"/>
                        <a:t>비용</a:t>
                      </a: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+97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13.9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+61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8.7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+135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22.5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5663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26.2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008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B61D-7E64-8CF1-E551-B99C0CF23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B451F-E3AA-9A58-2DD0-035C12DC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pic>
        <p:nvPicPr>
          <p:cNvPr id="12" name="Picture 11" descr="clinical_only_confusion_matrix_sens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64" y="992773"/>
            <a:ext cx="10432872" cy="521643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628EAB-B760-F1BF-B989-BB10B23CA891}"/>
              </a:ext>
            </a:extLst>
          </p:cNvPr>
          <p:cNvSpPr/>
          <p:nvPr/>
        </p:nvSpPr>
        <p:spPr>
          <a:xfrm>
            <a:off x="2116183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66C5FC-2E65-1CFE-A413-1C916FE5DEE4}"/>
              </a:ext>
            </a:extLst>
          </p:cNvPr>
          <p:cNvSpPr/>
          <p:nvPr/>
        </p:nvSpPr>
        <p:spPr>
          <a:xfrm>
            <a:off x="7271657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17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235E1-990A-B61D-C2FB-0E5F237E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5B1E2-F9E7-3B5D-A7E2-C46DA9E96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672E8-387A-B761-2D48-323AA293B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그룹 간 </a:t>
            </a:r>
            <a:r>
              <a:rPr lang="en-US" altLang="ko-KR" b="1" dirty="0"/>
              <a:t>p / </a:t>
            </a:r>
            <a:r>
              <a:rPr lang="en-US" altLang="ko-KR" b="1" dirty="0" err="1"/>
              <a:t>dp</a:t>
            </a:r>
            <a:r>
              <a:rPr lang="ko-KR" altLang="en-US" b="1" dirty="0"/>
              <a:t> </a:t>
            </a:r>
            <a:r>
              <a:rPr lang="en-US" altLang="ko-KR" b="1" dirty="0"/>
              <a:t>/ d2p </a:t>
            </a:r>
            <a:r>
              <a:rPr lang="ko-KR" altLang="en-US" b="1" dirty="0"/>
              <a:t>곡선 비교</a:t>
            </a:r>
            <a:endParaRPr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EA819FF-824A-52D4-3A7F-A3DF216AF6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271731"/>
              </p:ext>
            </p:extLst>
          </p:nvPr>
        </p:nvGraphicFramePr>
        <p:xfrm>
          <a:off x="1312092" y="1574800"/>
          <a:ext cx="9567816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91954">
                  <a:extLst>
                    <a:ext uri="{9D8B030D-6E8A-4147-A177-3AD203B41FA5}">
                      <a16:colId xmlns:a16="http://schemas.microsoft.com/office/drawing/2014/main" val="380248596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2374354257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983427934"/>
                    </a:ext>
                  </a:extLst>
                </a:gridCol>
                <a:gridCol w="2391954">
                  <a:extLst>
                    <a:ext uri="{9D8B030D-6E8A-4147-A177-3AD203B41FA5}">
                      <a16:colId xmlns:a16="http://schemas.microsoft.com/office/drawing/2014/main" val="13888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비교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강남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p (raw)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dp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 (1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d2p (2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82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FP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RMSD=0.0287,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RMSD=0.0021, p=0.0005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36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RMSD=0.0325,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=0.002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RMSD=0.0026, p=0.0005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24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RMSD=0.0155,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=0.227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RMSD=0.0012,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=0.155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=0.199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725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 (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psm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RMSD=0.0057,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=0.983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RMSD=0.0009,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=0.982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=0.478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28031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93DC214-F213-AB61-FBB1-2D265A00B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125605"/>
              </p:ext>
            </p:extLst>
          </p:nvPr>
        </p:nvGraphicFramePr>
        <p:xfrm>
          <a:off x="1312092" y="3767667"/>
          <a:ext cx="9567816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385989">
                  <a:extLst>
                    <a:ext uri="{9D8B030D-6E8A-4147-A177-3AD203B41FA5}">
                      <a16:colId xmlns:a16="http://schemas.microsoft.com/office/drawing/2014/main" val="380248596"/>
                    </a:ext>
                  </a:extLst>
                </a:gridCol>
                <a:gridCol w="2385989">
                  <a:extLst>
                    <a:ext uri="{9D8B030D-6E8A-4147-A177-3AD203B41FA5}">
                      <a16:colId xmlns:a16="http://schemas.microsoft.com/office/drawing/2014/main" val="2374354257"/>
                    </a:ext>
                  </a:extLst>
                </a:gridCol>
                <a:gridCol w="2385989">
                  <a:extLst>
                    <a:ext uri="{9D8B030D-6E8A-4147-A177-3AD203B41FA5}">
                      <a16:colId xmlns:a16="http://schemas.microsoft.com/office/drawing/2014/main" val="983427934"/>
                    </a:ext>
                  </a:extLst>
                </a:gridCol>
                <a:gridCol w="2409849">
                  <a:extLst>
                    <a:ext uri="{9D8B030D-6E8A-4147-A177-3AD203B41FA5}">
                      <a16:colId xmlns:a16="http://schemas.microsoft.com/office/drawing/2014/main" val="138883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비교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신촌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p (raw)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dp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 (1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d2p (2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차미분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</a:rPr>
                        <a:t>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821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FP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RMSD=0.0226,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=0.0045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RMSD=0.0017, p=0.0005</a:t>
                      </a:r>
                    </a:p>
                  </a:txBody>
                  <a:tcPr marL="19050" marR="19050" marT="19050" marB="190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=0.093</a:t>
                      </a:r>
                    </a:p>
                  </a:txBody>
                  <a:tcPr marL="19050" marR="19050" marT="19050" marB="19050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36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TN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RMSD=0.0289,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=0.0135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RMSD=0.0023, p=0.0005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=0.084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124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RMSD=0.0274,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=0.0175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RMSD=0.0016,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=0.005</a:t>
                      </a:r>
                    </a:p>
                  </a:txBody>
                  <a:tcPr marL="19050" marR="19050" marT="19050" marB="19050" anchor="ctr"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RMSD=0.0005,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=0.425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725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TP </a:t>
                      </a:r>
                      <a:r>
                        <a:rPr lang="ko-KR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vs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 FP (</a:t>
                      </a:r>
                      <a:r>
                        <a:rPr lang="en-US" altLang="ko-KR" sz="1200" b="0" i="0" kern="12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psm</a:t>
                      </a: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RMSD=0.0422,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=0.0165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RMSD=0.0023,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=0.0095</a:t>
                      </a:r>
                    </a:p>
                  </a:txBody>
                  <a:tcPr marL="19050" marR="19050" marT="19050" marB="19050"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RMSD=0.0006, </a:t>
                      </a:r>
                      <a:r>
                        <a:rPr lang="ko-KR" sz="1200" b="0" i="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</a:t>
                      </a:r>
                      <a:r>
                        <a:rPr lang="ko-KR" sz="1200" b="0" i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=0.417</a:t>
                      </a:r>
                    </a:p>
                  </a:txBody>
                  <a:tcPr marL="19050" marR="19050" marT="19050" marB="19050"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28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5379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A45-53DB-1D03-067B-82EF4C5C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A5240-5DFE-FDF5-63B9-272153AD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787508"/>
              </p:ext>
            </p:extLst>
          </p:nvPr>
        </p:nvGraphicFramePr>
        <p:xfrm>
          <a:off x="954628" y="2289797"/>
          <a:ext cx="3053533" cy="1431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1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Gangna</a:t>
                      </a:r>
                      <a:r>
                        <a:rPr lang="en-US" sz="1300" dirty="0"/>
                        <a:t>m</a:t>
                      </a:r>
                    </a:p>
                    <a:p>
                      <a:pPr algn="ctr"/>
                      <a:r>
                        <a:rPr sz="1300" dirty="0"/>
                        <a:t>(internal)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0.0325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0.002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Sinchon</a:t>
                      </a:r>
                      <a:endParaRPr lang="en-US" sz="1300" dirty="0"/>
                    </a:p>
                    <a:p>
                      <a:pPr algn="ctr"/>
                      <a:r>
                        <a:rPr sz="1300" dirty="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0.0135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B4C709C8-B4D6-D3DA-ED41-F356D9CE1067}"/>
              </a:ext>
            </a:extLst>
          </p:cNvPr>
          <p:cNvGrpSpPr/>
          <p:nvPr/>
        </p:nvGrpSpPr>
        <p:grpSpPr>
          <a:xfrm>
            <a:off x="4673601" y="1919627"/>
            <a:ext cx="6070600" cy="2171700"/>
            <a:chOff x="4627854" y="3428999"/>
            <a:chExt cx="6632024" cy="2318707"/>
          </a:xfrm>
        </p:grpSpPr>
        <p:pic>
          <p:nvPicPr>
            <p:cNvPr id="6" name="Picture 5" descr="18_aec_curve_tp_vs_tn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7854" y="3428999"/>
              <a:ext cx="3394567" cy="2318707"/>
            </a:xfrm>
            <a:prstGeom prst="rect">
              <a:avLst/>
            </a:prstGeom>
          </p:spPr>
        </p:pic>
        <p:pic>
          <p:nvPicPr>
            <p:cNvPr id="7" name="Picture 6" descr="18_aec_curve_tp_vs_tn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65311" y="3428999"/>
              <a:ext cx="3394567" cy="2318707"/>
            </a:xfrm>
            <a:prstGeom prst="rect">
              <a:avLst/>
            </a:prstGeom>
          </p:spPr>
        </p:pic>
      </p:grp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BF4D3371-029E-CBE3-E038-FE8F04EF5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674307"/>
              </p:ext>
            </p:extLst>
          </p:nvPr>
        </p:nvGraphicFramePr>
        <p:xfrm>
          <a:off x="940230" y="4615547"/>
          <a:ext cx="3067931" cy="14325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5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Gangnam
(internal)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0.0287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0.0005</a:t>
                      </a:r>
                    </a:p>
                  </a:txBody>
                  <a:tcPr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Sinchon
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642C770-CC23-8B19-F687-EDD106359F7B}"/>
              </a:ext>
            </a:extLst>
          </p:cNvPr>
          <p:cNvGrpSpPr>
            <a:grpSpLocks noChangeAspect="1"/>
          </p:cNvGrpSpPr>
          <p:nvPr/>
        </p:nvGrpSpPr>
        <p:grpSpPr>
          <a:xfrm>
            <a:off x="4578599" y="4296777"/>
            <a:ext cx="6061219" cy="2070100"/>
            <a:chOff x="5185763" y="3550000"/>
            <a:chExt cx="6788238" cy="2318400"/>
          </a:xfrm>
        </p:grpSpPr>
        <p:pic>
          <p:nvPicPr>
            <p:cNvPr id="12" name="Picture 5" descr="17_aec_curve_fp_vs_tn.png">
              <a:extLst>
                <a:ext uri="{FF2B5EF4-FFF2-40B4-BE49-F238E27FC236}">
                  <a16:creationId xmlns:a16="http://schemas.microsoft.com/office/drawing/2014/main" id="{D8AEA2E2-E549-45E9-54B7-897ADFD59E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85763" y="3550000"/>
              <a:ext cx="3394119" cy="2318400"/>
            </a:xfrm>
            <a:prstGeom prst="rect">
              <a:avLst/>
            </a:prstGeom>
          </p:spPr>
        </p:pic>
        <p:pic>
          <p:nvPicPr>
            <p:cNvPr id="13" name="Picture 6" descr="17_aec_curve_fp_vs_tn.png">
              <a:extLst>
                <a:ext uri="{FF2B5EF4-FFF2-40B4-BE49-F238E27FC236}">
                  <a16:creationId xmlns:a16="http://schemas.microsoft.com/office/drawing/2014/main" id="{A067D7BC-8B07-4215-580C-7B547CD1E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79882" y="3550000"/>
              <a:ext cx="3394119" cy="2318400"/>
            </a:xfrm>
            <a:prstGeom prst="rect">
              <a:avLst/>
            </a:prstGeom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E3CE72B-5F74-4979-D0F9-4FC1DCECCB27}"/>
              </a:ext>
            </a:extLst>
          </p:cNvPr>
          <p:cNvSpPr txBox="1"/>
          <p:nvPr/>
        </p:nvSpPr>
        <p:spPr>
          <a:xfrm>
            <a:off x="1814288" y="1866900"/>
            <a:ext cx="13104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TP vs TN </a:t>
            </a:r>
            <a:endParaRPr lang="ko-KR" altLang="en-US" sz="24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E32C4F-DDD1-2E8C-02C2-6F317C240BC8}"/>
              </a:ext>
            </a:extLst>
          </p:cNvPr>
          <p:cNvSpPr txBox="1"/>
          <p:nvPr/>
        </p:nvSpPr>
        <p:spPr>
          <a:xfrm>
            <a:off x="1807089" y="4127500"/>
            <a:ext cx="13104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FP vs TN </a:t>
            </a:r>
            <a:endParaRPr lang="ko-KR" altLang="en-US" sz="24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7" name="내용 개체 틀 3">
            <a:extLst>
              <a:ext uri="{FF2B5EF4-FFF2-40B4-BE49-F238E27FC236}">
                <a16:creationId xmlns:a16="http://schemas.microsoft.com/office/drawing/2014/main" id="{213DA017-BC77-8FC8-CC9F-A5957B4DA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Stage-1 AEC-128 </a:t>
            </a:r>
            <a:r>
              <a:rPr lang="ko-KR" altLang="en-US" b="1" dirty="0"/>
              <a:t>곡선 비교 </a:t>
            </a:r>
            <a:r>
              <a:rPr lang="en-US" altLang="ko-KR" b="1" dirty="0"/>
              <a:t>: TP/FP vs TN </a:t>
            </a:r>
            <a:r>
              <a:rPr lang="ko-KR" altLang="en-US" b="1" dirty="0"/>
              <a:t>모두 유의 </a:t>
            </a:r>
            <a:r>
              <a:rPr lang="en-US" altLang="ko-KR" b="1" dirty="0"/>
              <a:t>(p&lt;</a:t>
            </a:r>
            <a:r>
              <a:rPr lang="en-US" altLang="ko-KR" b="1"/>
              <a:t>0.01)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736506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08045E6-AB4B-8191-87F4-9D786FB05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31" y="1550000"/>
            <a:ext cx="5270369" cy="36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Stage-1 TP vs FP AEC-128 비교 </a:t>
            </a:r>
            <a:r>
              <a:rPr lang="ko-KR" altLang="en-US" b="1" dirty="0"/>
              <a:t>(raw)</a:t>
            </a:r>
            <a:endParaRPr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6BCAC1A-71D7-F33B-BBC4-F66D65788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550000"/>
            <a:ext cx="5270369" cy="36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000" y="5900000"/>
            <a:ext cx="11176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606060"/>
                </a:solidFill>
              </a:rPr>
              <a:t>→ Raw curve: 강남(internal) 비유의, 신촌(external) 유의 — 코호트 간 불일치 (matched 결과는 다음 슬라이드)</a:t>
            </a:r>
          </a:p>
        </p:txBody>
      </p:sp>
    </p:spTree>
    <p:extLst>
      <p:ext uri="{BB962C8B-B14F-4D97-AF65-F5344CB8AC3E}">
        <p14:creationId xmlns:p14="http://schemas.microsoft.com/office/powerpoint/2010/main" val="4040032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b="1"/>
              <a:t>Stage-1 TP vs FP AEC-128 비교 (Propensity-matched)</a:t>
            </a:r>
          </a:p>
        </p:txBody>
      </p:sp>
      <p:pic>
        <p:nvPicPr>
          <p:cNvPr id="5" name="Picture 4" descr="19_aec_curve_tp_vs_fp_mat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31" y="1550000"/>
            <a:ext cx="5270369" cy="3600000"/>
          </a:xfrm>
          <a:prstGeom prst="rect">
            <a:avLst/>
          </a:prstGeom>
        </p:spPr>
      </p:pic>
      <p:pic>
        <p:nvPicPr>
          <p:cNvPr id="6" name="Picture 5" descr="19_aec_curve_tp_vs_fp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000" y="1550000"/>
            <a:ext cx="5270369" cy="36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8000" y="5900000"/>
            <a:ext cx="11176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606060"/>
                </a:solidFill>
              </a:rPr>
              <a:t>→ Propensity-matching 후에도 코호트 간 불일치: 강남(internal) 비유의, 신촌(external)만 유의 — 재현 가능한 신호 아님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26F4-B148-DB82-FA51-148222F2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46A9-C734-6449-1C3E-8E16175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Next Plans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D2408-F981-AD7F-0BC2-B4589BD31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AEC-128 raw curve만으로는 TP/FP 구분 불가 (코호트 간 결과 불일치) → 새로운 접근 필요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b="1" dirty="0"/>
              <a:t>Clinic Data</a:t>
            </a:r>
            <a:r>
              <a:rPr lang="ko-KR" altLang="en-US" b="1" dirty="0"/>
              <a:t>와 </a:t>
            </a:r>
            <a:r>
              <a:rPr lang="en-US" altLang="ko-KR" b="1" dirty="0"/>
              <a:t>AEC Feature</a:t>
            </a:r>
            <a:r>
              <a:rPr lang="ko-KR" altLang="en-US" b="1" dirty="0"/>
              <a:t>의 </a:t>
            </a:r>
            <a:r>
              <a:rPr lang="en-US" altLang="ko-KR" b="1" dirty="0"/>
              <a:t>Multimodal Architecture </a:t>
            </a:r>
            <a:r>
              <a:rPr lang="ko-KR" altLang="en-US" b="1" dirty="0"/>
              <a:t>설계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b="1" dirty="0"/>
              <a:t>AUC </a:t>
            </a:r>
            <a:r>
              <a:rPr lang="ko-KR" altLang="en-US" b="1" dirty="0"/>
              <a:t>개선 방안 연구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022533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986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b="1" dirty="0"/>
              <a:t>Stage-2: </a:t>
            </a:r>
            <a:r>
              <a:rPr b="1" dirty="0" err="1"/>
              <a:t>자체</a:t>
            </a:r>
            <a:r>
              <a:rPr b="1" dirty="0"/>
              <a:t> </a:t>
            </a:r>
            <a:r>
              <a:rPr b="1" dirty="0" err="1"/>
              <a:t>학습</a:t>
            </a:r>
            <a:r>
              <a:rPr b="1" dirty="0"/>
              <a:t>(5-fold OOF) — Threshold-shift-only </a:t>
            </a:r>
            <a:r>
              <a:rPr b="1" dirty="0" err="1"/>
              <a:t>대비</a:t>
            </a:r>
            <a:r>
              <a:rPr b="1" dirty="0"/>
              <a:t> AEC </a:t>
            </a:r>
            <a:r>
              <a:rPr b="1" dirty="0" err="1"/>
              <a:t>효과는</a:t>
            </a:r>
            <a:r>
              <a:rPr b="1" dirty="0"/>
              <a:t> </a:t>
            </a:r>
            <a:r>
              <a:rPr b="1" dirty="0" err="1"/>
              <a:t>코호트마다</a:t>
            </a:r>
            <a:r>
              <a:rPr b="1" dirty="0"/>
              <a:t> </a:t>
            </a:r>
            <a:r>
              <a:rPr b="1" dirty="0" err="1"/>
              <a:t>다름</a:t>
            </a:r>
            <a:endParaRPr lang="en-US" b="1" dirty="0"/>
          </a:p>
          <a:p>
            <a:pPr lvl="1"/>
            <a:r>
              <a:rPr lang="ko-KR" altLang="en-US" sz="1400" b="1" dirty="0"/>
              <a:t>자체 학습</a:t>
            </a:r>
            <a:r>
              <a:rPr lang="en-US" altLang="ko-KR" sz="1400" b="1" dirty="0"/>
              <a:t>(self-trained): Threshold-shift-only vs. AEC-CNN — </a:t>
            </a:r>
            <a:r>
              <a:rPr lang="ko-KR" altLang="en-US" sz="1400" b="1" dirty="0"/>
              <a:t>동일 </a:t>
            </a:r>
            <a:r>
              <a:rPr lang="en-US" altLang="ko-KR" sz="1400" b="1" dirty="0"/>
              <a:t>sensitivity</a:t>
            </a:r>
            <a:r>
              <a:rPr lang="ko-KR" altLang="en-US" sz="1400" b="1" dirty="0"/>
              <a:t>에서 </a:t>
            </a:r>
            <a:r>
              <a:rPr lang="en-US" altLang="ko-KR" sz="1400" b="1" dirty="0"/>
              <a:t>specificity </a:t>
            </a:r>
            <a:r>
              <a:rPr lang="ko-KR" altLang="en-US" sz="1400" b="1" dirty="0"/>
              <a:t>비교</a:t>
            </a:r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endParaRPr lang="en-US" altLang="ko-KR" sz="1400" b="1" dirty="0"/>
          </a:p>
          <a:p>
            <a:pPr lvl="1"/>
            <a:r>
              <a:rPr lang="en-US" altLang="ko-KR" sz="1400" b="1" dirty="0"/>
              <a:t>External transfer: </a:t>
            </a:r>
            <a:r>
              <a:rPr lang="ko-KR" altLang="en-US" sz="1400" b="1" dirty="0"/>
              <a:t>자체 학습된 모델을 다른 코호트에 그대로 적용</a:t>
            </a:r>
          </a:p>
          <a:p>
            <a:pPr lvl="1"/>
            <a:endParaRPr b="1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94578" y="2025000"/>
          <a:ext cx="8642985" cy="135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26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9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8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792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sz="1050" b="1"/>
                        <a:t>Cohort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Stage-2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spec 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Net NRI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n_deesc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Full-pipeline AUC (Δ vs Stage-1, DeLong 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0" dirty="0"/>
                        <a:t>Sinchon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Threshold-shift only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3.4e-21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+63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75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1"/>
                        <a:t>Sinchon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AEC-CNN (self-trained)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4.0e-28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+86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98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0.829 (Δ-0.003, p=0.256)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0"/>
                        <a:t>Gangnam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Threshold-shift only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4.1e-25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+77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87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-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r>
                        <a:rPr sz="1100" b="1"/>
                        <a:t>Gangnam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AEC-CNN (self-trained)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5.3e-23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+70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0.827 (Δ-0.002, p=0.632)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594578" y="3357939"/>
            <a:ext cx="864298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 dirty="0">
                <a:solidFill>
                  <a:srgbClr val="606060"/>
                </a:solidFill>
              </a:rPr>
              <a:t>→ Sinchon: AEC-CNN(+86)이 threshold-shift(+63)를 </a:t>
            </a:r>
            <a:r>
              <a:rPr sz="1100" b="0" i="1" dirty="0" err="1">
                <a:solidFill>
                  <a:srgbClr val="606060"/>
                </a:solidFill>
              </a:rPr>
              <a:t>유의하게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초과</a:t>
            </a:r>
            <a:r>
              <a:rPr sz="1100" b="0" i="1" dirty="0">
                <a:solidFill>
                  <a:srgbClr val="606060"/>
                </a:solidFill>
              </a:rPr>
              <a:t> / Gangnam: threshold-shift(+77)가 </a:t>
            </a:r>
            <a:r>
              <a:rPr sz="1100" b="0" i="1" dirty="0" err="1">
                <a:solidFill>
                  <a:srgbClr val="606060"/>
                </a:solidFill>
              </a:rPr>
              <a:t>오히려</a:t>
            </a:r>
            <a:r>
              <a:rPr sz="1100" b="0" i="1" dirty="0">
                <a:solidFill>
                  <a:srgbClr val="606060"/>
                </a:solidFill>
              </a:rPr>
              <a:t> AEC-CNN(+70)</a:t>
            </a:r>
            <a:r>
              <a:rPr sz="1100" b="0" i="1" dirty="0" err="1">
                <a:solidFill>
                  <a:srgbClr val="606060"/>
                </a:solidFill>
              </a:rPr>
              <a:t>보다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높음</a:t>
            </a:r>
            <a:r>
              <a:rPr sz="1100" b="0" i="1" dirty="0">
                <a:solidFill>
                  <a:srgbClr val="606060"/>
                </a:solidFill>
              </a:rPr>
              <a:t> — AEC </a:t>
            </a:r>
            <a:r>
              <a:rPr sz="1100" b="0" i="1" dirty="0" err="1">
                <a:solidFill>
                  <a:srgbClr val="606060"/>
                </a:solidFill>
              </a:rPr>
              <a:t>효과가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코호트</a:t>
            </a:r>
            <a:r>
              <a:rPr sz="1100" b="0" i="1" dirty="0">
                <a:solidFill>
                  <a:srgbClr val="606060"/>
                </a:solidFill>
              </a:rPr>
              <a:t> 간 </a:t>
            </a:r>
            <a:r>
              <a:rPr sz="1100" b="0" i="1" dirty="0" err="1">
                <a:solidFill>
                  <a:srgbClr val="606060"/>
                </a:solidFill>
              </a:rPr>
              <a:t>반대</a:t>
            </a:r>
            <a:r>
              <a:rPr sz="1100" b="0" i="1" dirty="0">
                <a:solidFill>
                  <a:srgbClr val="606060"/>
                </a:solidFill>
              </a:rPr>
              <a:t>. </a:t>
            </a:r>
            <a:r>
              <a:rPr sz="1100" b="0" i="1" dirty="0" err="1">
                <a:solidFill>
                  <a:srgbClr val="606060"/>
                </a:solidFill>
              </a:rPr>
              <a:t>AUC는</a:t>
            </a:r>
            <a:r>
              <a:rPr sz="1100" b="0" i="1" dirty="0">
                <a:solidFill>
                  <a:srgbClr val="606060"/>
                </a:solidFill>
              </a:rPr>
              <a:t> 둘 다 baseline </a:t>
            </a:r>
            <a:r>
              <a:rPr sz="1100" b="0" i="1" dirty="0" err="1">
                <a:solidFill>
                  <a:srgbClr val="606060"/>
                </a:solidFill>
              </a:rPr>
              <a:t>대비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유의한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상승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없음</a:t>
            </a:r>
            <a:r>
              <a:rPr sz="1100" b="0" i="1" dirty="0">
                <a:solidFill>
                  <a:srgbClr val="606060"/>
                </a:solidFill>
              </a:rPr>
              <a:t>(</a:t>
            </a:r>
            <a:r>
              <a:rPr sz="1100" b="0" i="1" dirty="0" err="1">
                <a:solidFill>
                  <a:srgbClr val="606060"/>
                </a:solidFill>
              </a:rPr>
              <a:t>오히려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소폭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하락</a:t>
            </a:r>
            <a:r>
              <a:rPr sz="1100" b="0" i="1" dirty="0">
                <a:solidFill>
                  <a:srgbClr val="606060"/>
                </a:solidFill>
              </a:rPr>
              <a:t>, </a:t>
            </a:r>
            <a:r>
              <a:rPr sz="1100" b="0" i="1" dirty="0" err="1">
                <a:solidFill>
                  <a:srgbClr val="606060"/>
                </a:solidFill>
              </a:rPr>
              <a:t>비유의</a:t>
            </a:r>
            <a:r>
              <a:rPr sz="1100" b="0" i="1" dirty="0">
                <a:solidFill>
                  <a:srgbClr val="606060"/>
                </a:solidFill>
              </a:rPr>
              <a:t>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594578" y="4266501"/>
          <a:ext cx="8642986" cy="95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19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6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3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623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75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6666">
                <a:tc>
                  <a:txBody>
                    <a:bodyPr/>
                    <a:lstStyle/>
                    <a:p>
                      <a:r>
                        <a:rPr sz="1050" b="1"/>
                        <a:t>Trained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Tested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spec 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Net NRI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n_deesc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/>
                        <a:t>NI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 dirty="0"/>
                        <a:t>Full-pipeline AUC (Δ vs Stage-1, DeLong 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666">
                <a:tc>
                  <a:txBody>
                    <a:bodyPr/>
                    <a:lstStyle/>
                    <a:p>
                      <a:r>
                        <a:rPr sz="1100" b="0" dirty="0"/>
                        <a:t>Sinchon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Gangnam (external)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3.1e-33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+95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123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FAIL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/>
                        <a:t>0.827 (Δ-0.005, p=0.010)</a:t>
                      </a: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668">
                <a:tc>
                  <a:txBody>
                    <a:bodyPr/>
                    <a:lstStyle/>
                    <a:p>
                      <a:r>
                        <a:rPr sz="1100" b="0"/>
                        <a:t>Gangnam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Sinchon (external)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2.7e-20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/>
                        <a:t>0.829 (Δ-0.006, p=0.053)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594578" y="5300000"/>
            <a:ext cx="864298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 dirty="0">
                <a:solidFill>
                  <a:srgbClr val="606060"/>
                </a:solidFill>
              </a:rPr>
              <a:t>→ </a:t>
            </a:r>
            <a:r>
              <a:rPr sz="1100" b="0" i="1" dirty="0" err="1">
                <a:solidFill>
                  <a:srgbClr val="606060"/>
                </a:solidFill>
              </a:rPr>
              <a:t>Sinchon→Gangnam은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NRI가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가장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크지만</a:t>
            </a:r>
            <a:r>
              <a:rPr sz="1100" b="0" i="1" dirty="0">
                <a:solidFill>
                  <a:srgbClr val="606060"/>
                </a:solidFill>
              </a:rPr>
              <a:t>(+95) </a:t>
            </a:r>
            <a:r>
              <a:rPr sz="1100" b="0" i="1" dirty="0" err="1">
                <a:solidFill>
                  <a:srgbClr val="606060"/>
                </a:solidFill>
              </a:rPr>
              <a:t>sensitivity가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과도하게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떨어져</a:t>
            </a:r>
            <a:r>
              <a:rPr sz="1100" b="0" i="1" dirty="0">
                <a:solidFill>
                  <a:srgbClr val="606060"/>
                </a:solidFill>
              </a:rPr>
              <a:t> NI test FAIL — </a:t>
            </a:r>
            <a:r>
              <a:rPr sz="1100" b="0" i="1" dirty="0" err="1">
                <a:solidFill>
                  <a:srgbClr val="606060"/>
                </a:solidFill>
              </a:rPr>
              <a:t>AUC도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baseline보다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유의하게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하락</a:t>
            </a:r>
            <a:r>
              <a:rPr sz="1100" b="0" i="1" dirty="0">
                <a:solidFill>
                  <a:srgbClr val="606060"/>
                </a:solidFill>
              </a:rPr>
              <a:t>(p=0.010), </a:t>
            </a:r>
            <a:r>
              <a:rPr sz="1100" b="0" i="1" dirty="0" err="1">
                <a:solidFill>
                  <a:srgbClr val="606060"/>
                </a:solidFill>
              </a:rPr>
              <a:t>숫자만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좋아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보이는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함정</a:t>
            </a:r>
            <a:r>
              <a:rPr sz="1100" b="0" i="1" dirty="0">
                <a:solidFill>
                  <a:srgbClr val="606060"/>
                </a:solidFill>
              </a:rPr>
              <a:t>. </a:t>
            </a:r>
            <a:r>
              <a:rPr sz="1100" b="0" i="1" dirty="0" err="1">
                <a:solidFill>
                  <a:srgbClr val="606060"/>
                </a:solidFill>
              </a:rPr>
              <a:t>Gangnam→Sinchon</a:t>
            </a:r>
            <a:r>
              <a:rPr sz="1100" b="0" i="1" dirty="0">
                <a:solidFill>
                  <a:srgbClr val="606060"/>
                </a:solidFill>
              </a:rPr>
              <a:t>(+61)은 NI PASS, AUC </a:t>
            </a:r>
            <a:r>
              <a:rPr sz="1100" b="0" i="1" dirty="0" err="1">
                <a:solidFill>
                  <a:srgbClr val="606060"/>
                </a:solidFill>
              </a:rPr>
              <a:t>하락은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경계선</a:t>
            </a:r>
            <a:r>
              <a:rPr sz="1100" b="0" i="1" dirty="0">
                <a:solidFill>
                  <a:srgbClr val="606060"/>
                </a:solidFill>
              </a:rPr>
              <a:t> </a:t>
            </a:r>
            <a:r>
              <a:rPr sz="1100" b="0" i="1" dirty="0" err="1">
                <a:solidFill>
                  <a:srgbClr val="606060"/>
                </a:solidFill>
              </a:rPr>
              <a:t>수준</a:t>
            </a:r>
            <a:r>
              <a:rPr sz="1100" b="0" i="1" dirty="0">
                <a:solidFill>
                  <a:srgbClr val="606060"/>
                </a:solidFill>
              </a:rPr>
              <a:t>(p=0.053)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9996" y="5900000"/>
            <a:ext cx="95596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 dirty="0">
                <a:solidFill>
                  <a:srgbClr val="606060"/>
                </a:solidFill>
              </a:rPr>
              <a:t>→ Gangnam AEC-CNN </a:t>
            </a:r>
            <a:r>
              <a:rPr sz="1100" i="1" dirty="0" err="1">
                <a:solidFill>
                  <a:srgbClr val="606060"/>
                </a:solidFill>
              </a:rPr>
              <a:t>자체</a:t>
            </a:r>
            <a:r>
              <a:rPr sz="1100" i="1" dirty="0">
                <a:solidFill>
                  <a:srgbClr val="606060"/>
                </a:solidFill>
              </a:rPr>
              <a:t> OOF AUC=0.52(</a:t>
            </a:r>
            <a:r>
              <a:rPr sz="1100" i="1" dirty="0" err="1">
                <a:solidFill>
                  <a:srgbClr val="606060"/>
                </a:solidFill>
              </a:rPr>
              <a:t>노이즈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수준</a:t>
            </a:r>
            <a:r>
              <a:rPr sz="1100" i="1" dirty="0">
                <a:solidFill>
                  <a:srgbClr val="606060"/>
                </a:solidFill>
              </a:rPr>
              <a:t>) — Gangnam raw curve TP-vs-FP </a:t>
            </a:r>
            <a:r>
              <a:rPr sz="1100" i="1" dirty="0" err="1">
                <a:solidFill>
                  <a:srgbClr val="606060"/>
                </a:solidFill>
              </a:rPr>
              <a:t>비유의</a:t>
            </a:r>
            <a:r>
              <a:rPr sz="1100" i="1" dirty="0">
                <a:solidFill>
                  <a:srgbClr val="606060"/>
                </a:solidFill>
              </a:rPr>
              <a:t>(p=0.227)와 </a:t>
            </a:r>
            <a:r>
              <a:rPr sz="1100" i="1" dirty="0" err="1">
                <a:solidFill>
                  <a:srgbClr val="606060"/>
                </a:solidFill>
              </a:rPr>
              <a:t>일치</a:t>
            </a:r>
            <a:r>
              <a:rPr sz="1100" i="1" dirty="0">
                <a:solidFill>
                  <a:srgbClr val="606060"/>
                </a:solidFill>
              </a:rPr>
              <a:t>, </a:t>
            </a:r>
            <a:r>
              <a:rPr sz="1100" i="1" dirty="0" err="1">
                <a:solidFill>
                  <a:srgbClr val="606060"/>
                </a:solidFill>
              </a:rPr>
              <a:t>AEC가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Gangnam에서는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애초에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분리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신호를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담고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있지</a:t>
            </a:r>
            <a:r>
              <a:rPr sz="1100" i="1" dirty="0">
                <a:solidFill>
                  <a:srgbClr val="606060"/>
                </a:solidFill>
              </a:rPr>
              <a:t> </a:t>
            </a:r>
            <a:r>
              <a:rPr sz="1100" i="1" dirty="0" err="1">
                <a:solidFill>
                  <a:srgbClr val="606060"/>
                </a:solidFill>
              </a:rPr>
              <a:t>않음</a:t>
            </a:r>
            <a:endParaRPr sz="1100" i="1" dirty="0">
              <a:solidFill>
                <a:srgbClr val="606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2494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5419</TotalTime>
  <Words>1181</Words>
  <Application>Microsoft Office PowerPoint</Application>
  <PresentationFormat>와이드스크린</PresentationFormat>
  <Paragraphs>209</Paragraphs>
  <Slides>11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Arial</vt:lpstr>
      <vt:lpstr>KoPub돋움체 Medium</vt:lpstr>
      <vt:lpstr>KoPub돋움체 Bold</vt:lpstr>
      <vt:lpstr>Office 테마</vt:lpstr>
      <vt:lpstr>PowerPoint 프레젠테이션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Next Plans</vt:lpstr>
      <vt:lpstr>PowerPoint 프레젠테이션</vt:lpstr>
      <vt:lpstr>Detailed progress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492</cp:revision>
  <dcterms:created xsi:type="dcterms:W3CDTF">2026-04-09T07:05:16Z</dcterms:created>
  <dcterms:modified xsi:type="dcterms:W3CDTF">2026-07-23T16:31:41Z</dcterms:modified>
</cp:coreProperties>
</file>
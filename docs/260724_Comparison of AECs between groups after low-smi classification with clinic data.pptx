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495" r:id="rId3"/>
    <p:sldId id="507" r:id="rId4"/>
    <p:sldId id="481" r:id="rId5"/>
    <p:sldId id="534" r:id="rId6"/>
    <p:sldId id="519" r:id="rId7"/>
    <p:sldId id="536" r:id="rId8"/>
    <p:sldId id="535" r:id="rId9"/>
    <p:sldId id="479" r:id="rId10"/>
    <p:sldId id="544" r:id="rId11"/>
    <p:sldId id="538" r:id="rId12"/>
    <p:sldId id="539" r:id="rId13"/>
    <p:sldId id="540" r:id="rId14"/>
    <p:sldId id="541" r:id="rId15"/>
    <p:sldId id="542" r:id="rId16"/>
    <p:sldId id="543" r:id="rId17"/>
    <p:sldId id="537" r:id="rId18"/>
  </p:sldIdLst>
  <p:sldSz cx="12192000" cy="6858000"/>
  <p:notesSz cx="6858000" cy="9144000"/>
  <p:embeddedFontLst>
    <p:embeddedFont>
      <p:font typeface="KoPub돋움체 Bold" panose="00000800000000000000" pitchFamily="2" charset="-127"/>
      <p:bold r:id="rId20"/>
    </p:embeddedFont>
    <p:embeddedFont>
      <p:font typeface="KoPub돋움체 Medium" panose="00000600000000000000" pitchFamily="2" charset="-127"/>
      <p:regular r:id="rId2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495"/>
            <p14:sldId id="507"/>
            <p14:sldId id="481"/>
            <p14:sldId id="534"/>
            <p14:sldId id="519"/>
            <p14:sldId id="536"/>
            <p14:sldId id="535"/>
            <p14:sldId id="479"/>
            <p14:sldId id="544"/>
            <p14:sldId id="538"/>
            <p14:sldId id="539"/>
            <p14:sldId id="540"/>
            <p14:sldId id="541"/>
            <p14:sldId id="542"/>
            <p14:sldId id="543"/>
            <p14:sldId id="53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7394" autoAdjust="0"/>
  </p:normalViewPr>
  <p:slideViewPr>
    <p:cSldViewPr snapToGrid="0">
      <p:cViewPr varScale="1">
        <p:scale>
          <a:sx n="96" d="100"/>
          <a:sy n="96" d="100"/>
        </p:scale>
        <p:origin x="1092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modSection">
      <pc:chgData name="janghoon jun" userId="056a5883350c2f5e" providerId="LiveId" clId="{6DA654A6-03B0-40F7-A259-B276216985A6}" dt="2026-07-08T06:46:14.575" v="5364"/>
      <pc:docMkLst>
        <pc:docMk/>
      </pc:docMkLst>
      <pc:sldChg chg="modSp mod">
        <pc:chgData name="janghoon jun" userId="056a5883350c2f5e" providerId="LiveId" clId="{6DA654A6-03B0-40F7-A259-B276216985A6}" dt="2026-07-08T05:33:53.531" v="3728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3" creationId="{00000000-0000-0000-0000-000000000000}"/>
          </ac:spMkLst>
        </pc:spChg>
      </pc:sldChg>
      <pc:sldChg chg="modSp mod modNotesTx">
        <pc:chgData name="janghoon jun" userId="056a5883350c2f5e" providerId="LiveId" clId="{6DA654A6-03B0-40F7-A259-B276216985A6}" dt="2026-07-07T05:53:01.136" v="2952" actId="20577"/>
        <pc:sldMkLst>
          <pc:docMk/>
          <pc:sldMk cId="1998851532" sldId="256"/>
        </pc:sldMkLst>
        <pc:spChg chg="mod">
          <ac:chgData name="janghoon jun" userId="056a5883350c2f5e" providerId="LiveId" clId="{6DA654A6-03B0-40F7-A259-B276216985A6}" dt="2026-07-07T05:52:56.148" v="2948" actId="2057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anghoon jun" userId="056a5883350c2f5e" providerId="LiveId" clId="{6DA654A6-03B0-40F7-A259-B276216985A6}" dt="2026-07-07T05:53:01.136" v="2952" actId="20577"/>
          <ac:spMkLst>
            <pc:docMk/>
            <pc:sldMk cId="1998851532" sldId="256"/>
            <ac:spMk id="5" creationId="{94B21C1C-F3A0-440B-961E-968F2C77FB2A}"/>
          </ac:spMkLst>
        </pc:spChg>
      </pc:sldChg>
      <pc:sldChg chg="addSp delSp modSp mod">
        <pc:chgData name="janghoon jun" userId="056a5883350c2f5e" providerId="LiveId" clId="{6DA654A6-03B0-40F7-A259-B276216985A6}" dt="2026-07-08T05:43:45.659" v="4097" actId="15"/>
        <pc:sldMkLst>
          <pc:docMk/>
          <pc:sldMk cId="0" sldId="257"/>
        </pc:sldMkLst>
        <pc:spChg chg="mod">
          <ac:chgData name="janghoon jun" userId="056a5883350c2f5e" providerId="LiveId" clId="{6DA654A6-03B0-40F7-A259-B276216985A6}" dt="2026-07-08T05:34:40.941" v="3768" actId="20577"/>
          <ac:spMkLst>
            <pc:docMk/>
            <pc:sldMk cId="0" sldId="257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32.979" v="3753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4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5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7" creationId="{00000000-0000-0000-0000-000000000000}"/>
          </ac:spMkLst>
        </pc:spChg>
        <pc:spChg chg="add mod">
          <ac:chgData name="janghoon jun" userId="056a5883350c2f5e" providerId="LiveId" clId="{6DA654A6-03B0-40F7-A259-B276216985A6}" dt="2026-07-08T05:43:45.659" v="4097" actId="15"/>
          <ac:spMkLst>
            <pc:docMk/>
            <pc:sldMk cId="0" sldId="257"/>
            <ac:spMk id="9" creationId="{CDE98734-B61B-52A9-4AC8-3A3A0C7E6EAE}"/>
          </ac:spMkLst>
        </pc:spChg>
      </pc:sldChg>
      <pc:sldChg chg="addSp delSp modSp del mod">
        <pc:chgData name="janghoon jun" userId="056a5883350c2f5e" providerId="LiveId" clId="{6DA654A6-03B0-40F7-A259-B276216985A6}" dt="2026-07-08T05:51:26.233" v="4277" actId="47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7-08T05:45:13.417" v="4173" actId="20577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5:51:16.445" v="4274" actId="478"/>
          <ac:spMkLst>
            <pc:docMk/>
            <pc:sldMk cId="0" sldId="25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5:51:18.243" v="4275" actId="478"/>
          <ac:spMkLst>
            <pc:docMk/>
            <pc:sldMk cId="0" sldId="258"/>
            <ac:spMk id="9" creationId="{EC8AC9C5-BC86-B8DF-827C-DAFEE8EE56B9}"/>
          </ac:spMkLst>
        </pc:spChg>
        <pc:graphicFrameChg chg="mod">
          <ac:chgData name="janghoon jun" userId="056a5883350c2f5e" providerId="LiveId" clId="{6DA654A6-03B0-40F7-A259-B276216985A6}" dt="2026-07-08T05:51:23.393" v="4276" actId="1076"/>
          <ac:graphicFrameMkLst>
            <pc:docMk/>
            <pc:sldMk cId="0" sldId="258"/>
            <ac:graphicFrameMk id="5" creationId="{00000000-0000-0000-0000-000000000000}"/>
          </ac:graphicFrameMkLst>
        </pc:graphicFrameChg>
      </pc:sldChg>
      <pc:sldChg chg="modSp add del mod">
        <pc:chgData name="janghoon jun" userId="056a5883350c2f5e" providerId="LiveId" clId="{6DA654A6-03B0-40F7-A259-B276216985A6}" dt="2026-07-08T05:45:43.786" v="4178" actId="47"/>
        <pc:sldMkLst>
          <pc:docMk/>
          <pc:sldMk cId="0" sldId="259"/>
        </pc:sldMkLst>
        <pc:spChg chg="mod">
          <ac:chgData name="janghoon jun" userId="056a5883350c2f5e" providerId="LiveId" clId="{6DA654A6-03B0-40F7-A259-B276216985A6}" dt="2026-07-08T05:45:29.838" v="4175" actId="20577"/>
          <ac:spMkLst>
            <pc:docMk/>
            <pc:sldMk cId="0" sldId="259"/>
            <ac:spMk id="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5:46:52.228" v="4185" actId="47"/>
        <pc:sldMkLst>
          <pc:docMk/>
          <pc:sldMk cId="0" sldId="260"/>
        </pc:sldMkLst>
        <pc:spChg chg="mod">
          <ac:chgData name="janghoon jun" userId="056a5883350c2f5e" providerId="LiveId" clId="{6DA654A6-03B0-40F7-A259-B276216985A6}" dt="2026-07-08T05:45:49.064" v="4180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11.423" v="4184" actId="14100"/>
          <ac:spMkLst>
            <pc:docMk/>
            <pc:sldMk cId="0" sldId="260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5" creationId="{00000000-0000-0000-0000-000000000000}"/>
          </ac:spMkLst>
        </pc:spChg>
      </pc:sldChg>
      <pc:sldChg chg="addSp delSp modSp mod">
        <pc:chgData name="janghoon jun" userId="056a5883350c2f5e" providerId="LiveId" clId="{6DA654A6-03B0-40F7-A259-B276216985A6}" dt="2026-07-08T06:00:00.079" v="4418" actId="2057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7-08T06:00:00.079" v="4418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47.021" v="4222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3.941" v="4215" actId="1076"/>
          <ac:spMkLst>
            <pc:docMk/>
            <pc:sldMk cId="0" sldId="261"/>
            <ac:spMk id="1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48:11.777" v="4212" actId="478"/>
          <ac:spMkLst>
            <pc:docMk/>
            <pc:sldMk cId="0" sldId="261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0.454" v="4214" actId="1076"/>
          <ac:spMkLst>
            <pc:docMk/>
            <pc:sldMk cId="0" sldId="261"/>
            <ac:spMk id="14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1:55.537" v="4280" actId="1076"/>
          <ac:grpSpMkLst>
            <pc:docMk/>
            <pc:sldMk cId="0" sldId="261"/>
            <ac:grpSpMk id="15" creationId="{8225C597-6B75-9D97-650E-7B4F65A7A9DF}"/>
          </ac:grpSpMkLst>
        </pc:grpChg>
      </pc:sldChg>
      <pc:sldChg chg="addSp modSp mod">
        <pc:chgData name="janghoon jun" userId="056a5883350c2f5e" providerId="LiveId" clId="{6DA654A6-03B0-40F7-A259-B276216985A6}" dt="2026-07-08T06:00:08.652" v="4442" actId="2057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7-08T06:00:08.652" v="4442" actId="20577"/>
          <ac:spMkLst>
            <pc:docMk/>
            <pc:sldMk cId="0" sldId="262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44.035" v="4253" actId="403"/>
          <ac:spMkLst>
            <pc:docMk/>
            <pc:sldMk cId="0" sldId="26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5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6" creationId="{3A29F5B8-D1C5-25C1-4019-E66D4D1DB8F8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7" creationId="{E075743F-97EA-F673-8801-05CDDD711D66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8" creationId="{E46E2EE2-AC54-9926-16F3-618116102200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9" creationId="{8B7A0DFD-AD14-A910-3A97-B14AE80A740D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0" creationId="{A7102F49-B215-59FC-E07F-7F7931BAEA32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1" creationId="{28228C55-A1D9-5786-00C9-90F6880B21EA}"/>
          </ac:grpSpMkLst>
        </pc:grpChg>
      </pc:sldChg>
      <pc:sldChg chg="modSp mod">
        <pc:chgData name="janghoon jun" userId="056a5883350c2f5e" providerId="LiveId" clId="{6DA654A6-03B0-40F7-A259-B276216985A6}" dt="2026-07-08T06:12:06.137" v="4457" actId="6549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7-08T06:12:06.137" v="4457" actId="6549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15.638" v="4353" actId="403"/>
          <ac:spMkLst>
            <pc:docMk/>
            <pc:sldMk cId="0" sldId="26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7.414" v="4336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5.067" v="4335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15.690" v="4334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3:47.129" v="4318" actId="1076"/>
          <ac:spMkLst>
            <pc:docMk/>
            <pc:sldMk cId="0" sldId="26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5:39.223" v="4346" actId="403"/>
          <ac:spMkLst>
            <pc:docMk/>
            <pc:sldMk cId="0" sldId="263"/>
            <ac:spMk id="8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15.086" v="4460" actId="6549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7-08T06:12:15.086" v="4460" actId="6549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33.196" v="4488" actId="403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7-08T05:58:26.645" v="4403" actId="21"/>
          <ac:spMkLst>
            <pc:docMk/>
            <pc:sldMk cId="0" sldId="26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33.196" v="4488" actId="403"/>
          <ac:spMkLst>
            <pc:docMk/>
            <pc:sldMk cId="0" sldId="265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30.207" v="4466" actId="6549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7-08T06:12:30.207" v="4466" actId="6549"/>
          <ac:spMkLst>
            <pc:docMk/>
            <pc:sldMk cId="0" sldId="266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10.717" v="4485" actId="107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7-08T06:12:58.529" v="4479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05.102" v="4484" actId="403"/>
          <ac:spMkLst>
            <pc:docMk/>
            <pc:sldMk cId="0" sldId="267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3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15:18.875" v="4513" actId="20577"/>
        <pc:sldMkLst>
          <pc:docMk/>
          <pc:sldMk cId="0" sldId="268"/>
        </pc:sldMkLst>
        <pc:spChg chg="mod">
          <ac:chgData name="janghoon jun" userId="056a5883350c2f5e" providerId="LiveId" clId="{6DA654A6-03B0-40F7-A259-B276216985A6}" dt="2026-07-08T06:13:46.853" v="4492" actId="21"/>
          <ac:spMkLst>
            <pc:docMk/>
            <pc:sldMk cId="0" sldId="268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59.199" v="4500" actId="403"/>
          <ac:spMkLst>
            <pc:docMk/>
            <pc:sldMk cId="0" sldId="26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18.875" v="4513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10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1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12.063" v="4530" actId="20577"/>
        <pc:sldMkLst>
          <pc:docMk/>
          <pc:sldMk cId="0" sldId="269"/>
        </pc:sldMkLst>
        <pc:spChg chg="mod">
          <ac:chgData name="janghoon jun" userId="056a5883350c2f5e" providerId="LiveId" clId="{6DA654A6-03B0-40F7-A259-B276216985A6}" dt="2026-07-08T06:16:12.063" v="4530" actId="20577"/>
          <ac:spMkLst>
            <pc:docMk/>
            <pc:sldMk cId="0" sldId="269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30.386" v="4541" actId="20577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7-08T06:16:30.386" v="4541" actId="20577"/>
          <ac:spMkLst>
            <pc:docMk/>
            <pc:sldMk cId="0" sldId="270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2:15.352" v="4772" actId="1410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7-08T06:21:52.005" v="4770" actId="6549"/>
          <ac:spMkLst>
            <pc:docMk/>
            <pc:sldMk cId="0" sldId="27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2:09.905" v="4771" actId="478"/>
          <ac:spMkLst>
            <pc:docMk/>
            <pc:sldMk cId="0" sldId="271"/>
            <ac:spMk id="8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7-08T06:22:15.352" v="4772" actId="14100"/>
          <ac:graphicFrameMkLst>
            <pc:docMk/>
            <pc:sldMk cId="0" sldId="271"/>
            <ac:graphicFrameMk id="4" creationId="{00000000-0000-0000-0000-000000000000}"/>
          </ac:graphicFrameMkLst>
        </pc:graphicFrameChg>
      </pc:sldChg>
      <pc:sldChg chg="modSp del mod">
        <pc:chgData name="janghoon jun" userId="056a5883350c2f5e" providerId="LiveId" clId="{6DA654A6-03B0-40F7-A259-B276216985A6}" dt="2026-07-08T06:30:34.289" v="5114" actId="47"/>
        <pc:sldMkLst>
          <pc:docMk/>
          <pc:sldMk cId="0" sldId="272"/>
        </pc:sldMkLst>
        <pc:spChg chg="mod">
          <ac:chgData name="janghoon jun" userId="056a5883350c2f5e" providerId="LiveId" clId="{6DA654A6-03B0-40F7-A259-B276216985A6}" dt="2026-07-08T06:29:53.099" v="5113" actId="20577"/>
          <ac:spMkLst>
            <pc:docMk/>
            <pc:sldMk cId="0" sldId="272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0:35.450" v="5115" actId="47"/>
        <pc:sldMkLst>
          <pc:docMk/>
          <pc:sldMk cId="0" sldId="273"/>
        </pc:sldMkLst>
      </pc:sldChg>
      <pc:sldChg chg="modSp del mod">
        <pc:chgData name="janghoon jun" userId="056a5883350c2f5e" providerId="LiveId" clId="{6DA654A6-03B0-40F7-A259-B276216985A6}" dt="2026-07-08T06:31:08.620" v="5160" actId="2696"/>
        <pc:sldMkLst>
          <pc:docMk/>
          <pc:sldMk cId="0" sldId="274"/>
        </pc:sldMkLst>
        <pc:spChg chg="mod">
          <ac:chgData name="janghoon jun" userId="056a5883350c2f5e" providerId="LiveId" clId="{6DA654A6-03B0-40F7-A259-B276216985A6}" dt="2026-07-08T06:31:04.889" v="5159" actId="6549"/>
          <ac:spMkLst>
            <pc:docMk/>
            <pc:sldMk cId="0" sldId="27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0:57.206" v="5116" actId="20577"/>
          <ac:spMkLst>
            <pc:docMk/>
            <pc:sldMk cId="0" sldId="274"/>
            <ac:spMk id="6" creationId="{00000000-0000-0000-0000-000000000000}"/>
          </ac:spMkLst>
        </pc:spChg>
      </pc:sldChg>
      <pc:sldChg chg="add del">
        <pc:chgData name="janghoon jun" userId="056a5883350c2f5e" providerId="LiveId" clId="{6DA654A6-03B0-40F7-A259-B276216985A6}" dt="2026-07-08T06:31:56.362" v="5162" actId="47"/>
        <pc:sldMkLst>
          <pc:docMk/>
          <pc:sldMk cId="2204465617" sldId="274"/>
        </pc:sldMkLst>
      </pc:sldChg>
      <pc:sldChg chg="modSp mod">
        <pc:chgData name="janghoon jun" userId="056a5883350c2f5e" providerId="LiveId" clId="{6DA654A6-03B0-40F7-A259-B276216985A6}" dt="2026-07-08T06:36:05.251" v="5259" actId="6549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7-08T06:36:05.251" v="5259" actId="6549"/>
          <ac:spMkLst>
            <pc:docMk/>
            <pc:sldMk cId="0" sldId="27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4:55.107" v="5229" actId="403"/>
          <ac:spMkLst>
            <pc:docMk/>
            <pc:sldMk cId="0" sldId="27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1:42.349" v="4456" actId="2710"/>
          <ac:spMkLst>
            <pc:docMk/>
            <pc:sldMk cId="0" sldId="275"/>
            <ac:spMk id="6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6:41.780" v="5282" actId="6549"/>
        <pc:sldMkLst>
          <pc:docMk/>
          <pc:sldMk cId="0" sldId="276"/>
        </pc:sldMkLst>
        <pc:spChg chg="mod">
          <ac:chgData name="janghoon jun" userId="056a5883350c2f5e" providerId="LiveId" clId="{6DA654A6-03B0-40F7-A259-B276216985A6}" dt="2026-07-08T06:36:41.780" v="5282" actId="6549"/>
          <ac:spMkLst>
            <pc:docMk/>
            <pc:sldMk cId="0" sldId="27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53.551" v="5241" actId="14100"/>
          <ac:spMkLst>
            <pc:docMk/>
            <pc:sldMk cId="0" sldId="276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45.853" v="5240" actId="5793"/>
          <ac:spMkLst>
            <pc:docMk/>
            <pc:sldMk cId="0" sldId="276"/>
            <ac:spMk id="1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6:36:55.041" v="5301" actId="47"/>
        <pc:sldMkLst>
          <pc:docMk/>
          <pc:sldMk cId="0" sldId="277"/>
        </pc:sldMkLst>
        <pc:spChg chg="mod">
          <ac:chgData name="janghoon jun" userId="056a5883350c2f5e" providerId="LiveId" clId="{6DA654A6-03B0-40F7-A259-B276216985A6}" dt="2026-07-08T06:36:49.167" v="5300" actId="6549"/>
          <ac:spMkLst>
            <pc:docMk/>
            <pc:sldMk cId="0" sldId="277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7:02.521" v="5302" actId="47"/>
        <pc:sldMkLst>
          <pc:docMk/>
          <pc:sldMk cId="0" sldId="278"/>
        </pc:sldMkLst>
      </pc:sldChg>
      <pc:sldChg chg="del">
        <pc:chgData name="janghoon jun" userId="056a5883350c2f5e" providerId="LiveId" clId="{6DA654A6-03B0-40F7-A259-B276216985A6}" dt="2026-07-08T06:37:15.023" v="5303" actId="47"/>
        <pc:sldMkLst>
          <pc:docMk/>
          <pc:sldMk cId="0" sldId="279"/>
        </pc:sldMkLst>
      </pc:sldChg>
      <pc:sldChg chg="del">
        <pc:chgData name="janghoon jun" userId="056a5883350c2f5e" providerId="LiveId" clId="{6DA654A6-03B0-40F7-A259-B276216985A6}" dt="2026-07-08T06:37:30.780" v="5304" actId="47"/>
        <pc:sldMkLst>
          <pc:docMk/>
          <pc:sldMk cId="0" sldId="280"/>
        </pc:sldMkLst>
      </pc:sldChg>
      <pc:sldChg chg="del">
        <pc:chgData name="janghoon jun" userId="056a5883350c2f5e" providerId="LiveId" clId="{6DA654A6-03B0-40F7-A259-B276216985A6}" dt="2026-07-08T06:38:06.004" v="5305" actId="47"/>
        <pc:sldMkLst>
          <pc:docMk/>
          <pc:sldMk cId="0" sldId="281"/>
        </pc:sldMkLst>
      </pc:sldChg>
      <pc:sldChg chg="modSp mod">
        <pc:chgData name="janghoon jun" userId="056a5883350c2f5e" providerId="LiveId" clId="{6DA654A6-03B0-40F7-A259-B276216985A6}" dt="2026-07-08T06:41:08.663" v="5342"/>
        <pc:sldMkLst>
          <pc:docMk/>
          <pc:sldMk cId="0" sldId="282"/>
        </pc:sldMkLst>
        <pc:spChg chg="mod">
          <ac:chgData name="janghoon jun" userId="056a5883350c2f5e" providerId="LiveId" clId="{6DA654A6-03B0-40F7-A259-B276216985A6}" dt="2026-07-08T06:41:08.663" v="5342"/>
          <ac:spMkLst>
            <pc:docMk/>
            <pc:sldMk cId="0" sldId="28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41.232" v="5311" actId="403"/>
          <ac:spMkLst>
            <pc:docMk/>
            <pc:sldMk cId="0" sldId="28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10" creationId="{00000000-0000-0000-0000-000000000000}"/>
          </ac:spMkLst>
        </pc:spChg>
      </pc:sldChg>
      <pc:sldChg chg="addSp modSp mod">
        <pc:chgData name="janghoon jun" userId="056a5883350c2f5e" providerId="LiveId" clId="{6DA654A6-03B0-40F7-A259-B276216985A6}" dt="2026-07-08T06:40:59.091" v="5338"/>
        <pc:sldMkLst>
          <pc:docMk/>
          <pc:sldMk cId="0" sldId="283"/>
        </pc:sldMkLst>
        <pc:spChg chg="mod">
          <ac:chgData name="janghoon jun" userId="056a5883350c2f5e" providerId="LiveId" clId="{6DA654A6-03B0-40F7-A259-B276216985A6}" dt="2026-07-08T06:40:59.091" v="5338"/>
          <ac:spMkLst>
            <pc:docMk/>
            <pc:sldMk cId="0" sldId="28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36.356" v="5312" actId="1076"/>
          <ac:spMkLst>
            <pc:docMk/>
            <pc:sldMk cId="0" sldId="283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41.737" v="5326" actId="20577"/>
          <ac:spMkLst>
            <pc:docMk/>
            <pc:sldMk cId="0" sldId="283"/>
            <ac:spMk id="13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6:40:20.569" v="5323" actId="1076"/>
          <ac:grpSpMkLst>
            <pc:docMk/>
            <pc:sldMk cId="0" sldId="283"/>
            <ac:grpSpMk id="14" creationId="{1526DC77-B94F-5DC1-77AA-EB37A21DD695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5" creationId="{D89762BC-1660-7353-3BA2-1C09994F8069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6" creationId="{BA5ACF98-7484-5EE4-B39C-702A950D75BB}"/>
          </ac:grpSpMkLst>
        </pc:grpChg>
        <pc:grpChg chg="add mod">
          <ac:chgData name="janghoon jun" userId="056a5883350c2f5e" providerId="LiveId" clId="{6DA654A6-03B0-40F7-A259-B276216985A6}" dt="2026-07-08T06:40:17.822" v="5322" actId="1076"/>
          <ac:grpSpMkLst>
            <pc:docMk/>
            <pc:sldMk cId="0" sldId="283"/>
            <ac:grpSpMk id="17" creationId="{8AE7EEDC-7CE2-D441-BDB3-00FE91FA3918}"/>
          </ac:grpSpMkLst>
        </pc:grpChg>
      </pc:sldChg>
      <pc:sldChg chg="modSp mod">
        <pc:chgData name="janghoon jun" userId="056a5883350c2f5e" providerId="LiveId" clId="{6DA654A6-03B0-40F7-A259-B276216985A6}" dt="2026-07-08T06:45:01.692" v="5359" actId="20577"/>
        <pc:sldMkLst>
          <pc:docMk/>
          <pc:sldMk cId="0" sldId="285"/>
        </pc:sldMkLst>
        <pc:spChg chg="mod">
          <ac:chgData name="janghoon jun" userId="056a5883350c2f5e" providerId="LiveId" clId="{6DA654A6-03B0-40F7-A259-B276216985A6}" dt="2026-07-08T06:45:01.692" v="5359" actId="20577"/>
          <ac:spMkLst>
            <pc:docMk/>
            <pc:sldMk cId="0" sldId="285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5:55.135" v="5362"/>
        <pc:sldMkLst>
          <pc:docMk/>
          <pc:sldMk cId="0" sldId="286"/>
        </pc:sldMkLst>
        <pc:spChg chg="mod">
          <ac:chgData name="janghoon jun" userId="056a5883350c2f5e" providerId="LiveId" clId="{6DA654A6-03B0-40F7-A259-B276216985A6}" dt="2026-07-08T06:45:55.135" v="5362"/>
          <ac:spMkLst>
            <pc:docMk/>
            <pc:sldMk cId="0" sldId="286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19.372" v="5344"/>
        <pc:sldMkLst>
          <pc:docMk/>
          <pc:sldMk cId="0" sldId="287"/>
        </pc:sldMkLst>
        <pc:spChg chg="mod">
          <ac:chgData name="janghoon jun" userId="056a5883350c2f5e" providerId="LiveId" clId="{6DA654A6-03B0-40F7-A259-B276216985A6}" dt="2026-07-08T06:42:19.372" v="5344"/>
          <ac:spMkLst>
            <pc:docMk/>
            <pc:sldMk cId="0" sldId="287"/>
            <ac:spMk id="3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42.763" v="5345"/>
        <pc:sldMkLst>
          <pc:docMk/>
          <pc:sldMk cId="0" sldId="288"/>
        </pc:sldMkLst>
        <pc:spChg chg="mod">
          <ac:chgData name="janghoon jun" userId="056a5883350c2f5e" providerId="LiveId" clId="{6DA654A6-03B0-40F7-A259-B276216985A6}" dt="2026-07-08T06:42:42.763" v="5345"/>
          <ac:spMkLst>
            <pc:docMk/>
            <pc:sldMk cId="0" sldId="288"/>
            <ac:spMk id="8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45:07.791" v="5361" actId="20577"/>
        <pc:sldMkLst>
          <pc:docMk/>
          <pc:sldMk cId="0" sldId="289"/>
        </pc:sldMkLst>
        <pc:spChg chg="mod">
          <ac:chgData name="janghoon jun" userId="056a5883350c2f5e" providerId="LiveId" clId="{6DA654A6-03B0-40F7-A259-B276216985A6}" dt="2026-07-08T06:45:07.791" v="5361" actId="20577"/>
          <ac:spMkLst>
            <pc:docMk/>
            <pc:sldMk cId="0" sldId="28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0:24.633" v="4446" actId="478"/>
          <ac:spMkLst>
            <pc:docMk/>
            <pc:sldMk cId="0" sldId="289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10:57.158" v="4448" actId="1076"/>
          <ac:picMkLst>
            <pc:docMk/>
            <pc:sldMk cId="0" sldId="289"/>
            <ac:picMk id="4" creationId="{00000000-0000-0000-0000-000000000000}"/>
          </ac:picMkLst>
        </pc:picChg>
      </pc:sldChg>
      <pc:sldChg chg="modSp mod">
        <pc:chgData name="janghoon jun" userId="056a5883350c2f5e" providerId="LiveId" clId="{6DA654A6-03B0-40F7-A259-B276216985A6}" dt="2026-07-08T06:46:01.241" v="5363"/>
        <pc:sldMkLst>
          <pc:docMk/>
          <pc:sldMk cId="0" sldId="290"/>
        </pc:sldMkLst>
        <pc:spChg chg="mod">
          <ac:chgData name="janghoon jun" userId="056a5883350c2f5e" providerId="LiveId" clId="{6DA654A6-03B0-40F7-A259-B276216985A6}" dt="2026-07-08T06:46:01.241" v="5363"/>
          <ac:spMkLst>
            <pc:docMk/>
            <pc:sldMk cId="0" sldId="290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3:20.110" v="5347"/>
        <pc:sldMkLst>
          <pc:docMk/>
          <pc:sldMk cId="0" sldId="291"/>
        </pc:sldMkLst>
        <pc:spChg chg="mod">
          <ac:chgData name="janghoon jun" userId="056a5883350c2f5e" providerId="LiveId" clId="{6DA654A6-03B0-40F7-A259-B276216985A6}" dt="2026-07-08T06:43:20.110" v="5347"/>
          <ac:spMkLst>
            <pc:docMk/>
            <pc:sldMk cId="0" sldId="291"/>
            <ac:spMk id="3" creationId="{00000000-0000-0000-0000-000000000000}"/>
          </ac:spMkLst>
        </pc:spChg>
      </pc:sldChg>
      <pc:sldChg chg="delSp mod">
        <pc:chgData name="janghoon jun" userId="056a5883350c2f5e" providerId="LiveId" clId="{6DA654A6-03B0-40F7-A259-B276216985A6}" dt="2026-07-08T06:10:32.573" v="4447" actId="478"/>
        <pc:sldMkLst>
          <pc:docMk/>
          <pc:sldMk cId="0" sldId="292"/>
        </pc:sldMkLst>
        <pc:spChg chg="del">
          <ac:chgData name="janghoon jun" userId="056a5883350c2f5e" providerId="LiveId" clId="{6DA654A6-03B0-40F7-A259-B276216985A6}" dt="2026-07-08T06:10:32.573" v="4447" actId="478"/>
          <ac:spMkLst>
            <pc:docMk/>
            <pc:sldMk cId="0" sldId="292"/>
            <ac:spMk id="9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6:14.575" v="5364"/>
        <pc:sldMkLst>
          <pc:docMk/>
          <pc:sldMk cId="0" sldId="293"/>
        </pc:sldMkLst>
        <pc:spChg chg="mod">
          <ac:chgData name="janghoon jun" userId="056a5883350c2f5e" providerId="LiveId" clId="{6DA654A6-03B0-40F7-A259-B276216985A6}" dt="2026-07-08T06:46:14.575" v="5364"/>
          <ac:spMkLst>
            <pc:docMk/>
            <pc:sldMk cId="0" sldId="293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09:52.283" v="4445" actId="2710"/>
        <pc:sldMkLst>
          <pc:docMk/>
          <pc:sldMk cId="0" sldId="296"/>
        </pc:sldMkLst>
        <pc:spChg chg="del">
          <ac:chgData name="janghoon jun" userId="056a5883350c2f5e" providerId="LiveId" clId="{6DA654A6-03B0-40F7-A259-B276216985A6}" dt="2026-07-08T06:09:42.529" v="4443" actId="478"/>
          <ac:spMkLst>
            <pc:docMk/>
            <pc:sldMk cId="0" sldId="29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7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5:57:14.406" v="4396" actId="14100"/>
        <pc:sldMkLst>
          <pc:docMk/>
          <pc:sldMk cId="0" sldId="301"/>
        </pc:sldMkLst>
        <pc:spChg chg="mod">
          <ac:chgData name="janghoon jun" userId="056a5883350c2f5e" providerId="LiveId" clId="{6DA654A6-03B0-40F7-A259-B276216985A6}" dt="2026-07-08T05:56:39.966" v="4378" actId="20577"/>
          <ac:spMkLst>
            <pc:docMk/>
            <pc:sldMk cId="0" sldId="30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48.318" v="4394" actId="20577"/>
          <ac:spMkLst>
            <pc:docMk/>
            <pc:sldMk cId="0" sldId="301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57:08.602" v="4395" actId="478"/>
          <ac:spMkLst>
            <pc:docMk/>
            <pc:sldMk cId="0" sldId="301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5:57:14.406" v="4396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addSp delSp modSp del mod">
        <pc:chgData name="janghoon jun" userId="056a5883350c2f5e" providerId="LiveId" clId="{6DA654A6-03B0-40F7-A259-B276216985A6}" dt="2026-07-08T06:27:45.584" v="4932" actId="47"/>
        <pc:sldMkLst>
          <pc:docMk/>
          <pc:sldMk cId="0" sldId="302"/>
        </pc:sldMkLst>
        <pc:spChg chg="mod">
          <ac:chgData name="janghoon jun" userId="056a5883350c2f5e" providerId="LiveId" clId="{6DA654A6-03B0-40F7-A259-B276216985A6}" dt="2026-07-08T06:19:24.013" v="4637" actId="6549"/>
          <ac:spMkLst>
            <pc:docMk/>
            <pc:sldMk cId="0" sldId="302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08.485" v="4618" actId="478"/>
          <ac:spMkLst>
            <pc:docMk/>
            <pc:sldMk cId="0" sldId="302"/>
            <ac:spMk id="3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9:00.023" v="4617" actId="478"/>
          <ac:spMkLst>
            <pc:docMk/>
            <pc:sldMk cId="0" sldId="302"/>
            <ac:spMk id="5" creationId="{00000000-0000-0000-0000-000000000000}"/>
          </ac:spMkLst>
        </pc:spChg>
        <pc:spChg chg="add del">
          <ac:chgData name="janghoon jun" userId="056a5883350c2f5e" providerId="LiveId" clId="{6DA654A6-03B0-40F7-A259-B276216985A6}" dt="2026-07-08T06:18:01.855" v="4596" actId="22"/>
          <ac:spMkLst>
            <pc:docMk/>
            <pc:sldMk cId="0" sldId="302"/>
            <ac:spMk id="7" creationId="{4D0B7067-2F2C-B4D1-B964-BB3091F7100E}"/>
          </ac:spMkLst>
        </pc:spChg>
        <pc:spChg chg="add del">
          <ac:chgData name="janghoon jun" userId="056a5883350c2f5e" providerId="LiveId" clId="{6DA654A6-03B0-40F7-A259-B276216985A6}" dt="2026-07-08T06:18:05.174" v="4598" actId="22"/>
          <ac:spMkLst>
            <pc:docMk/>
            <pc:sldMk cId="0" sldId="302"/>
            <ac:spMk id="9" creationId="{90AE4397-6E88-EF55-6058-CECD6E1B22B1}"/>
          </ac:spMkLst>
        </pc:spChg>
        <pc:spChg chg="add del">
          <ac:chgData name="janghoon jun" userId="056a5883350c2f5e" providerId="LiveId" clId="{6DA654A6-03B0-40F7-A259-B276216985A6}" dt="2026-07-08T06:18:09.004" v="4600" actId="22"/>
          <ac:spMkLst>
            <pc:docMk/>
            <pc:sldMk cId="0" sldId="302"/>
            <ac:spMk id="11" creationId="{EB0726DC-1879-C3B5-03DE-5D7285B59570}"/>
          </ac:spMkLst>
        </pc:spChg>
        <pc:spChg chg="add del mod">
          <ac:chgData name="janghoon jun" userId="056a5883350c2f5e" providerId="LiveId" clId="{6DA654A6-03B0-40F7-A259-B276216985A6}" dt="2026-07-08T06:19:10.303" v="4619" actId="478"/>
          <ac:spMkLst>
            <pc:docMk/>
            <pc:sldMk cId="0" sldId="302"/>
            <ac:spMk id="15" creationId="{DE602069-E841-6843-0251-C1E838FA0448}"/>
          </ac:spMkLst>
        </pc:spChg>
        <pc:picChg chg="del mod">
          <ac:chgData name="janghoon jun" userId="056a5883350c2f5e" providerId="LiveId" clId="{6DA654A6-03B0-40F7-A259-B276216985A6}" dt="2026-07-08T06:18:00.114" v="4594" actId="478"/>
          <ac:picMkLst>
            <pc:docMk/>
            <pc:sldMk cId="0" sldId="302"/>
            <ac:picMk id="4" creationId="{00000000-0000-0000-0000-000000000000}"/>
          </ac:picMkLst>
        </pc:picChg>
        <pc:picChg chg="add mod">
          <ac:chgData name="janghoon jun" userId="056a5883350c2f5e" providerId="LiveId" clId="{6DA654A6-03B0-40F7-A259-B276216985A6}" dt="2026-07-08T06:18:54.186" v="4616" actId="1036"/>
          <ac:picMkLst>
            <pc:docMk/>
            <pc:sldMk cId="0" sldId="302"/>
            <ac:picMk id="13" creationId="{7BE12C74-C17F-507A-605A-AAC7B24D561A}"/>
          </ac:picMkLst>
        </pc:picChg>
      </pc:sldChg>
      <pc:sldChg chg="delSp modSp mod">
        <pc:chgData name="janghoon jun" userId="056a5883350c2f5e" providerId="LiveId" clId="{6DA654A6-03B0-40F7-A259-B276216985A6}" dt="2026-07-08T06:20:38.445" v="4699" actId="1076"/>
        <pc:sldMkLst>
          <pc:docMk/>
          <pc:sldMk cId="0" sldId="303"/>
        </pc:sldMkLst>
        <pc:spChg chg="mod">
          <ac:chgData name="janghoon jun" userId="056a5883350c2f5e" providerId="LiveId" clId="{6DA654A6-03B0-40F7-A259-B276216985A6}" dt="2026-07-08T06:20:28.929" v="4693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35.369" v="4698" actId="403"/>
          <ac:spMkLst>
            <pc:docMk/>
            <pc:sldMk cId="0" sldId="303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52.897" v="4644" actId="478"/>
          <ac:spMkLst>
            <pc:docMk/>
            <pc:sldMk cId="0" sldId="303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0:38.445" v="4699" actId="1076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7-08T06:21:02.551" v="4712" actId="478"/>
        <pc:sldMkLst>
          <pc:docMk/>
          <pc:sldMk cId="0" sldId="304"/>
        </pc:sldMkLst>
        <pc:spChg chg="mod">
          <ac:chgData name="janghoon jun" userId="056a5883350c2f5e" providerId="LiveId" clId="{6DA654A6-03B0-40F7-A259-B276216985A6}" dt="2026-07-08T06:20:42.676" v="4700" actId="21"/>
          <ac:spMkLst>
            <pc:docMk/>
            <pc:sldMk cId="0" sldId="30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50.584" v="4708" actId="404"/>
          <ac:spMkLst>
            <pc:docMk/>
            <pc:sldMk cId="0" sldId="304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0:07.089" v="4646" actId="478"/>
          <ac:spMkLst>
            <pc:docMk/>
            <pc:sldMk cId="0" sldId="304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1:00.065" v="4711" actId="1076"/>
          <ac:picMkLst>
            <pc:docMk/>
            <pc:sldMk cId="0" sldId="304"/>
            <ac:picMk id="4" creationId="{00000000-0000-0000-0000-000000000000}"/>
          </ac:picMkLst>
        </pc:picChg>
        <pc:picChg chg="add del">
          <ac:chgData name="janghoon jun" userId="056a5883350c2f5e" providerId="LiveId" clId="{6DA654A6-03B0-40F7-A259-B276216985A6}" dt="2026-07-08T06:21:02.551" v="4712" actId="478"/>
          <ac:picMkLst>
            <pc:docMk/>
            <pc:sldMk cId="0" sldId="304"/>
            <ac:picMk id="7" creationId="{FCCDCE3F-2C84-6C25-5A22-31E5576DE7BE}"/>
          </ac:picMkLst>
        </pc:picChg>
      </pc:sldChg>
      <pc:sldChg chg="delSp modSp del mod">
        <pc:chgData name="janghoon jun" userId="056a5883350c2f5e" providerId="LiveId" clId="{6DA654A6-03B0-40F7-A259-B276216985A6}" dt="2026-07-08T06:23:20.432" v="4820" actId="47"/>
        <pc:sldMkLst>
          <pc:docMk/>
          <pc:sldMk cId="0" sldId="305"/>
        </pc:sldMkLst>
        <pc:spChg chg="mod">
          <ac:chgData name="janghoon jun" userId="056a5883350c2f5e" providerId="LiveId" clId="{6DA654A6-03B0-40F7-A259-B276216985A6}" dt="2026-07-08T06:22:56.584" v="4814" actId="6549"/>
          <ac:spMkLst>
            <pc:docMk/>
            <pc:sldMk cId="0" sldId="305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00.678" v="4815" actId="478"/>
          <ac:spMkLst>
            <pc:docMk/>
            <pc:sldMk cId="0" sldId="305"/>
            <ac:spMk id="6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3:04.129" v="4816" actId="14100"/>
          <ac:picMkLst>
            <pc:docMk/>
            <pc:sldMk cId="0" sldId="305"/>
            <ac:picMk id="4" creationId="{00000000-0000-0000-0000-000000000000}"/>
          </ac:picMkLst>
        </pc:picChg>
        <pc:picChg chg="mod">
          <ac:chgData name="janghoon jun" userId="056a5883350c2f5e" providerId="LiveId" clId="{6DA654A6-03B0-40F7-A259-B276216985A6}" dt="2026-07-08T06:23:10.546" v="4819" actId="14100"/>
          <ac:picMkLst>
            <pc:docMk/>
            <pc:sldMk cId="0" sldId="305"/>
            <ac:picMk id="5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7-08T06:28:25.796" v="4936" actId="20577"/>
        <pc:sldMkLst>
          <pc:docMk/>
          <pc:sldMk cId="0" sldId="306"/>
        </pc:sldMkLst>
        <pc:spChg chg="mod">
          <ac:chgData name="janghoon jun" userId="056a5883350c2f5e" providerId="LiveId" clId="{6DA654A6-03B0-40F7-A259-B276216985A6}" dt="2026-07-08T06:28:25.796" v="4936" actId="20577"/>
          <ac:spMkLst>
            <pc:docMk/>
            <pc:sldMk cId="0" sldId="306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33.656" v="4821" actId="478"/>
          <ac:spMkLst>
            <pc:docMk/>
            <pc:sldMk cId="0" sldId="306"/>
            <ac:spMk id="5" creationId="{00000000-0000-0000-0000-000000000000}"/>
          </ac:spMkLst>
        </pc:spChg>
      </pc:sldChg>
      <pc:sldChg chg="addSp delSp modSp del mod">
        <pc:chgData name="janghoon jun" userId="056a5883350c2f5e" providerId="LiveId" clId="{6DA654A6-03B0-40F7-A259-B276216985A6}" dt="2026-07-08T06:25:18.838" v="4929" actId="47"/>
        <pc:sldMkLst>
          <pc:docMk/>
          <pc:sldMk cId="0" sldId="307"/>
        </pc:sldMkLst>
        <pc:spChg chg="mod">
          <ac:chgData name="janghoon jun" userId="056a5883350c2f5e" providerId="LiveId" clId="{6DA654A6-03B0-40F7-A259-B276216985A6}" dt="2026-07-08T06:23:52.993" v="4907" actId="6549"/>
          <ac:spMkLst>
            <pc:docMk/>
            <pc:sldMk cId="0" sldId="307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24:01.441" v="4918" actId="478"/>
          <ac:spMkLst>
            <pc:docMk/>
            <pc:sldMk cId="0" sldId="30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4:03.555" v="4920" actId="478"/>
          <ac:spMkLst>
            <pc:docMk/>
            <pc:sldMk cId="0" sldId="307"/>
            <ac:spMk id="5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6:24:02.292" v="4919" actId="478"/>
          <ac:spMkLst>
            <pc:docMk/>
            <pc:sldMk cId="0" sldId="307"/>
            <ac:spMk id="7" creationId="{80589D9D-D937-A28F-F45F-6161331CE005}"/>
          </ac:spMkLst>
        </pc:spChg>
        <pc:picChg chg="mod">
          <ac:chgData name="janghoon jun" userId="056a5883350c2f5e" providerId="LiveId" clId="{6DA654A6-03B0-40F7-A259-B276216985A6}" dt="2026-07-08T06:24:12.513" v="4922" actId="1076"/>
          <ac:picMkLst>
            <pc:docMk/>
            <pc:sldMk cId="0" sldId="307"/>
            <ac:picMk id="4" creationId="{00000000-0000-0000-0000-000000000000}"/>
          </ac:picMkLst>
        </pc:picChg>
        <pc:picChg chg="add mod modCrop">
          <ac:chgData name="janghoon jun" userId="056a5883350c2f5e" providerId="LiveId" clId="{6DA654A6-03B0-40F7-A259-B276216985A6}" dt="2026-07-08T06:25:00.478" v="4928" actId="1076"/>
          <ac:picMkLst>
            <pc:docMk/>
            <pc:sldMk cId="0" sldId="307"/>
            <ac:picMk id="9" creationId="{DF9DC526-FEAB-8E33-98AD-AB55ED1274EE}"/>
          </ac:picMkLst>
        </pc:picChg>
      </pc:sldChg>
      <pc:sldChg chg="modSp del mod">
        <pc:chgData name="janghoon jun" userId="056a5883350c2f5e" providerId="LiveId" clId="{6DA654A6-03B0-40F7-A259-B276216985A6}" dt="2026-07-08T06:25:20.532" v="4930" actId="47"/>
        <pc:sldMkLst>
          <pc:docMk/>
          <pc:sldMk cId="0" sldId="308"/>
        </pc:sldMkLst>
        <pc:spChg chg="mod">
          <ac:chgData name="janghoon jun" userId="056a5883350c2f5e" providerId="LiveId" clId="{6DA654A6-03B0-40F7-A259-B276216985A6}" dt="2026-07-08T05:34:25.445" v="3746" actId="27636"/>
          <ac:spMkLst>
            <pc:docMk/>
            <pc:sldMk cId="0" sldId="308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34.549" v="4939" actId="20577"/>
        <pc:sldMkLst>
          <pc:docMk/>
          <pc:sldMk cId="0" sldId="309"/>
        </pc:sldMkLst>
        <pc:spChg chg="mod">
          <ac:chgData name="janghoon jun" userId="056a5883350c2f5e" providerId="LiveId" clId="{6DA654A6-03B0-40F7-A259-B276216985A6}" dt="2026-07-08T06:28:34.549" v="4939" actId="20577"/>
          <ac:spMkLst>
            <pc:docMk/>
            <pc:sldMk cId="0" sldId="30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6:01.838" v="4931" actId="478"/>
          <ac:spMkLst>
            <pc:docMk/>
            <pc:sldMk cId="0" sldId="309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8.742" v="5021" actId="478"/>
        <pc:sldMkLst>
          <pc:docMk/>
          <pc:sldMk cId="0" sldId="310"/>
        </pc:sldMkLst>
        <pc:spChg chg="mod">
          <ac:chgData name="janghoon jun" userId="056a5883350c2f5e" providerId="LiveId" clId="{6DA654A6-03B0-40F7-A259-B276216985A6}" dt="2026-07-08T06:28:41.357" v="4979" actId="6549"/>
          <ac:spMkLst>
            <pc:docMk/>
            <pc:sldMk cId="0" sldId="310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8.742" v="5021" actId="478"/>
          <ac:spMkLst>
            <pc:docMk/>
            <pc:sldMk cId="0" sldId="310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6.236" v="5020" actId="478"/>
        <pc:sldMkLst>
          <pc:docMk/>
          <pc:sldMk cId="0" sldId="311"/>
        </pc:sldMkLst>
        <pc:spChg chg="mod">
          <ac:chgData name="janghoon jun" userId="056a5883350c2f5e" providerId="LiveId" clId="{6DA654A6-03B0-40F7-A259-B276216985A6}" dt="2026-07-08T06:28:52.390" v="5019" actId="6549"/>
          <ac:spMkLst>
            <pc:docMk/>
            <pc:sldMk cId="0" sldId="31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6.236" v="5020" actId="478"/>
          <ac:spMkLst>
            <pc:docMk/>
            <pc:sldMk cId="0" sldId="311"/>
            <ac:spMk id="5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29:38.996" v="5061" actId="6549"/>
        <pc:sldMkLst>
          <pc:docMk/>
          <pc:sldMk cId="0" sldId="312"/>
        </pc:sldMkLst>
        <pc:spChg chg="mod">
          <ac:chgData name="janghoon jun" userId="056a5883350c2f5e" providerId="LiveId" clId="{6DA654A6-03B0-40F7-A259-B276216985A6}" dt="2026-07-08T06:29:38.996" v="5061" actId="6549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3:14.694" v="5223" actId="2711"/>
        <pc:sldMkLst>
          <pc:docMk/>
          <pc:sldMk cId="0" sldId="313"/>
        </pc:sldMkLst>
        <pc:graphicFrameChg chg="modGraphic">
          <ac:chgData name="janghoon jun" userId="056a5883350c2f5e" providerId="LiveId" clId="{6DA654A6-03B0-40F7-A259-B276216985A6}" dt="2026-07-08T06:33:14.694" v="5223" actId="2711"/>
          <ac:graphicFrameMkLst>
            <pc:docMk/>
            <pc:sldMk cId="0" sldId="313"/>
            <ac:graphicFrameMk id="4" creationId="{00000000-0000-0000-0000-000000000000}"/>
          </ac:graphicFrameMkLst>
        </pc:graphicFrameChg>
      </pc:sldChg>
      <pc:sldChg chg="delSp modSp mod">
        <pc:chgData name="janghoon jun" userId="056a5883350c2f5e" providerId="LiveId" clId="{6DA654A6-03B0-40F7-A259-B276216985A6}" dt="2026-07-08T06:33:44.719" v="5228" actId="478"/>
        <pc:sldMkLst>
          <pc:docMk/>
          <pc:sldMk cId="0" sldId="314"/>
        </pc:sldMkLst>
        <pc:spChg chg="del mod">
          <ac:chgData name="janghoon jun" userId="056a5883350c2f5e" providerId="LiveId" clId="{6DA654A6-03B0-40F7-A259-B276216985A6}" dt="2026-07-08T06:33:44.719" v="5228" actId="478"/>
          <ac:spMkLst>
            <pc:docMk/>
            <pc:sldMk cId="0" sldId="314"/>
            <ac:spMk id="5" creationId="{00000000-0000-0000-0000-000000000000}"/>
          </ac:spMkLst>
        </pc:spChg>
      </pc:sldChg>
      <pc:sldChg chg="addSp delSp modSp add del mod">
        <pc:chgData name="janghoon jun" userId="056a5883350c2f5e" providerId="LiveId" clId="{6DA654A6-03B0-40F7-A259-B276216985A6}" dt="2026-07-08T05:44:53.427" v="4108" actId="47"/>
        <pc:sldMkLst>
          <pc:docMk/>
          <pc:sldMk cId="3040168571" sldId="315"/>
        </pc:sldMkLst>
        <pc:spChg chg="mod">
          <ac:chgData name="janghoon jun" userId="056a5883350c2f5e" providerId="LiveId" clId="{6DA654A6-03B0-40F7-A259-B276216985A6}" dt="2026-07-08T05:44:36.150" v="4104" actId="20577"/>
          <ac:spMkLst>
            <pc:docMk/>
            <pc:sldMk cId="3040168571" sldId="315"/>
            <ac:spMk id="4" creationId="{5C1159C3-0DBA-3776-19CD-A028CCA8A5B5}"/>
          </ac:spMkLst>
        </pc:spChg>
        <pc:spChg chg="mod">
          <ac:chgData name="janghoon jun" userId="056a5883350c2f5e" providerId="LiveId" clId="{6DA654A6-03B0-40F7-A259-B276216985A6}" dt="2026-07-08T05:44:37.631" v="4106" actId="20577"/>
          <ac:spMkLst>
            <pc:docMk/>
            <pc:sldMk cId="3040168571" sldId="315"/>
            <ac:spMk id="5" creationId="{ED61727B-1D68-D0AE-A162-78CFCF7DCEAD}"/>
          </ac:spMkLst>
        </pc:spChg>
        <pc:spChg chg="mod">
          <ac:chgData name="janghoon jun" userId="056a5883350c2f5e" providerId="LiveId" clId="{6DA654A6-03B0-40F7-A259-B276216985A6}" dt="2026-07-08T05:44:25.185" v="4101" actId="164"/>
          <ac:spMkLst>
            <pc:docMk/>
            <pc:sldMk cId="3040168571" sldId="315"/>
            <ac:spMk id="6" creationId="{197E1DD0-7F36-5BE9-1551-B6C6D0980C6C}"/>
          </ac:spMkLst>
        </pc:spChg>
        <pc:spChg chg="del">
          <ac:chgData name="janghoon jun" userId="056a5883350c2f5e" providerId="LiveId" clId="{6DA654A6-03B0-40F7-A259-B276216985A6}" dt="2026-07-08T05:44:06.128" v="4098" actId="478"/>
          <ac:spMkLst>
            <pc:docMk/>
            <pc:sldMk cId="3040168571" sldId="315"/>
            <ac:spMk id="7" creationId="{5737FCF3-0772-0AB4-9091-4164478F3A0F}"/>
          </ac:spMkLst>
        </pc:spChg>
        <pc:grpChg chg="add mod">
          <ac:chgData name="janghoon jun" userId="056a5883350c2f5e" providerId="LiveId" clId="{6DA654A6-03B0-40F7-A259-B276216985A6}" dt="2026-07-08T05:44:42.768" v="4107" actId="1076"/>
          <ac:grpSpMkLst>
            <pc:docMk/>
            <pc:sldMk cId="3040168571" sldId="315"/>
            <ac:grpSpMk id="8" creationId="{4D48FF70-B7C3-7DD0-7C99-EBB6B4EF433D}"/>
          </ac:grpSpMkLst>
        </pc:grpChg>
      </pc:sldChg>
      <pc:sldChg chg="modSp mod modNotesTx">
        <pc:chgData name="janghoon jun" userId="056a5883350c2f5e" providerId="LiveId" clId="{6DA654A6-03B0-40F7-A259-B276216985A6}" dt="2026-07-07T05:53:07.441" v="2954" actId="27636"/>
        <pc:sldMkLst>
          <pc:docMk/>
          <pc:sldMk cId="4271007981" sldId="524"/>
        </pc:sldMkLst>
        <pc:spChg chg="mod">
          <ac:chgData name="janghoon jun" userId="056a5883350c2f5e" providerId="LiveId" clId="{6DA654A6-03B0-40F7-A259-B276216985A6}" dt="2026-07-07T05:53:07.441" v="2954" actId="27636"/>
          <ac:spMkLst>
            <pc:docMk/>
            <pc:sldMk cId="4271007981" sldId="524"/>
            <ac:spMk id="3" creationId="{B2A4B13E-D4FF-F6EF-0421-904F6E47B818}"/>
          </ac:spMkLst>
        </pc:spChg>
      </pc:sldChg>
      <pc:sldChg chg="modSp mod modNotesTx">
        <pc:chgData name="janghoon jun" userId="056a5883350c2f5e" providerId="LiveId" clId="{6DA654A6-03B0-40F7-A259-B276216985A6}" dt="2026-07-07T06:20:30.284" v="3349" actId="20577"/>
        <pc:sldMkLst>
          <pc:docMk/>
          <pc:sldMk cId="217966962" sldId="551"/>
        </pc:sldMkLst>
        <pc:spChg chg="mod">
          <ac:chgData name="janghoon jun" userId="056a5883350c2f5e" providerId="LiveId" clId="{6DA654A6-03B0-40F7-A259-B276216985A6}" dt="2026-07-07T06:20:30.284" v="3349" actId="20577"/>
          <ac:spMkLst>
            <pc:docMk/>
            <pc:sldMk cId="217966962" sldId="551"/>
            <ac:spMk id="7" creationId="{1085DB8A-F2FD-AB70-F0B6-F5E8612C16E3}"/>
          </ac:spMkLst>
        </pc:spChg>
      </pc:sldChg>
      <pc:sldChg chg="addSp delSp modSp mod modNotesTx">
        <pc:chgData name="janghoon jun" userId="056a5883350c2f5e" providerId="LiveId" clId="{6DA654A6-03B0-40F7-A259-B276216985A6}" dt="2026-07-07T06:27:42.391" v="3726" actId="20577"/>
        <pc:sldMkLst>
          <pc:docMk/>
          <pc:sldMk cId="862864859" sldId="584"/>
        </pc:sldMkLst>
        <pc:spChg chg="add del mod">
          <ac:chgData name="janghoon jun" userId="056a5883350c2f5e" providerId="LiveId" clId="{6DA654A6-03B0-40F7-A259-B276216985A6}" dt="2026-07-07T06:02:23.247" v="3232" actId="478"/>
          <ac:spMkLst>
            <pc:docMk/>
            <pc:sldMk cId="862864859" sldId="584"/>
            <ac:spMk id="5" creationId="{28370CC8-5180-4116-2C69-517CC8C77A8D}"/>
          </ac:spMkLst>
        </pc:spChg>
        <pc:spChg chg="add mod">
          <ac:chgData name="janghoon jun" userId="056a5883350c2f5e" providerId="LiveId" clId="{6DA654A6-03B0-40F7-A259-B276216985A6}" dt="2026-07-07T06:21:01.467" v="3352" actId="20577"/>
          <ac:spMkLst>
            <pc:docMk/>
            <pc:sldMk cId="862864859" sldId="584"/>
            <ac:spMk id="6" creationId="{D62C2986-0880-73A6-0030-011944A6C073}"/>
          </ac:spMkLst>
        </pc:spChg>
        <pc:spChg chg="add mod">
          <ac:chgData name="janghoon jun" userId="056a5883350c2f5e" providerId="LiveId" clId="{6DA654A6-03B0-40F7-A259-B276216985A6}" dt="2026-07-07T06:21:59.539" v="3433" actId="20577"/>
          <ac:spMkLst>
            <pc:docMk/>
            <pc:sldMk cId="862864859" sldId="584"/>
            <ac:spMk id="7" creationId="{1BB855DF-B6D6-F963-7960-07D55D35BC6B}"/>
          </ac:spMkLst>
        </pc:spChg>
        <pc:spChg chg="add mod">
          <ac:chgData name="janghoon jun" userId="056a5883350c2f5e" providerId="LiveId" clId="{6DA654A6-03B0-40F7-A259-B276216985A6}" dt="2026-07-07T06:27:13.315" v="3577" actId="1076"/>
          <ac:spMkLst>
            <pc:docMk/>
            <pc:sldMk cId="862864859" sldId="584"/>
            <ac:spMk id="8" creationId="{40F74CA7-2F41-1E0A-0766-642D831862A7}"/>
          </ac:spMkLst>
        </pc:spChg>
        <pc:spChg chg="add mod">
          <ac:chgData name="janghoon jun" userId="056a5883350c2f5e" providerId="LiveId" clId="{6DA654A6-03B0-40F7-A259-B276216985A6}" dt="2026-07-07T06:27:42.391" v="3726" actId="20577"/>
          <ac:spMkLst>
            <pc:docMk/>
            <pc:sldMk cId="862864859" sldId="584"/>
            <ac:spMk id="9" creationId="{E233841F-ECA5-7C95-3F36-3EC2D4BA9590}"/>
          </ac:spMkLst>
        </pc:spChg>
      </pc:sldChg>
      <pc:sldChg chg="addSp delSp modSp add del mod modNotesTx">
        <pc:chgData name="janghoon jun" userId="056a5883350c2f5e" providerId="LiveId" clId="{6DA654A6-03B0-40F7-A259-B276216985A6}" dt="2026-07-07T06:02:24.296" v="3233" actId="47"/>
        <pc:sldMkLst>
          <pc:docMk/>
          <pc:sldMk cId="789029597" sldId="585"/>
        </pc:sldMkLst>
      </pc:sldChg>
      <pc:sldChg chg="addSp delSp modSp add del mod modNotesTx">
        <pc:chgData name="janghoon jun" userId="056a5883350c2f5e" providerId="LiveId" clId="{6DA654A6-03B0-40F7-A259-B276216985A6}" dt="2026-07-07T06:02:26.061" v="3235" actId="47"/>
        <pc:sldMkLst>
          <pc:docMk/>
          <pc:sldMk cId="2035868554" sldId="586"/>
        </pc:sldMkLst>
      </pc:sldChg>
      <pc:sldChg chg="addSp delSp modSp add del mod modNotesTx">
        <pc:chgData name="janghoon jun" userId="056a5883350c2f5e" providerId="LiveId" clId="{6DA654A6-03B0-40F7-A259-B276216985A6}" dt="2026-07-07T06:02:26.715" v="3236" actId="47"/>
        <pc:sldMkLst>
          <pc:docMk/>
          <pc:sldMk cId="3194503239" sldId="587"/>
        </pc:sldMkLst>
      </pc:sldChg>
      <pc:sldChg chg="addSp delSp modSp add del mod modNotesTx">
        <pc:chgData name="janghoon jun" userId="056a5883350c2f5e" providerId="LiveId" clId="{6DA654A6-03B0-40F7-A259-B276216985A6}" dt="2026-07-07T06:02:27.390" v="3237" actId="47"/>
        <pc:sldMkLst>
          <pc:docMk/>
          <pc:sldMk cId="1704474408" sldId="588"/>
        </pc:sldMkLst>
      </pc:sldChg>
      <pc:sldChg chg="addSp modSp add del mod modNotesTx">
        <pc:chgData name="janghoon jun" userId="056a5883350c2f5e" providerId="LiveId" clId="{6DA654A6-03B0-40F7-A259-B276216985A6}" dt="2026-07-07T06:02:28.071" v="3238" actId="47"/>
        <pc:sldMkLst>
          <pc:docMk/>
          <pc:sldMk cId="2813930619" sldId="589"/>
        </pc:sldMkLst>
      </pc:sldChg>
      <pc:sldChg chg="modSp add del mod modNotesTx">
        <pc:chgData name="janghoon jun" userId="056a5883350c2f5e" providerId="LiveId" clId="{6DA654A6-03B0-40F7-A259-B276216985A6}" dt="2026-07-07T06:02:28.703" v="3239" actId="47"/>
        <pc:sldMkLst>
          <pc:docMk/>
          <pc:sldMk cId="397103809" sldId="590"/>
        </pc:sldMkLst>
      </pc:sldChg>
      <pc:sldChg chg="addSp modSp add del mod modNotesTx">
        <pc:chgData name="janghoon jun" userId="056a5883350c2f5e" providerId="LiveId" clId="{6DA654A6-03B0-40F7-A259-B276216985A6}" dt="2026-07-07T06:02:29.327" v="3240" actId="47"/>
        <pc:sldMkLst>
          <pc:docMk/>
          <pc:sldMk cId="1793991331" sldId="591"/>
        </pc:sldMkLst>
      </pc:sldChg>
      <pc:sldChg chg="addSp delSp modSp add del mod modNotesTx">
        <pc:chgData name="janghoon jun" userId="056a5883350c2f5e" providerId="LiveId" clId="{6DA654A6-03B0-40F7-A259-B276216985A6}" dt="2026-07-07T06:02:29.958" v="3241" actId="47"/>
        <pc:sldMkLst>
          <pc:docMk/>
          <pc:sldMk cId="2857516297" sldId="592"/>
        </pc:sldMkLst>
      </pc:sldChg>
      <pc:sldChg chg="addSp delSp modSp add del mod modNotesTx">
        <pc:chgData name="janghoon jun" userId="056a5883350c2f5e" providerId="LiveId" clId="{6DA654A6-03B0-40F7-A259-B276216985A6}" dt="2026-07-07T06:02:30.666" v="3242" actId="47"/>
        <pc:sldMkLst>
          <pc:docMk/>
          <pc:sldMk cId="264417426" sldId="593"/>
        </pc:sldMkLst>
      </pc:sldChg>
      <pc:sldChg chg="addSp modSp add del mod modNotesTx">
        <pc:chgData name="janghoon jun" userId="056a5883350c2f5e" providerId="LiveId" clId="{6DA654A6-03B0-40F7-A259-B276216985A6}" dt="2026-07-07T06:02:31.412" v="3243" actId="47"/>
        <pc:sldMkLst>
          <pc:docMk/>
          <pc:sldMk cId="1066384288" sldId="594"/>
        </pc:sldMkLst>
      </pc:sldChg>
      <pc:sldChg chg="addSp modSp add del mod modNotesTx">
        <pc:chgData name="janghoon jun" userId="056a5883350c2f5e" providerId="LiveId" clId="{6DA654A6-03B0-40F7-A259-B276216985A6}" dt="2026-07-07T06:02:32.098" v="3244" actId="47"/>
        <pc:sldMkLst>
          <pc:docMk/>
          <pc:sldMk cId="3674311941" sldId="595"/>
        </pc:sldMkLst>
      </pc:sldChg>
      <pc:sldChg chg="modSp add del mod modNotesTx">
        <pc:chgData name="janghoon jun" userId="056a5883350c2f5e" providerId="LiveId" clId="{6DA654A6-03B0-40F7-A259-B276216985A6}" dt="2026-07-07T06:02:32.801" v="3245" actId="47"/>
        <pc:sldMkLst>
          <pc:docMk/>
          <pc:sldMk cId="1262180545" sldId="596"/>
        </pc:sldMkLst>
      </pc:sldChg>
      <pc:sldChg chg="addSp delSp modSp add mod modNotesTx">
        <pc:chgData name="janghoon jun" userId="056a5883350c2f5e" providerId="LiveId" clId="{6DA654A6-03B0-40F7-A259-B276216985A6}" dt="2026-07-07T06:02:36.272" v="3246" actId="478"/>
        <pc:sldMkLst>
          <pc:docMk/>
          <pc:sldMk cId="2313877190" sldId="597"/>
        </pc:sldMkLst>
        <pc:spChg chg="del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5" creationId="{47F256C7-7695-EA58-29A7-614CC7465766}"/>
          </ac:spMkLst>
        </pc:spChg>
        <pc:spChg chg="add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6" creationId="{2277A352-DBDD-00CE-BE2E-4167D2776516}"/>
          </ac:spMkLst>
        </pc:spChg>
      </pc:sldChg>
      <pc:sldChg chg="modSp add del mod modNotesTx">
        <pc:chgData name="janghoon jun" userId="056a5883350c2f5e" providerId="LiveId" clId="{6DA654A6-03B0-40F7-A259-B276216985A6}" dt="2026-07-07T05:52:26.398" v="2919" actId="47"/>
        <pc:sldMkLst>
          <pc:docMk/>
          <pc:sldMk cId="1376043223" sldId="598"/>
        </pc:sldMkLst>
      </pc:sldChg>
      <pc:sldChg chg="addSp modSp add del mod modNotesTx">
        <pc:chgData name="janghoon jun" userId="056a5883350c2f5e" providerId="LiveId" clId="{6DA654A6-03B0-40F7-A259-B276216985A6}" dt="2026-07-07T06:02:25.336" v="3234" actId="47"/>
        <pc:sldMkLst>
          <pc:docMk/>
          <pc:sldMk cId="1647113666" sldId="5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2026-07-24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 발표는 CT 촬영 시 자동으로 조절되는 X선량 정보(AEC)를 활용해서, 저근감소증(근육량이 적은 상태) 위험군을 더 정확하게 가려낼 수 있는지, 그리고 그 결과가 체형 차이 같은 다른 요인 때문에 생긴 착시는 아닌지 검증한 내용입니다. 발표자: 전장훈(JangHoon Chun), 강남세브란스병원 의료기기산업학과.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CF4F-F5BA-0BAA-6BD8-0A6D4A79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0F49AB-9E40-1106-AC27-BF1890BFA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E6316-0BEA-18C3-CCE3-8220627C38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 슬라이드는 1단계(Stage-1) 모델을 소개합니다. 저근감소증(low-SMI, 근육량이 적은 상태)은 나이가 들수록 낙상·수술 후 합병증·사망 위험을 높이는 것으로 알려져 있습니다(Prado 2008, Martin 2013). CT를 찍지 않고도 병원에 이미 있는 간단한 정보 4가지(성별/나이/키/체중)만으로 저근감소증일 확률을 예측하는 간단한 통계 모델(로지스틱 회귀)을 만들었습니다.</a:t>
            </a:r>
          </a:p>
          <a:p>
            <a:endParaRPr/>
          </a:p>
          <a:p>
            <a:r>
              <a:t>이 모델이 환자를 얼마나 잘 구별하는지 나타내는 점수(AUC -- 0.5면 동전 던지기 수준, 1.0이면 완벽 구별)가 내부 병원 데이터에서 0.828, 외부(신촌) 병원 데이터에서 0.835로 나왔습니다. 둘 다 '꽤 쓸만한 수준(0.8 이상)'이고, 모델이 실제 데이터에 잘 들어맞는지 보는 별도 검정(Hosmer-Lemeshow)도 양호~우수 경계로 통과했습니다.</a:t>
            </a:r>
          </a:p>
          <a:p>
            <a:endParaRPr/>
          </a:p>
          <a:p>
            <a:r>
              <a:t>이 모델을 쓰려면 몇 점 이상을 Positive(위험군)로 볼지 기준선(cutoff)을 정해야 합니다. 저희는 Sensitivity(민감도, 실제 위험군 환자 중 모델이 Positive로 잡아내는 비율) 90%를 기준으로 골랐습니다. Sensitivity 100%는 표본이 너무 작아 통계적으로 믿을 수 없고, Sensitivity를 90%에서 95%로 더 올리면 반대로 Specificity(특이도, 실제 정상인 사람을 Negative로 잘 구별하는 비율)가 급격히 나빠지기 시작하는 지점이라 90%에서 멈췄습니다. FN(놓친 위험군 환자)의 비용이 FP(잘못 Positive로 분류된 정상인)보다 크다고 가정했습니다.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74E54-7793-89A2-29A5-75B20A9DF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228718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BAA71-9C51-7B50-8C8A-DAFDE161C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8AD18-7EB6-96D8-9EF9-9C3A23660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B0C6DB-F202-3437-68DB-C8872416B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이 </a:t>
            </a:r>
            <a:r>
              <a:rPr dirty="0" err="1"/>
              <a:t>표는</a:t>
            </a:r>
            <a:r>
              <a:rPr dirty="0"/>
              <a:t> </a:t>
            </a:r>
            <a:r>
              <a:rPr dirty="0" err="1"/>
              <a:t>기준선</a:t>
            </a:r>
            <a:r>
              <a:rPr dirty="0"/>
              <a:t>(cutoff)을 85%→90%→95%로 </a:t>
            </a:r>
            <a:r>
              <a:rPr dirty="0" err="1"/>
              <a:t>올릴</a:t>
            </a:r>
            <a:r>
              <a:rPr dirty="0"/>
              <a:t> 때 </a:t>
            </a:r>
            <a:r>
              <a:rPr dirty="0" err="1"/>
              <a:t>무엇을</a:t>
            </a:r>
            <a:r>
              <a:rPr dirty="0"/>
              <a:t> </a:t>
            </a:r>
            <a:r>
              <a:rPr dirty="0" err="1"/>
              <a:t>얻고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</a:t>
            </a:r>
            <a:r>
              <a:rPr dirty="0" err="1"/>
              <a:t>잃는지</a:t>
            </a:r>
            <a:r>
              <a:rPr dirty="0"/>
              <a:t> </a:t>
            </a:r>
            <a:r>
              <a:rPr dirty="0" err="1"/>
              <a:t>보여줍니다</a:t>
            </a:r>
            <a:r>
              <a:rPr dirty="0"/>
              <a:t>. </a:t>
            </a:r>
            <a:r>
              <a:rPr dirty="0" err="1"/>
              <a:t>기준선을</a:t>
            </a:r>
            <a:r>
              <a:rPr dirty="0"/>
              <a:t> </a:t>
            </a:r>
            <a:r>
              <a:rPr dirty="0" err="1"/>
              <a:t>높일수록</a:t>
            </a:r>
            <a:r>
              <a:rPr dirty="0"/>
              <a:t> '</a:t>
            </a:r>
            <a:r>
              <a:rPr dirty="0" err="1"/>
              <a:t>놓치는</a:t>
            </a:r>
            <a:r>
              <a:rPr dirty="0"/>
              <a:t> </a:t>
            </a:r>
            <a:r>
              <a:rPr dirty="0" err="1"/>
              <a:t>위험군</a:t>
            </a:r>
            <a:r>
              <a:rPr dirty="0"/>
              <a:t> </a:t>
            </a:r>
            <a:r>
              <a:rPr dirty="0" err="1"/>
              <a:t>환자</a:t>
            </a:r>
            <a:r>
              <a:rPr dirty="0"/>
              <a:t>(FN)'는 </a:t>
            </a:r>
            <a:r>
              <a:rPr dirty="0" err="1"/>
              <a:t>줄어들지만</a:t>
            </a:r>
            <a:r>
              <a:rPr dirty="0"/>
              <a:t>, 그 </a:t>
            </a:r>
            <a:r>
              <a:rPr dirty="0" err="1"/>
              <a:t>대신</a:t>
            </a:r>
            <a:r>
              <a:rPr dirty="0"/>
              <a:t> '</a:t>
            </a:r>
            <a:r>
              <a:rPr dirty="0" err="1"/>
              <a:t>정상인데</a:t>
            </a:r>
            <a:r>
              <a:rPr dirty="0"/>
              <a:t> </a:t>
            </a:r>
            <a:r>
              <a:rPr dirty="0" err="1"/>
              <a:t>위험군으로</a:t>
            </a:r>
            <a:r>
              <a:rPr dirty="0"/>
              <a:t> </a:t>
            </a:r>
            <a:r>
              <a:rPr dirty="0" err="1"/>
              <a:t>잘못</a:t>
            </a:r>
            <a:r>
              <a:rPr dirty="0"/>
              <a:t> </a:t>
            </a:r>
            <a:r>
              <a:rPr dirty="0" err="1"/>
              <a:t>분류되는</a:t>
            </a:r>
            <a:r>
              <a:rPr dirty="0"/>
              <a:t> </a:t>
            </a:r>
            <a:r>
              <a:rPr dirty="0" err="1"/>
              <a:t>사람</a:t>
            </a:r>
            <a:r>
              <a:rPr dirty="0"/>
              <a:t>(FP)'이 </a:t>
            </a:r>
            <a:r>
              <a:rPr dirty="0" err="1"/>
              <a:t>훨씬</a:t>
            </a:r>
            <a:r>
              <a:rPr dirty="0"/>
              <a:t>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늘어납니다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예를</a:t>
            </a:r>
            <a:r>
              <a:rPr dirty="0"/>
              <a:t> </a:t>
            </a:r>
            <a:r>
              <a:rPr dirty="0" err="1"/>
              <a:t>들어</a:t>
            </a:r>
            <a:r>
              <a:rPr dirty="0"/>
              <a:t>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데이터에서</a:t>
            </a:r>
            <a:r>
              <a:rPr dirty="0"/>
              <a:t> 85%→90%로 </a:t>
            </a:r>
            <a:r>
              <a:rPr dirty="0" err="1"/>
              <a:t>올리면</a:t>
            </a:r>
            <a:r>
              <a:rPr dirty="0"/>
              <a:t> </a:t>
            </a:r>
            <a:r>
              <a:rPr dirty="0" err="1"/>
              <a:t>놓치는</a:t>
            </a:r>
            <a:r>
              <a:rPr dirty="0"/>
              <a:t> </a:t>
            </a:r>
            <a:r>
              <a:rPr dirty="0" err="1"/>
              <a:t>환자는</a:t>
            </a:r>
            <a:r>
              <a:rPr dirty="0"/>
              <a:t> 7명 </a:t>
            </a:r>
            <a:r>
              <a:rPr dirty="0" err="1"/>
              <a:t>줄지만</a:t>
            </a:r>
            <a:r>
              <a:rPr dirty="0"/>
              <a:t> </a:t>
            </a:r>
            <a:r>
              <a:rPr dirty="0" err="1"/>
              <a:t>잘못</a:t>
            </a:r>
            <a:r>
              <a:rPr dirty="0"/>
              <a:t> </a:t>
            </a:r>
            <a:r>
              <a:rPr dirty="0" err="1"/>
              <a:t>분류되는</a:t>
            </a:r>
            <a:r>
              <a:rPr dirty="0"/>
              <a:t> </a:t>
            </a:r>
            <a:r>
              <a:rPr dirty="0" err="1"/>
              <a:t>사람은</a:t>
            </a:r>
            <a:r>
              <a:rPr dirty="0"/>
              <a:t> 97명 </a:t>
            </a:r>
            <a:r>
              <a:rPr dirty="0" err="1"/>
              <a:t>늘어나서</a:t>
            </a:r>
            <a:r>
              <a:rPr dirty="0"/>
              <a:t>, </a:t>
            </a:r>
            <a:r>
              <a:rPr dirty="0" err="1"/>
              <a:t>환자</a:t>
            </a:r>
            <a:r>
              <a:rPr dirty="0"/>
              <a:t> 1명을 덜 </a:t>
            </a:r>
            <a:r>
              <a:rPr dirty="0" err="1"/>
              <a:t>놓치려고</a:t>
            </a:r>
            <a:r>
              <a:rPr dirty="0"/>
              <a:t> 13.9명을 더 </a:t>
            </a:r>
            <a:r>
              <a:rPr dirty="0" err="1"/>
              <a:t>검사해야</a:t>
            </a:r>
            <a:r>
              <a:rPr dirty="0"/>
              <a:t> </a:t>
            </a:r>
            <a:r>
              <a:rPr dirty="0" err="1"/>
              <a:t>하는</a:t>
            </a:r>
            <a:r>
              <a:rPr dirty="0"/>
              <a:t> </a:t>
            </a:r>
            <a:r>
              <a:rPr dirty="0" err="1"/>
              <a:t>셈입니다</a:t>
            </a:r>
            <a:r>
              <a:rPr dirty="0"/>
              <a:t>. 90%→95%로 한 번 더 </a:t>
            </a:r>
            <a:r>
              <a:rPr dirty="0" err="1"/>
              <a:t>올리면</a:t>
            </a:r>
            <a:r>
              <a:rPr dirty="0"/>
              <a:t> 이 '</a:t>
            </a:r>
            <a:r>
              <a:rPr dirty="0" err="1"/>
              <a:t>대가'가</a:t>
            </a:r>
            <a:r>
              <a:rPr dirty="0"/>
              <a:t> 22.5명으로 더 </a:t>
            </a:r>
            <a:r>
              <a:rPr dirty="0" err="1"/>
              <a:t>커집니다</a:t>
            </a:r>
            <a:r>
              <a:rPr dirty="0"/>
              <a:t>. 즉 </a:t>
            </a:r>
            <a:r>
              <a:rPr dirty="0" err="1"/>
              <a:t>기준선을</a:t>
            </a:r>
            <a:r>
              <a:rPr dirty="0"/>
              <a:t> </a:t>
            </a:r>
            <a:r>
              <a:rPr dirty="0" err="1"/>
              <a:t>높일수록</a:t>
            </a:r>
            <a:r>
              <a:rPr dirty="0"/>
              <a:t> </a:t>
            </a:r>
            <a:r>
              <a:rPr dirty="0" err="1"/>
              <a:t>효율이</a:t>
            </a:r>
            <a:r>
              <a:rPr dirty="0"/>
              <a:t> </a:t>
            </a:r>
            <a:r>
              <a:rPr dirty="0" err="1"/>
              <a:t>나빠지는</a:t>
            </a:r>
            <a:r>
              <a:rPr dirty="0"/>
              <a:t> </a:t>
            </a:r>
            <a:r>
              <a:rPr dirty="0" err="1"/>
              <a:t>속도가</a:t>
            </a:r>
            <a:r>
              <a:rPr dirty="0"/>
              <a:t> 더 </a:t>
            </a:r>
            <a:r>
              <a:rPr dirty="0" err="1"/>
              <a:t>빨라집니다</a:t>
            </a:r>
            <a:r>
              <a:rPr dirty="0"/>
              <a:t>. </a:t>
            </a:r>
            <a:r>
              <a:rPr dirty="0" err="1"/>
              <a:t>그래서</a:t>
            </a:r>
            <a:r>
              <a:rPr dirty="0"/>
              <a:t> </a:t>
            </a:r>
            <a:r>
              <a:rPr dirty="0" err="1"/>
              <a:t>손해가</a:t>
            </a:r>
            <a:r>
              <a:rPr dirty="0"/>
              <a:t> </a:t>
            </a:r>
            <a:r>
              <a:rPr dirty="0" err="1"/>
              <a:t>급격히</a:t>
            </a:r>
            <a:r>
              <a:rPr dirty="0"/>
              <a:t> </a:t>
            </a:r>
            <a:r>
              <a:rPr dirty="0" err="1"/>
              <a:t>커지기</a:t>
            </a:r>
            <a:r>
              <a:rPr dirty="0"/>
              <a:t> </a:t>
            </a:r>
            <a:r>
              <a:rPr dirty="0" err="1"/>
              <a:t>직전인</a:t>
            </a:r>
            <a:r>
              <a:rPr dirty="0"/>
              <a:t> 90%에서 </a:t>
            </a:r>
            <a:r>
              <a:rPr dirty="0" err="1"/>
              <a:t>멈추는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합리적입니다</a:t>
            </a:r>
            <a:r>
              <a:rPr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5C813B-11BA-4EE2-3BF1-E7986A587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91926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127EA-DB53-0301-0ACD-39763E95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611E-21FB-8AA8-ECB2-7F8B70304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DE818-1386-6F94-27FF-C5AEAB677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Sensitivity(</a:t>
            </a:r>
            <a:r>
              <a:rPr dirty="0" err="1"/>
              <a:t>민감도</a:t>
            </a:r>
            <a:r>
              <a:rPr dirty="0"/>
              <a:t>) 90% </a:t>
            </a:r>
            <a:r>
              <a:rPr dirty="0" err="1"/>
              <a:t>기준선으로</a:t>
            </a:r>
            <a:r>
              <a:rPr dirty="0"/>
              <a:t> </a:t>
            </a:r>
            <a:r>
              <a:rPr dirty="0" err="1"/>
              <a:t>환자를</a:t>
            </a:r>
            <a:r>
              <a:rPr dirty="0"/>
              <a:t> Positive(</a:t>
            </a:r>
            <a:r>
              <a:rPr dirty="0" err="1"/>
              <a:t>위험군</a:t>
            </a:r>
            <a:r>
              <a:rPr dirty="0"/>
              <a:t>)와 Negative(</a:t>
            </a:r>
            <a:r>
              <a:rPr dirty="0" err="1"/>
              <a:t>정상군</a:t>
            </a:r>
            <a:r>
              <a:rPr dirty="0"/>
              <a:t>)로 </a:t>
            </a:r>
            <a:r>
              <a:rPr dirty="0" err="1"/>
              <a:t>나눈</a:t>
            </a:r>
            <a:r>
              <a:rPr dirty="0"/>
              <a:t> </a:t>
            </a:r>
            <a:r>
              <a:rPr dirty="0" err="1"/>
              <a:t>결과표</a:t>
            </a:r>
            <a:r>
              <a:rPr dirty="0"/>
              <a:t>, confusion </a:t>
            </a:r>
            <a:r>
              <a:rPr dirty="0" err="1"/>
              <a:t>matrix입니다</a:t>
            </a:r>
            <a:r>
              <a:rPr dirty="0"/>
              <a:t>. </a:t>
            </a:r>
            <a:r>
              <a:rPr lang="ko-KR" altLang="en-US" dirty="0"/>
              <a:t>이상태에서의 </a:t>
            </a:r>
            <a:r>
              <a:rPr dirty="0" err="1"/>
              <a:t>NPV가</a:t>
            </a:r>
            <a:r>
              <a:rPr dirty="0"/>
              <a:t> </a:t>
            </a:r>
            <a:r>
              <a:rPr dirty="0" err="1"/>
              <a:t>내부</a:t>
            </a:r>
            <a:r>
              <a:rPr dirty="0"/>
              <a:t> 97.7%, </a:t>
            </a:r>
            <a:r>
              <a:rPr dirty="0" err="1"/>
              <a:t>외부</a:t>
            </a:r>
            <a:r>
              <a:rPr dirty="0"/>
              <a:t> 97.5%로 </a:t>
            </a:r>
            <a:r>
              <a:rPr dirty="0" err="1"/>
              <a:t>이미</a:t>
            </a:r>
            <a:r>
              <a:rPr dirty="0"/>
              <a:t> </a:t>
            </a:r>
            <a:r>
              <a:rPr dirty="0" err="1"/>
              <a:t>충분히</a:t>
            </a:r>
            <a:r>
              <a:rPr dirty="0"/>
              <a:t> </a:t>
            </a:r>
            <a:r>
              <a:rPr dirty="0" err="1"/>
              <a:t>높아</a:t>
            </a:r>
            <a:r>
              <a:rPr dirty="0"/>
              <a:t> 이 </a:t>
            </a:r>
            <a:r>
              <a:rPr dirty="0" err="1"/>
              <a:t>그룹은</a:t>
            </a:r>
            <a:r>
              <a:rPr dirty="0"/>
              <a:t> 더 </a:t>
            </a:r>
            <a:r>
              <a:rPr dirty="0" err="1"/>
              <a:t>손댈</a:t>
            </a:r>
            <a:r>
              <a:rPr dirty="0"/>
              <a:t> </a:t>
            </a:r>
            <a:r>
              <a:rPr dirty="0" err="1"/>
              <a:t>필요가</a:t>
            </a:r>
            <a:r>
              <a:rPr dirty="0"/>
              <a:t> </a:t>
            </a:r>
            <a:r>
              <a:rPr dirty="0" err="1"/>
              <a:t>없습니다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Positive로</a:t>
            </a:r>
            <a:r>
              <a:rPr dirty="0"/>
              <a:t> </a:t>
            </a:r>
            <a:r>
              <a:rPr dirty="0" err="1"/>
              <a:t>분류된</a:t>
            </a:r>
            <a:r>
              <a:rPr dirty="0"/>
              <a:t> </a:t>
            </a:r>
            <a:r>
              <a:rPr dirty="0" err="1"/>
              <a:t>쪽입니다</a:t>
            </a:r>
            <a:r>
              <a:rPr dirty="0"/>
              <a:t>. 이 중 </a:t>
            </a:r>
            <a:r>
              <a:rPr dirty="0" err="1"/>
              <a:t>실제로</a:t>
            </a:r>
            <a:r>
              <a:rPr dirty="0"/>
              <a:t> </a:t>
            </a:r>
            <a:r>
              <a:rPr dirty="0" err="1"/>
              <a:t>위험군</a:t>
            </a:r>
            <a:r>
              <a:rPr dirty="0"/>
              <a:t>(TP)인 </a:t>
            </a:r>
            <a:r>
              <a:rPr dirty="0" err="1"/>
              <a:t>사람의</a:t>
            </a:r>
            <a:r>
              <a:rPr dirty="0"/>
              <a:t> </a:t>
            </a:r>
            <a:r>
              <a:rPr dirty="0" err="1"/>
              <a:t>비율</a:t>
            </a:r>
            <a:r>
              <a:rPr dirty="0"/>
              <a:t>, PPV(Positive Predictive Value)가 </a:t>
            </a:r>
            <a:r>
              <a:rPr dirty="0" err="1"/>
              <a:t>내부</a:t>
            </a:r>
            <a:r>
              <a:rPr dirty="0"/>
              <a:t> 20.7%, </a:t>
            </a:r>
            <a:r>
              <a:rPr dirty="0" err="1"/>
              <a:t>외부</a:t>
            </a:r>
            <a:r>
              <a:rPr dirty="0"/>
              <a:t> 24.8%밖에 안 </a:t>
            </a:r>
            <a:r>
              <a:rPr dirty="0" err="1"/>
              <a:t>됩니다</a:t>
            </a:r>
            <a:r>
              <a:rPr dirty="0"/>
              <a:t>. </a:t>
            </a:r>
            <a:r>
              <a:rPr dirty="0" err="1"/>
              <a:t>그래서</a:t>
            </a:r>
            <a:r>
              <a:rPr dirty="0"/>
              <a:t> </a:t>
            </a:r>
            <a:r>
              <a:rPr dirty="0" err="1"/>
              <a:t>이후</a:t>
            </a:r>
            <a:r>
              <a:rPr dirty="0"/>
              <a:t> </a:t>
            </a:r>
            <a:r>
              <a:rPr dirty="0" err="1"/>
              <a:t>분석</a:t>
            </a:r>
            <a:r>
              <a:rPr dirty="0"/>
              <a:t>(Stage-2)은 </a:t>
            </a:r>
            <a:r>
              <a:rPr dirty="0" err="1"/>
              <a:t>Positive로</a:t>
            </a:r>
            <a:r>
              <a:rPr dirty="0"/>
              <a:t> </a:t>
            </a:r>
            <a:r>
              <a:rPr dirty="0" err="1"/>
              <a:t>분류된</a:t>
            </a:r>
            <a:r>
              <a:rPr dirty="0"/>
              <a:t> </a:t>
            </a:r>
            <a:r>
              <a:rPr dirty="0" err="1"/>
              <a:t>사람들만</a:t>
            </a:r>
            <a:r>
              <a:rPr dirty="0"/>
              <a:t> </a:t>
            </a:r>
            <a:r>
              <a:rPr dirty="0" err="1"/>
              <a:t>대상으로</a:t>
            </a:r>
            <a:r>
              <a:rPr dirty="0"/>
              <a:t>, 그 </a:t>
            </a:r>
            <a:r>
              <a:rPr dirty="0" err="1"/>
              <a:t>안에서</a:t>
            </a:r>
            <a:r>
              <a:rPr dirty="0"/>
              <a:t> </a:t>
            </a:r>
            <a:r>
              <a:rPr dirty="0" err="1"/>
              <a:t>TP와</a:t>
            </a:r>
            <a:r>
              <a:rPr dirty="0"/>
              <a:t> </a:t>
            </a:r>
            <a:r>
              <a:rPr dirty="0" err="1"/>
              <a:t>FP를</a:t>
            </a:r>
            <a:r>
              <a:rPr dirty="0"/>
              <a:t> 더 </a:t>
            </a:r>
            <a:r>
              <a:rPr dirty="0" err="1"/>
              <a:t>정확히</a:t>
            </a:r>
            <a:r>
              <a:rPr dirty="0"/>
              <a:t> </a:t>
            </a:r>
            <a:r>
              <a:rPr dirty="0" err="1"/>
              <a:t>가려내는</a:t>
            </a:r>
            <a:r>
              <a:rPr dirty="0"/>
              <a:t> </a:t>
            </a:r>
            <a:r>
              <a:rPr dirty="0" err="1"/>
              <a:t>것을</a:t>
            </a:r>
            <a:r>
              <a:rPr dirty="0"/>
              <a:t> </a:t>
            </a:r>
            <a:r>
              <a:rPr dirty="0" err="1"/>
              <a:t>목표로</a:t>
            </a:r>
            <a:r>
              <a:rPr dirty="0"/>
              <a:t> </a:t>
            </a:r>
            <a:r>
              <a:rPr dirty="0" err="1"/>
              <a:t>합니다</a:t>
            </a:r>
            <a:r>
              <a:rPr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AE8E6-DCA5-B91C-154B-33F9AEF13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993858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83C6F-81C2-4881-265B-DC90DB117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360F5-78A5-F8F2-3AF1-E6B8A31113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BFA01-DC83-FA69-1A52-247DA37A5A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이 </a:t>
            </a:r>
            <a:r>
              <a:rPr dirty="0" err="1"/>
              <a:t>표는</a:t>
            </a:r>
            <a:r>
              <a:rPr dirty="0"/>
              <a:t> TP·FP·TN </a:t>
            </a:r>
            <a:r>
              <a:rPr dirty="0" err="1"/>
              <a:t>그룹</a:t>
            </a:r>
            <a:r>
              <a:rPr dirty="0"/>
              <a:t> </a:t>
            </a:r>
            <a:r>
              <a:rPr dirty="0" err="1"/>
              <a:t>간에</a:t>
            </a:r>
            <a:r>
              <a:rPr dirty="0"/>
              <a:t> AEC </a:t>
            </a:r>
            <a:r>
              <a:rPr dirty="0" err="1"/>
              <a:t>곡선의</a:t>
            </a:r>
            <a:r>
              <a:rPr dirty="0"/>
              <a:t> </a:t>
            </a:r>
            <a:r>
              <a:rPr dirty="0" err="1"/>
              <a:t>모양이</a:t>
            </a:r>
            <a:r>
              <a:rPr dirty="0"/>
              <a:t> </a:t>
            </a:r>
            <a:r>
              <a:rPr dirty="0" err="1"/>
              <a:t>통계적으로</a:t>
            </a:r>
            <a:r>
              <a:rPr dirty="0"/>
              <a:t> </a:t>
            </a:r>
            <a:r>
              <a:rPr dirty="0" err="1"/>
              <a:t>다른지</a:t>
            </a:r>
            <a:r>
              <a:rPr dirty="0"/>
              <a:t> </a:t>
            </a:r>
            <a:r>
              <a:rPr dirty="0" err="1"/>
              <a:t>검정한</a:t>
            </a:r>
            <a:r>
              <a:rPr dirty="0"/>
              <a:t> </a:t>
            </a:r>
            <a:r>
              <a:rPr dirty="0" err="1"/>
              <a:t>결과입니다</a:t>
            </a:r>
            <a:r>
              <a:rPr dirty="0"/>
              <a:t>. p=</a:t>
            </a:r>
            <a:r>
              <a:rPr dirty="0" err="1"/>
              <a:t>원곡선</a:t>
            </a:r>
            <a:r>
              <a:rPr dirty="0"/>
              <a:t>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, </a:t>
            </a:r>
            <a:r>
              <a:rPr dirty="0" err="1"/>
              <a:t>dp</a:t>
            </a:r>
            <a:r>
              <a:rPr dirty="0"/>
              <a:t>=</a:t>
            </a:r>
            <a:r>
              <a:rPr dirty="0" err="1"/>
              <a:t>곡선의</a:t>
            </a:r>
            <a:r>
              <a:rPr dirty="0"/>
              <a:t> </a:t>
            </a:r>
            <a:r>
              <a:rPr dirty="0" err="1"/>
              <a:t>기울기</a:t>
            </a:r>
            <a:r>
              <a:rPr dirty="0"/>
              <a:t>(</a:t>
            </a:r>
            <a:r>
              <a:rPr dirty="0" err="1"/>
              <a:t>변화율</a:t>
            </a:r>
            <a:r>
              <a:rPr dirty="0"/>
              <a:t>) </a:t>
            </a:r>
            <a:r>
              <a:rPr dirty="0" err="1"/>
              <a:t>비교</a:t>
            </a:r>
            <a:r>
              <a:rPr dirty="0"/>
              <a:t>, d2p=</a:t>
            </a:r>
            <a:r>
              <a:rPr dirty="0" err="1"/>
              <a:t>기울기의</a:t>
            </a:r>
            <a:r>
              <a:rPr dirty="0"/>
              <a:t> </a:t>
            </a:r>
            <a:r>
              <a:rPr dirty="0" err="1"/>
              <a:t>변화</a:t>
            </a:r>
            <a:r>
              <a:rPr dirty="0"/>
              <a:t>(</a:t>
            </a:r>
            <a:r>
              <a:rPr dirty="0" err="1"/>
              <a:t>곡률</a:t>
            </a:r>
            <a:r>
              <a:rPr dirty="0"/>
              <a:t>) </a:t>
            </a:r>
            <a:r>
              <a:rPr dirty="0" err="1"/>
              <a:t>비교</a:t>
            </a:r>
            <a:r>
              <a:rPr dirty="0"/>
              <a:t>. </a:t>
            </a:r>
            <a:r>
              <a:rPr dirty="0" err="1"/>
              <a:t>RMSD는</a:t>
            </a:r>
            <a:r>
              <a:rPr dirty="0"/>
              <a:t> 두 </a:t>
            </a:r>
            <a:r>
              <a:rPr dirty="0" err="1"/>
              <a:t>그룹</a:t>
            </a:r>
            <a:r>
              <a:rPr dirty="0"/>
              <a:t> 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곡선이</a:t>
            </a:r>
            <a:r>
              <a:rPr dirty="0"/>
              <a:t> </a:t>
            </a:r>
            <a:r>
              <a:rPr dirty="0" err="1"/>
              <a:t>얼마나</a:t>
            </a:r>
            <a:r>
              <a:rPr dirty="0"/>
              <a:t> </a:t>
            </a:r>
            <a:r>
              <a:rPr dirty="0" err="1"/>
              <a:t>차이</a:t>
            </a:r>
            <a:r>
              <a:rPr dirty="0"/>
              <a:t> </a:t>
            </a:r>
            <a:r>
              <a:rPr dirty="0" err="1"/>
              <a:t>나는지를</a:t>
            </a:r>
            <a:r>
              <a:rPr dirty="0"/>
              <a:t> </a:t>
            </a:r>
            <a:r>
              <a:rPr dirty="0" err="1"/>
              <a:t>나타내는</a:t>
            </a:r>
            <a:r>
              <a:rPr dirty="0"/>
              <a:t> </a:t>
            </a:r>
            <a:r>
              <a:rPr dirty="0" err="1"/>
              <a:t>숫자</a:t>
            </a:r>
            <a:r>
              <a:rPr dirty="0"/>
              <a:t>(</a:t>
            </a:r>
            <a:r>
              <a:rPr dirty="0" err="1"/>
              <a:t>클수록</a:t>
            </a:r>
            <a:r>
              <a:rPr dirty="0"/>
              <a:t> </a:t>
            </a:r>
            <a:r>
              <a:rPr dirty="0" err="1"/>
              <a:t>다름</a:t>
            </a:r>
            <a:r>
              <a:rPr dirty="0"/>
              <a:t>)</a:t>
            </a:r>
            <a:r>
              <a:rPr dirty="0" err="1"/>
              <a:t>이고</a:t>
            </a:r>
            <a:r>
              <a:rPr dirty="0"/>
              <a:t>, p-</a:t>
            </a:r>
            <a:r>
              <a:rPr dirty="0" err="1"/>
              <a:t>value는</a:t>
            </a:r>
            <a:r>
              <a:rPr dirty="0"/>
              <a:t> '이 </a:t>
            </a:r>
            <a:r>
              <a:rPr dirty="0" err="1"/>
              <a:t>정도</a:t>
            </a:r>
            <a:r>
              <a:rPr dirty="0"/>
              <a:t> </a:t>
            </a:r>
            <a:r>
              <a:rPr dirty="0" err="1"/>
              <a:t>차이가</a:t>
            </a:r>
            <a:r>
              <a:rPr dirty="0"/>
              <a:t> </a:t>
            </a:r>
            <a:r>
              <a:rPr dirty="0" err="1"/>
              <a:t>우연히</a:t>
            </a:r>
            <a:r>
              <a:rPr dirty="0"/>
              <a:t> </a:t>
            </a:r>
            <a:r>
              <a:rPr dirty="0" err="1"/>
              <a:t>나올</a:t>
            </a:r>
            <a:r>
              <a:rPr dirty="0"/>
              <a:t> </a:t>
            </a:r>
            <a:r>
              <a:rPr dirty="0" err="1"/>
              <a:t>확률'입니다</a:t>
            </a:r>
            <a:r>
              <a:rPr dirty="0"/>
              <a:t>(0.05보다 </a:t>
            </a:r>
            <a:r>
              <a:rPr dirty="0" err="1"/>
              <a:t>작으면</a:t>
            </a:r>
            <a:r>
              <a:rPr dirty="0"/>
              <a:t> </a:t>
            </a:r>
            <a:r>
              <a:rPr dirty="0" err="1"/>
              <a:t>우연이</a:t>
            </a:r>
            <a:r>
              <a:rPr dirty="0"/>
              <a:t> </a:t>
            </a:r>
            <a:r>
              <a:rPr dirty="0" err="1"/>
              <a:t>아니라고</a:t>
            </a:r>
            <a:r>
              <a:rPr dirty="0"/>
              <a:t> </a:t>
            </a:r>
            <a:r>
              <a:rPr dirty="0" err="1"/>
              <a:t>보고</a:t>
            </a:r>
            <a:r>
              <a:rPr dirty="0"/>
              <a:t> '</a:t>
            </a:r>
            <a:r>
              <a:rPr dirty="0" err="1"/>
              <a:t>유의'하다고</a:t>
            </a:r>
            <a:r>
              <a:rPr dirty="0"/>
              <a:t> </a:t>
            </a:r>
            <a:r>
              <a:rPr dirty="0" err="1"/>
              <a:t>부릅니다</a:t>
            </a:r>
            <a:r>
              <a:rPr dirty="0"/>
              <a:t>).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: </a:t>
            </a:r>
            <a:r>
              <a:rPr dirty="0" err="1"/>
              <a:t>위험군</a:t>
            </a:r>
            <a:r>
              <a:rPr dirty="0"/>
              <a:t>(TP·FP)을 </a:t>
            </a:r>
            <a:r>
              <a:rPr dirty="0" err="1"/>
              <a:t>각각</a:t>
            </a:r>
            <a:r>
              <a:rPr dirty="0"/>
              <a:t> </a:t>
            </a:r>
            <a:r>
              <a:rPr dirty="0" err="1"/>
              <a:t>정상군</a:t>
            </a:r>
            <a:r>
              <a:rPr dirty="0"/>
              <a:t>(TN)과 </a:t>
            </a:r>
            <a:r>
              <a:rPr dirty="0" err="1"/>
              <a:t>비교하면</a:t>
            </a:r>
            <a:r>
              <a:rPr dirty="0"/>
              <a:t> </a:t>
            </a:r>
            <a:r>
              <a:rPr dirty="0" err="1"/>
              <a:t>뚜렷하게</a:t>
            </a:r>
            <a:r>
              <a:rPr dirty="0"/>
              <a:t> </a:t>
            </a:r>
            <a:r>
              <a:rPr dirty="0" err="1"/>
              <a:t>다릅니다</a:t>
            </a:r>
            <a:r>
              <a:rPr dirty="0"/>
              <a:t>(p&lt;0.01, 각 표 첫 두 줄). </a:t>
            </a:r>
            <a:r>
              <a:rPr dirty="0" err="1"/>
              <a:t>그런데</a:t>
            </a:r>
            <a:r>
              <a:rPr dirty="0"/>
              <a:t> </a:t>
            </a:r>
            <a:r>
              <a:rPr dirty="0" err="1"/>
              <a:t>정작</a:t>
            </a:r>
            <a:r>
              <a:rPr dirty="0"/>
              <a:t> </a:t>
            </a:r>
            <a:r>
              <a:rPr dirty="0" err="1"/>
              <a:t>구별하고</a:t>
            </a:r>
            <a:r>
              <a:rPr dirty="0"/>
              <a:t> </a:t>
            </a:r>
            <a:r>
              <a:rPr dirty="0" err="1"/>
              <a:t>싶은</a:t>
            </a:r>
            <a:r>
              <a:rPr dirty="0"/>
              <a:t> 'TP vs FP'(</a:t>
            </a:r>
            <a:r>
              <a:rPr dirty="0" err="1"/>
              <a:t>진짜</a:t>
            </a:r>
            <a:r>
              <a:rPr dirty="0"/>
              <a:t> </a:t>
            </a:r>
            <a:r>
              <a:rPr dirty="0" err="1"/>
              <a:t>위험군</a:t>
            </a:r>
            <a:r>
              <a:rPr dirty="0"/>
              <a:t> vs </a:t>
            </a:r>
            <a:r>
              <a:rPr dirty="0" err="1"/>
              <a:t>가짜</a:t>
            </a:r>
            <a:r>
              <a:rPr dirty="0"/>
              <a:t> </a:t>
            </a:r>
            <a:r>
              <a:rPr dirty="0" err="1"/>
              <a:t>위험군</a:t>
            </a:r>
            <a:r>
              <a:rPr dirty="0"/>
              <a:t>)는 </a:t>
            </a:r>
            <a:r>
              <a:rPr dirty="0" err="1"/>
              <a:t>강남에서는</a:t>
            </a:r>
            <a:r>
              <a:rPr dirty="0"/>
              <a:t> </a:t>
            </a:r>
            <a:r>
              <a:rPr dirty="0" err="1"/>
              <a:t>원곡선</a:t>
            </a:r>
            <a:r>
              <a:rPr dirty="0"/>
              <a:t>/</a:t>
            </a:r>
            <a:r>
              <a:rPr dirty="0" err="1"/>
              <a:t>기울기</a:t>
            </a:r>
            <a:r>
              <a:rPr dirty="0"/>
              <a:t>/</a:t>
            </a:r>
            <a:r>
              <a:rPr dirty="0" err="1"/>
              <a:t>곡률</a:t>
            </a:r>
            <a:r>
              <a:rPr dirty="0"/>
              <a:t> 셋 다 </a:t>
            </a:r>
            <a:r>
              <a:rPr dirty="0" err="1"/>
              <a:t>유의하지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(p=0.227/0.155/0.199), </a:t>
            </a:r>
            <a:r>
              <a:rPr dirty="0" err="1"/>
              <a:t>신촌에서는</a:t>
            </a:r>
            <a:r>
              <a:rPr dirty="0"/>
              <a:t> </a:t>
            </a:r>
            <a:r>
              <a:rPr dirty="0" err="1"/>
              <a:t>원곡선과</a:t>
            </a:r>
            <a:r>
              <a:rPr dirty="0"/>
              <a:t> </a:t>
            </a:r>
            <a:r>
              <a:rPr dirty="0" err="1"/>
              <a:t>기울기만</a:t>
            </a:r>
            <a:r>
              <a:rPr dirty="0"/>
              <a:t> </a:t>
            </a:r>
            <a:r>
              <a:rPr dirty="0" err="1"/>
              <a:t>약하게</a:t>
            </a:r>
            <a:r>
              <a:rPr dirty="0"/>
              <a:t> </a:t>
            </a:r>
            <a:r>
              <a:rPr dirty="0" err="1"/>
              <a:t>유의합니다</a:t>
            </a:r>
            <a:r>
              <a:rPr dirty="0"/>
              <a:t>(p=0.0175/0.005). '(</a:t>
            </a:r>
            <a:r>
              <a:rPr dirty="0" err="1"/>
              <a:t>psm</a:t>
            </a:r>
            <a:r>
              <a:rPr dirty="0"/>
              <a:t>)' </a:t>
            </a:r>
            <a:r>
              <a:rPr dirty="0" err="1"/>
              <a:t>표시는</a:t>
            </a:r>
            <a:r>
              <a:rPr dirty="0"/>
              <a:t> </a:t>
            </a:r>
            <a:r>
              <a:rPr dirty="0" err="1"/>
              <a:t>성별·나이·키·체중이</a:t>
            </a:r>
            <a:r>
              <a:rPr dirty="0"/>
              <a:t> </a:t>
            </a:r>
            <a:r>
              <a:rPr dirty="0" err="1"/>
              <a:t>비슷한</a:t>
            </a:r>
            <a:r>
              <a:rPr dirty="0"/>
              <a:t> </a:t>
            </a:r>
            <a:r>
              <a:rPr dirty="0" err="1"/>
              <a:t>환자끼리</a:t>
            </a:r>
            <a:r>
              <a:rPr dirty="0"/>
              <a:t> </a:t>
            </a:r>
            <a:r>
              <a:rPr dirty="0" err="1"/>
              <a:t>미리</a:t>
            </a:r>
            <a:r>
              <a:rPr dirty="0"/>
              <a:t> </a:t>
            </a:r>
            <a:r>
              <a:rPr dirty="0" err="1"/>
              <a:t>짝지어</a:t>
            </a:r>
            <a:r>
              <a:rPr dirty="0"/>
              <a:t>(propensity matching) </a:t>
            </a:r>
            <a:r>
              <a:rPr dirty="0" err="1"/>
              <a:t>비교한</a:t>
            </a:r>
            <a:r>
              <a:rPr dirty="0"/>
              <a:t> </a:t>
            </a:r>
            <a:r>
              <a:rPr dirty="0" err="1"/>
              <a:t>결과인데</a:t>
            </a:r>
            <a:r>
              <a:rPr dirty="0"/>
              <a:t>, </a:t>
            </a:r>
            <a:r>
              <a:rPr dirty="0" err="1"/>
              <a:t>짝지은</a:t>
            </a:r>
            <a:r>
              <a:rPr dirty="0"/>
              <a:t> </a:t>
            </a:r>
            <a:r>
              <a:rPr dirty="0" err="1"/>
              <a:t>뒤에도</a:t>
            </a:r>
            <a:r>
              <a:rPr dirty="0"/>
              <a:t> </a:t>
            </a:r>
            <a:r>
              <a:rPr dirty="0" err="1"/>
              <a:t>신촌은</a:t>
            </a:r>
            <a:r>
              <a:rPr dirty="0"/>
              <a:t> </a:t>
            </a:r>
            <a:r>
              <a:rPr dirty="0" err="1"/>
              <a:t>여전히</a:t>
            </a:r>
            <a:r>
              <a:rPr dirty="0"/>
              <a:t> </a:t>
            </a:r>
            <a:r>
              <a:rPr dirty="0" err="1"/>
              <a:t>유의하게</a:t>
            </a:r>
            <a:r>
              <a:rPr dirty="0"/>
              <a:t> </a:t>
            </a:r>
            <a:r>
              <a:rPr dirty="0" err="1"/>
              <a:t>남아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(슬라이드8에서 더 </a:t>
            </a:r>
            <a:r>
              <a:rPr dirty="0" err="1"/>
              <a:t>자세히</a:t>
            </a:r>
            <a:r>
              <a:rPr dirty="0"/>
              <a:t> </a:t>
            </a:r>
            <a:r>
              <a:rPr dirty="0" err="1"/>
              <a:t>다룸</a:t>
            </a:r>
            <a:r>
              <a:rPr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0E2E4-AEC5-C29D-5657-714969E154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085646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TP(True Positive)와 FP(False Positive)의 AEC 곡선을 원본 그대로(매칭 없이) 겹쳐 그린 그림입니다. 슬라이드5에서 본 것처럼 두 곡선이 육안으로도 비슷해 보이고 통계적으로도 뚜렷한 차이가 없습니다(강남 p=0.227, 신촌 p=0.0175로 신촌만 약하게 유의). 즉 AEC 곡선 하나만 봐서는 TP인지 FP인지 구별하기 어렵다는 것을 보여주는 그림입니다.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082605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위 슬라이드와 같은 TP vs FP 비교인데, 이번에는 '성별·나이·키·체중이 비슷한 환자끼리' 미리 짝을 지은 뒤(propensity matching -- 쌍둥이처럼 비슷한 사람끼리 골라 비교하는 방법) 곡선을 비교했습니다. 혹시 '체형 차이' 때문에 곡선이 달라 보이는 착시가 있었던 건 아닌지 확인하기 위해서입니다. 짝을 지은 뒤에도 강남은 여전히 차이가 없고(p=0.983), 신촌은 여전히 약한 차이가 남아 있습니다(p=0.0165) -- 체형 차이 때문에 생긴 착시는 아니라는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0344B-725A-F24C-70BD-475446F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AC708-998B-CF8A-8C87-3767BF180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1B52-3F75-4EE0-B52D-7E29EE64D0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지금까지의 결과를 정리하면, AEC 곡선 하나만으로는(원곡선이든, 요약 지표든, 주성분이든) TP와 FP를 뚜렷하게 구별하기 어렵습니다. 다만 강남과 신촌 결과가 완전히 같지는 않아서(신촌에 미세한 흔적이 남음) 좀 더 정교한 접근이 필요합니다. 다음 단계로는 임상 정보(성별/나이/키/체중)와 AEC 곡선 정보를 딥러닝 모델(멀티모달 구조)로 함께 학습시켜서 사람이 놓칠 수 있는 복합적인 패턴을 잡아낼 수 있는지 시도하고, Stage-1 모델 자체의 성능(AUC)을 높이는 방법도 함께 연구할 계획입니다.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0675F-AB5A-2AC6-A453-932F57D742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392628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36419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20728-737C-849C-4D31-0A16EA20C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C5E37B-DDAC-A92A-C7AB-4B71527EE1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4277A6-CE1F-CE0F-CFC0-DBC9953C1C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TP vs TN(왼쪽 위 표, TP=진짜 위험군 vs TN=정상)과 FP vs TN(오른쪽 아래 표, FP=가짜 위험군 vs TN=정상)의 AEC 곡선을 그림으로 겹쳐 비교한 것입니다. 두 그림 모두 곡선이 눈에 띄게 다르고, 통계 검정도 강남·신촌 둘 다 유의합니다(강남 TP-TN p=0.002, FP-TN p=0.0005 / 신촌 TP-TN p=0.0135, FP-TN p=0.0045). 즉 Positive(TP·FP 모두)와 Negative(TN)는 CT 촬영 조건(AEC)부터가 서로 다르다는 뜻입니다 -- 체형이나 촬영 조건이 근육량과 관련 있기 때문으로 보입니다.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BC6B4-E78A-8CBB-05A9-8C3AEE73D0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707762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AEC </a:t>
            </a:r>
            <a:r>
              <a:rPr dirty="0" err="1"/>
              <a:t>곡선</a:t>
            </a:r>
            <a:r>
              <a:rPr dirty="0"/>
              <a:t> 128개 </a:t>
            </a:r>
            <a:r>
              <a:rPr dirty="0" err="1"/>
              <a:t>지점을</a:t>
            </a:r>
            <a:r>
              <a:rPr dirty="0"/>
              <a:t> </a:t>
            </a:r>
            <a:r>
              <a:rPr dirty="0" err="1"/>
              <a:t>통째로</a:t>
            </a:r>
            <a:r>
              <a:rPr dirty="0"/>
              <a:t> </a:t>
            </a:r>
            <a:r>
              <a:rPr dirty="0" err="1"/>
              <a:t>비교하는</a:t>
            </a:r>
            <a:r>
              <a:rPr dirty="0"/>
              <a:t> </a:t>
            </a:r>
            <a:r>
              <a:rPr dirty="0" err="1"/>
              <a:t>대신</a:t>
            </a:r>
            <a:r>
              <a:rPr dirty="0"/>
              <a:t>, '</a:t>
            </a:r>
            <a:r>
              <a:rPr dirty="0" err="1"/>
              <a:t>곡선의</a:t>
            </a:r>
            <a:r>
              <a:rPr dirty="0"/>
              <a:t> </a:t>
            </a:r>
            <a:r>
              <a:rPr dirty="0" err="1"/>
              <a:t>생김새'를</a:t>
            </a:r>
            <a:r>
              <a:rPr dirty="0"/>
              <a:t> </a:t>
            </a:r>
            <a:r>
              <a:rPr dirty="0" err="1"/>
              <a:t>요약하는</a:t>
            </a:r>
            <a:r>
              <a:rPr dirty="0"/>
              <a:t> 14가지 </a:t>
            </a:r>
            <a:r>
              <a:rPr dirty="0" err="1"/>
              <a:t>숫자</a:t>
            </a:r>
            <a:r>
              <a:rPr dirty="0"/>
              <a:t>(예: </a:t>
            </a:r>
            <a:r>
              <a:rPr dirty="0" err="1"/>
              <a:t>곡선이</a:t>
            </a:r>
            <a:r>
              <a:rPr dirty="0"/>
              <a:t> </a:t>
            </a:r>
            <a:r>
              <a:rPr dirty="0" err="1"/>
              <a:t>얼마나</a:t>
            </a:r>
            <a:r>
              <a:rPr dirty="0"/>
              <a:t> </a:t>
            </a:r>
            <a:r>
              <a:rPr dirty="0" err="1"/>
              <a:t>들쭉날쭉한지</a:t>
            </a:r>
            <a:r>
              <a:rPr dirty="0"/>
              <a:t>, </a:t>
            </a:r>
            <a:r>
              <a:rPr dirty="0" err="1"/>
              <a:t>어디서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높고</a:t>
            </a:r>
            <a:r>
              <a:rPr dirty="0"/>
              <a:t> </a:t>
            </a:r>
            <a:r>
              <a:rPr dirty="0" err="1"/>
              <a:t>낮은지</a:t>
            </a:r>
            <a:r>
              <a:rPr dirty="0"/>
              <a:t>, </a:t>
            </a:r>
            <a:r>
              <a:rPr dirty="0" err="1"/>
              <a:t>앞부분과</a:t>
            </a:r>
            <a:r>
              <a:rPr dirty="0"/>
              <a:t> </a:t>
            </a:r>
            <a:r>
              <a:rPr dirty="0" err="1"/>
              <a:t>뒷부분</a:t>
            </a:r>
            <a:r>
              <a:rPr dirty="0"/>
              <a:t> </a:t>
            </a:r>
            <a:r>
              <a:rPr dirty="0" err="1"/>
              <a:t>기울기가</a:t>
            </a:r>
            <a:r>
              <a:rPr dirty="0"/>
              <a:t> </a:t>
            </a:r>
            <a:r>
              <a:rPr dirty="0" err="1"/>
              <a:t>얼마나</a:t>
            </a:r>
            <a:r>
              <a:rPr dirty="0"/>
              <a:t> </a:t>
            </a:r>
            <a:r>
              <a:rPr dirty="0" err="1"/>
              <a:t>다른지</a:t>
            </a:r>
            <a:r>
              <a:rPr dirty="0"/>
              <a:t> 등)를 </a:t>
            </a:r>
            <a:r>
              <a:rPr dirty="0" err="1"/>
              <a:t>각각</a:t>
            </a:r>
            <a:r>
              <a:rPr dirty="0"/>
              <a:t> </a:t>
            </a:r>
            <a:r>
              <a:rPr dirty="0" err="1"/>
              <a:t>따로</a:t>
            </a:r>
            <a:r>
              <a:rPr dirty="0"/>
              <a:t> </a:t>
            </a:r>
            <a:r>
              <a:rPr dirty="0" err="1"/>
              <a:t>뽑아서</a:t>
            </a:r>
            <a:r>
              <a:rPr dirty="0"/>
              <a:t> </a:t>
            </a:r>
            <a:r>
              <a:rPr dirty="0" err="1"/>
              <a:t>TP와</a:t>
            </a:r>
            <a:r>
              <a:rPr dirty="0"/>
              <a:t> FP </a:t>
            </a:r>
            <a:r>
              <a:rPr dirty="0" err="1"/>
              <a:t>사이에</a:t>
            </a:r>
            <a:r>
              <a:rPr dirty="0"/>
              <a:t> </a:t>
            </a:r>
            <a:r>
              <a:rPr dirty="0" err="1"/>
              <a:t>차이가</a:t>
            </a:r>
            <a:r>
              <a:rPr dirty="0"/>
              <a:t> </a:t>
            </a:r>
            <a:r>
              <a:rPr dirty="0" err="1"/>
              <a:t>있는지</a:t>
            </a:r>
            <a:r>
              <a:rPr dirty="0"/>
              <a:t> </a:t>
            </a:r>
            <a:r>
              <a:rPr dirty="0" err="1"/>
              <a:t>하나하나</a:t>
            </a:r>
            <a:r>
              <a:rPr dirty="0"/>
              <a:t> </a:t>
            </a:r>
            <a:r>
              <a:rPr dirty="0" err="1"/>
              <a:t>검정했습니다</a:t>
            </a:r>
            <a:r>
              <a:rPr dirty="0"/>
              <a:t>. </a:t>
            </a:r>
            <a:r>
              <a:rPr dirty="0" err="1"/>
              <a:t>사람</a:t>
            </a:r>
            <a:r>
              <a:rPr dirty="0"/>
              <a:t> </a:t>
            </a:r>
            <a:r>
              <a:rPr dirty="0" err="1"/>
              <a:t>눈에는</a:t>
            </a:r>
            <a:r>
              <a:rPr dirty="0"/>
              <a:t> 안 </a:t>
            </a:r>
            <a:r>
              <a:rPr dirty="0" err="1"/>
              <a:t>보이는</a:t>
            </a:r>
            <a:r>
              <a:rPr dirty="0"/>
              <a:t> </a:t>
            </a:r>
            <a:r>
              <a:rPr dirty="0" err="1"/>
              <a:t>미세한</a:t>
            </a:r>
            <a:r>
              <a:rPr dirty="0"/>
              <a:t> </a:t>
            </a:r>
            <a:r>
              <a:rPr dirty="0" err="1"/>
              <a:t>형태</a:t>
            </a:r>
            <a:r>
              <a:rPr dirty="0"/>
              <a:t> </a:t>
            </a:r>
            <a:r>
              <a:rPr dirty="0" err="1"/>
              <a:t>차이를</a:t>
            </a:r>
            <a:r>
              <a:rPr dirty="0"/>
              <a:t> </a:t>
            </a:r>
            <a:r>
              <a:rPr dirty="0" err="1"/>
              <a:t>잡아낼</a:t>
            </a:r>
            <a:r>
              <a:rPr dirty="0"/>
              <a:t> </a:t>
            </a:r>
            <a:r>
              <a:rPr dirty="0" err="1"/>
              <a:t>수도</a:t>
            </a:r>
            <a:r>
              <a:rPr dirty="0"/>
              <a:t> </a:t>
            </a:r>
            <a:r>
              <a:rPr dirty="0" err="1"/>
              <a:t>있다는</a:t>
            </a:r>
            <a:r>
              <a:rPr dirty="0"/>
              <a:t> </a:t>
            </a:r>
            <a:r>
              <a:rPr dirty="0" err="1"/>
              <a:t>생각에서입니다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주의할</a:t>
            </a:r>
            <a:r>
              <a:rPr dirty="0"/>
              <a:t> 점: </a:t>
            </a:r>
            <a:r>
              <a:rPr dirty="0" err="1"/>
              <a:t>검정을</a:t>
            </a:r>
            <a:r>
              <a:rPr dirty="0"/>
              <a:t> 한 </a:t>
            </a:r>
            <a:r>
              <a:rPr dirty="0" err="1"/>
              <a:t>번만</a:t>
            </a:r>
            <a:r>
              <a:rPr dirty="0"/>
              <a:t> </a:t>
            </a:r>
            <a:r>
              <a:rPr dirty="0" err="1"/>
              <a:t>하면</a:t>
            </a:r>
            <a:r>
              <a:rPr dirty="0"/>
              <a:t> </a:t>
            </a:r>
            <a:r>
              <a:rPr dirty="0" err="1"/>
              <a:t>우연히</a:t>
            </a:r>
            <a:r>
              <a:rPr dirty="0"/>
              <a:t> </a:t>
            </a:r>
            <a:r>
              <a:rPr dirty="0" err="1"/>
              <a:t>유의하게</a:t>
            </a:r>
            <a:r>
              <a:rPr dirty="0"/>
              <a:t> </a:t>
            </a:r>
            <a:r>
              <a:rPr dirty="0" err="1"/>
              <a:t>나올</a:t>
            </a:r>
            <a:r>
              <a:rPr dirty="0"/>
              <a:t> </a:t>
            </a:r>
            <a:r>
              <a:rPr dirty="0" err="1"/>
              <a:t>확률이</a:t>
            </a:r>
            <a:r>
              <a:rPr dirty="0"/>
              <a:t> 5%지만, </a:t>
            </a:r>
            <a:r>
              <a:rPr dirty="0" err="1"/>
              <a:t>여기서는</a:t>
            </a:r>
            <a:r>
              <a:rPr dirty="0"/>
              <a:t> 14개(+</a:t>
            </a:r>
            <a:r>
              <a:rPr dirty="0" err="1"/>
              <a:t>비교용</a:t>
            </a:r>
            <a:r>
              <a:rPr dirty="0"/>
              <a:t> clinic </a:t>
            </a:r>
            <a:r>
              <a:rPr dirty="0" err="1"/>
              <a:t>변수</a:t>
            </a:r>
            <a:r>
              <a:rPr dirty="0"/>
              <a:t> 4개=18개)를 </a:t>
            </a:r>
            <a:r>
              <a:rPr dirty="0" err="1"/>
              <a:t>한꺼번에</a:t>
            </a:r>
            <a:r>
              <a:rPr dirty="0"/>
              <a:t> </a:t>
            </a:r>
            <a:r>
              <a:rPr dirty="0" err="1"/>
              <a:t>검정하기</a:t>
            </a:r>
            <a:r>
              <a:rPr dirty="0"/>
              <a:t> </a:t>
            </a:r>
            <a:r>
              <a:rPr dirty="0" err="1"/>
              <a:t>때문에</a:t>
            </a:r>
            <a:r>
              <a:rPr dirty="0"/>
              <a:t>, </a:t>
            </a:r>
            <a:r>
              <a:rPr dirty="0" err="1"/>
              <a:t>개별</a:t>
            </a:r>
            <a:r>
              <a:rPr dirty="0"/>
              <a:t> p&lt;0.05만 </a:t>
            </a:r>
            <a:r>
              <a:rPr dirty="0" err="1"/>
              <a:t>보면</a:t>
            </a:r>
            <a:r>
              <a:rPr dirty="0"/>
              <a:t> </a:t>
            </a:r>
            <a:r>
              <a:rPr dirty="0" err="1"/>
              <a:t>우연히</a:t>
            </a:r>
            <a:r>
              <a:rPr dirty="0"/>
              <a:t> 몇 </a:t>
            </a:r>
            <a:r>
              <a:rPr dirty="0" err="1"/>
              <a:t>개는</a:t>
            </a:r>
            <a:r>
              <a:rPr dirty="0"/>
              <a:t> '</a:t>
            </a:r>
            <a:r>
              <a:rPr dirty="0" err="1"/>
              <a:t>유의'하게</a:t>
            </a:r>
            <a:r>
              <a:rPr dirty="0"/>
              <a:t> </a:t>
            </a:r>
            <a:r>
              <a:rPr dirty="0" err="1"/>
              <a:t>나올</a:t>
            </a:r>
            <a:r>
              <a:rPr dirty="0"/>
              <a:t> </a:t>
            </a:r>
            <a:r>
              <a:rPr dirty="0" err="1"/>
              <a:t>수밖에</a:t>
            </a:r>
            <a:r>
              <a:rPr dirty="0"/>
              <a:t> </a:t>
            </a:r>
            <a:r>
              <a:rPr dirty="0" err="1"/>
              <a:t>없습니다</a:t>
            </a:r>
            <a:r>
              <a:rPr dirty="0"/>
              <a:t>(</a:t>
            </a:r>
            <a:r>
              <a:rPr dirty="0" err="1"/>
              <a:t>로또를</a:t>
            </a:r>
            <a:r>
              <a:rPr dirty="0"/>
              <a:t> 18번 </a:t>
            </a:r>
            <a:r>
              <a:rPr dirty="0" err="1"/>
              <a:t>사면</a:t>
            </a:r>
            <a:r>
              <a:rPr dirty="0"/>
              <a:t> </a:t>
            </a:r>
            <a:r>
              <a:rPr dirty="0" err="1"/>
              <a:t>그럴듯한</a:t>
            </a:r>
            <a:r>
              <a:rPr dirty="0"/>
              <a:t> 게 </a:t>
            </a:r>
            <a:r>
              <a:rPr dirty="0" err="1"/>
              <a:t>하나쯤은</a:t>
            </a:r>
            <a:r>
              <a:rPr dirty="0"/>
              <a:t> </a:t>
            </a:r>
            <a:r>
              <a:rPr dirty="0" err="1"/>
              <a:t>나오는</a:t>
            </a:r>
            <a:r>
              <a:rPr dirty="0"/>
              <a:t> </a:t>
            </a:r>
            <a:r>
              <a:rPr dirty="0" err="1"/>
              <a:t>것과</a:t>
            </a:r>
            <a:r>
              <a:rPr dirty="0"/>
              <a:t> </a:t>
            </a:r>
            <a:r>
              <a:rPr dirty="0" err="1"/>
              <a:t>비슷한</a:t>
            </a:r>
            <a:r>
              <a:rPr dirty="0"/>
              <a:t> </a:t>
            </a:r>
            <a:r>
              <a:rPr dirty="0" err="1"/>
              <a:t>이치</a:t>
            </a:r>
            <a:r>
              <a:rPr dirty="0"/>
              <a:t>). 이 '</a:t>
            </a:r>
            <a:r>
              <a:rPr dirty="0" err="1"/>
              <a:t>우연히</a:t>
            </a:r>
            <a:r>
              <a:rPr dirty="0"/>
              <a:t> </a:t>
            </a:r>
            <a:r>
              <a:rPr dirty="0" err="1"/>
              <a:t>유의해</a:t>
            </a:r>
            <a:r>
              <a:rPr dirty="0"/>
              <a:t> </a:t>
            </a:r>
            <a:r>
              <a:rPr dirty="0" err="1"/>
              <a:t>보이는</a:t>
            </a:r>
            <a:r>
              <a:rPr dirty="0"/>
              <a:t> </a:t>
            </a:r>
            <a:r>
              <a:rPr dirty="0" err="1"/>
              <a:t>것'을</a:t>
            </a:r>
            <a:r>
              <a:rPr dirty="0"/>
              <a:t> </a:t>
            </a:r>
            <a:r>
              <a:rPr dirty="0" err="1"/>
              <a:t>걸러내는</a:t>
            </a:r>
            <a:r>
              <a:rPr dirty="0"/>
              <a:t> </a:t>
            </a:r>
            <a:r>
              <a:rPr dirty="0" err="1"/>
              <a:t>보정된</a:t>
            </a:r>
            <a:r>
              <a:rPr dirty="0"/>
              <a:t> </a:t>
            </a:r>
            <a:r>
              <a:rPr dirty="0" err="1"/>
              <a:t>기준이</a:t>
            </a:r>
            <a:r>
              <a:rPr dirty="0"/>
              <a:t> q-</a:t>
            </a:r>
            <a:r>
              <a:rPr dirty="0" err="1"/>
              <a:t>value입니다</a:t>
            </a:r>
            <a:r>
              <a:rPr dirty="0"/>
              <a:t>. q&lt;0.05는 '이 </a:t>
            </a:r>
            <a:r>
              <a:rPr dirty="0" err="1"/>
              <a:t>안에서</a:t>
            </a:r>
            <a:r>
              <a:rPr dirty="0"/>
              <a:t> </a:t>
            </a:r>
            <a:r>
              <a:rPr dirty="0" err="1"/>
              <a:t>유의하다고</a:t>
            </a:r>
            <a:r>
              <a:rPr dirty="0"/>
              <a:t> </a:t>
            </a:r>
            <a:r>
              <a:rPr dirty="0" err="1"/>
              <a:t>뽑은</a:t>
            </a:r>
            <a:r>
              <a:rPr dirty="0"/>
              <a:t> </a:t>
            </a:r>
            <a:r>
              <a:rPr dirty="0" err="1"/>
              <a:t>것들</a:t>
            </a:r>
            <a:r>
              <a:rPr dirty="0"/>
              <a:t> 중 </a:t>
            </a:r>
            <a:r>
              <a:rPr dirty="0" err="1"/>
              <a:t>실제로</a:t>
            </a:r>
            <a:r>
              <a:rPr dirty="0"/>
              <a:t> </a:t>
            </a:r>
            <a:r>
              <a:rPr dirty="0" err="1"/>
              <a:t>우연이</a:t>
            </a:r>
            <a:r>
              <a:rPr dirty="0"/>
              <a:t> </a:t>
            </a:r>
            <a:r>
              <a:rPr dirty="0" err="1"/>
              <a:t>섞여</a:t>
            </a:r>
            <a:r>
              <a:rPr dirty="0"/>
              <a:t> </a:t>
            </a:r>
            <a:r>
              <a:rPr dirty="0" err="1"/>
              <a:t>있을</a:t>
            </a:r>
            <a:r>
              <a:rPr dirty="0"/>
              <a:t> </a:t>
            </a:r>
            <a:r>
              <a:rPr dirty="0" err="1"/>
              <a:t>비율이</a:t>
            </a:r>
            <a:r>
              <a:rPr dirty="0"/>
              <a:t> 5% </a:t>
            </a:r>
            <a:r>
              <a:rPr dirty="0" err="1"/>
              <a:t>이하로</a:t>
            </a:r>
            <a:r>
              <a:rPr dirty="0"/>
              <a:t> </a:t>
            </a:r>
            <a:r>
              <a:rPr dirty="0" err="1"/>
              <a:t>통제된</a:t>
            </a:r>
            <a:r>
              <a:rPr dirty="0"/>
              <a:t> </a:t>
            </a:r>
            <a:r>
              <a:rPr dirty="0" err="1"/>
              <a:t>상태'라는</a:t>
            </a:r>
            <a:r>
              <a:rPr dirty="0"/>
              <a:t> </a:t>
            </a:r>
            <a:r>
              <a:rPr dirty="0" err="1"/>
              <a:t>뜻으로</a:t>
            </a:r>
            <a:r>
              <a:rPr dirty="0"/>
              <a:t>, </a:t>
            </a:r>
            <a:r>
              <a:rPr dirty="0" err="1"/>
              <a:t>개별</a:t>
            </a:r>
            <a:r>
              <a:rPr dirty="0"/>
              <a:t> p-</a:t>
            </a:r>
            <a:r>
              <a:rPr dirty="0" err="1"/>
              <a:t>value보다</a:t>
            </a:r>
            <a:r>
              <a:rPr dirty="0"/>
              <a:t> 더 </a:t>
            </a:r>
            <a:r>
              <a:rPr dirty="0" err="1"/>
              <a:t>엄격하고</a:t>
            </a:r>
            <a:r>
              <a:rPr dirty="0"/>
              <a:t> </a:t>
            </a:r>
            <a:r>
              <a:rPr dirty="0" err="1"/>
              <a:t>믿을</a:t>
            </a:r>
            <a:r>
              <a:rPr dirty="0"/>
              <a:t> </a:t>
            </a:r>
            <a:r>
              <a:rPr dirty="0" err="1"/>
              <a:t>만한</a:t>
            </a:r>
            <a:r>
              <a:rPr dirty="0"/>
              <a:t> </a:t>
            </a:r>
            <a:r>
              <a:rPr dirty="0" err="1"/>
              <a:t>기준입니다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결과</a:t>
            </a:r>
            <a:r>
              <a:rPr dirty="0"/>
              <a:t>: raw(</a:t>
            </a:r>
            <a:r>
              <a:rPr dirty="0" err="1"/>
              <a:t>원표본</a:t>
            </a:r>
            <a:r>
              <a:rPr dirty="0"/>
              <a:t>) / matched(</a:t>
            </a:r>
            <a:r>
              <a:rPr dirty="0" err="1"/>
              <a:t>비슷한</a:t>
            </a:r>
            <a:r>
              <a:rPr dirty="0"/>
              <a:t> </a:t>
            </a:r>
            <a:r>
              <a:rPr dirty="0" err="1"/>
              <a:t>환자끼리</a:t>
            </a:r>
            <a:r>
              <a:rPr dirty="0"/>
              <a:t> </a:t>
            </a:r>
            <a:r>
              <a:rPr dirty="0" err="1"/>
              <a:t>매칭</a:t>
            </a:r>
            <a:r>
              <a:rPr dirty="0"/>
              <a:t>) / </a:t>
            </a:r>
            <a:r>
              <a:rPr dirty="0" err="1"/>
              <a:t>residualized</a:t>
            </a:r>
            <a:r>
              <a:rPr dirty="0"/>
              <a:t>(</a:t>
            </a:r>
            <a:r>
              <a:rPr dirty="0" err="1"/>
              <a:t>체형</a:t>
            </a:r>
            <a:r>
              <a:rPr dirty="0"/>
              <a:t> </a:t>
            </a:r>
            <a:r>
              <a:rPr dirty="0" err="1"/>
              <a:t>영향을</a:t>
            </a:r>
            <a:r>
              <a:rPr dirty="0"/>
              <a:t> </a:t>
            </a:r>
            <a:r>
              <a:rPr dirty="0" err="1"/>
              <a:t>통계적으로</a:t>
            </a:r>
            <a:r>
              <a:rPr dirty="0"/>
              <a:t> </a:t>
            </a:r>
            <a:r>
              <a:rPr dirty="0" err="1"/>
              <a:t>미리</a:t>
            </a:r>
            <a:r>
              <a:rPr dirty="0"/>
              <a:t> </a:t>
            </a:r>
            <a:r>
              <a:rPr dirty="0" err="1"/>
              <a:t>빼고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) 세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방법</a:t>
            </a:r>
            <a:r>
              <a:rPr dirty="0"/>
              <a:t>, </a:t>
            </a:r>
            <a:r>
              <a:rPr dirty="0" err="1"/>
              <a:t>강남·신촌</a:t>
            </a:r>
            <a:r>
              <a:rPr dirty="0"/>
              <a:t> 두 </a:t>
            </a:r>
            <a:r>
              <a:rPr dirty="0" err="1"/>
              <a:t>코호트</a:t>
            </a:r>
            <a:r>
              <a:rPr dirty="0"/>
              <a:t>, 84번의 </a:t>
            </a:r>
            <a:r>
              <a:rPr dirty="0" err="1"/>
              <a:t>검정</a:t>
            </a:r>
            <a:r>
              <a:rPr dirty="0"/>
              <a:t>(14개 feature x 3방법 x 2코호트) </a:t>
            </a:r>
            <a:r>
              <a:rPr dirty="0" err="1"/>
              <a:t>전부</a:t>
            </a:r>
            <a:r>
              <a:rPr dirty="0"/>
              <a:t> q-value </a:t>
            </a:r>
            <a:r>
              <a:rPr dirty="0" err="1"/>
              <a:t>기준으로는</a:t>
            </a:r>
            <a:r>
              <a:rPr dirty="0"/>
              <a:t> </a:t>
            </a:r>
            <a:r>
              <a:rPr dirty="0" err="1"/>
              <a:t>유의한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하나도</a:t>
            </a:r>
            <a:r>
              <a:rPr dirty="0"/>
              <a:t> </a:t>
            </a:r>
            <a:r>
              <a:rPr dirty="0" err="1"/>
              <a:t>없었습니다</a:t>
            </a:r>
            <a:r>
              <a:rPr dirty="0"/>
              <a:t>(0/84). </a:t>
            </a:r>
            <a:r>
              <a:rPr dirty="0" err="1"/>
              <a:t>보정</a:t>
            </a:r>
            <a:r>
              <a:rPr dirty="0"/>
              <a:t> 전 p&lt;0.05만 </a:t>
            </a:r>
            <a:r>
              <a:rPr dirty="0" err="1"/>
              <a:t>보면</a:t>
            </a:r>
            <a:r>
              <a:rPr dirty="0"/>
              <a:t> </a:t>
            </a:r>
            <a:r>
              <a:rPr dirty="0" err="1"/>
              <a:t>조합마다</a:t>
            </a:r>
            <a:r>
              <a:rPr dirty="0"/>
              <a:t> 0~3개씩 </a:t>
            </a:r>
            <a:r>
              <a:rPr dirty="0" err="1"/>
              <a:t>나오지만</a:t>
            </a:r>
            <a:r>
              <a:rPr dirty="0"/>
              <a:t>, </a:t>
            </a:r>
            <a:r>
              <a:rPr dirty="0" err="1"/>
              <a:t>매번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지표가</a:t>
            </a:r>
            <a:r>
              <a:rPr dirty="0"/>
              <a:t> </a:t>
            </a:r>
            <a:r>
              <a:rPr dirty="0" err="1"/>
              <a:t>걸리고</a:t>
            </a:r>
            <a:r>
              <a:rPr dirty="0"/>
              <a:t> </a:t>
            </a:r>
            <a:r>
              <a:rPr dirty="0" err="1"/>
              <a:t>보정하면</a:t>
            </a:r>
            <a:r>
              <a:rPr dirty="0"/>
              <a:t> </a:t>
            </a:r>
            <a:r>
              <a:rPr dirty="0" err="1"/>
              <a:t>사라지므로</a:t>
            </a:r>
            <a:r>
              <a:rPr dirty="0"/>
              <a:t> '</a:t>
            </a:r>
            <a:r>
              <a:rPr dirty="0" err="1"/>
              <a:t>진짜</a:t>
            </a:r>
            <a:r>
              <a:rPr dirty="0"/>
              <a:t> </a:t>
            </a:r>
            <a:r>
              <a:rPr dirty="0" err="1"/>
              <a:t>신호'가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'</a:t>
            </a:r>
            <a:r>
              <a:rPr dirty="0" err="1"/>
              <a:t>우연'으로</a:t>
            </a:r>
            <a:r>
              <a:rPr dirty="0"/>
              <a:t> </a:t>
            </a:r>
            <a:r>
              <a:rPr dirty="0" err="1"/>
              <a:t>판단합니다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508424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강남 데이터에서 14개 곡선-형태 지표 각각의 p-value를 막대그래프로 그린 그림입니다(왼쪽부터 원표본/매칭/체형보정 3가지 방법). 막대가 길수록(오른쪽으로 갈수록) '우연이 아닐 가능성'이 높다는 뜻이고, 점선(p=0.05 위치)을 넘어야 최소한의 기준을 만족합니다. 강남은 3가지 방법 모두에서 진짜로 믿을 만한 차이(q&lt;0.05)가 하나도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75994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신촌 데이터의 같은 그림입니다. 강남과 마찬가지로 14개 지표 중 진짜로 믿을 만한 차이(q&lt;0.05)는 없습니다. 다만 슬라이드5에서 봤던 '신촌은 원곡선 전체로 보면 약하게 차이가 남아있다'는 결과와는 대비됩니다 -- 곡선을 14개 요약 지표로 압축해서 보면 그 미세한 차이가 사라진다는 뜻으로, 특정한 하나의 형태 특징으로 설명되는 게 아니라 곡선 전체에 아주 옅게 퍼져 있는 잡음에 가깝다는 뜻일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756713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사람이 직접 정의한 14개 지표 말고, 이번에는 컴퓨터가 데이터를 보고 스스로 '가장 차이가 많이 나는 방향'을 찾아내는 방법(PCA, 주성분분석)으로도 같은 질문(TP와 FP 곡선이 다른가)을 확인했습니다. 128개 구간짜리 곡선을 5개의 숫자(주성분 1~5)로 압축했는데, 이 5개만으로도 원래 곡선 정보의 대부분(원곡선 기준 96.8%, 체형보정 곡선 기준 94.7%)을 담고 있습니다.</a:t>
            </a:r>
          </a:p>
          <a:p>
            <a:endParaRPr/>
          </a:p>
          <a:p>
            <a:r>
              <a:t>결과: 강남은 이번에도 15번의 검정(주성분 5개 x 3가지 방법) 전부 믿을 만한 차이가 없었습니다. 신촌은 원표본과 매칭 방법에서는 역시 차이가 없었지만, '체형 영향을 미리 뺀' 방법에서만 주성분 1번 하나가 아슬아슬하게 기준을 넘었습니다(q=0.045, 기준 0.05보다 살짝 낮음). 다만 이 차이의 크기 자체는 작고(효과크기 작음), 신촌 표본이 커서(TP 131명, FP 398명) 작은 차이도 통계적으로 잡힌 것으로 보입니다. 즉 강남은 어떤 방법으로 봐도 깨끗하게 차이가 없고, 신촌은 아주 미세하고 일관되지 않은 흔적만 남아있는 정도입니다.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207283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강남의 주성분별 p-value 그림입니다. 5개 주성분 x 3가지 방법 모두에서 믿을 만한 차이가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560537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신촌의 같은 그림입니다. 원표본과 매칭 방법에서는 주성분 1번이 점선(p=0.05)을 살짝 넘지만 보정 후에는 유의하지 않고, '체형 영향을 미리 뺀' 방법에서만 주성분 1번이 보정 후에도 살짝 유의합니다(그림에서 'q&lt;0.05' 표시가 붙은 유일한 막대).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660724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 슬라이드는 AEC 정보를 딥러닝(CNN)에 넣어 만든 Stage-2 모델의 실제 성능을 보여줍니다. 비교 대상(대조군)은 AEC 없이 그냥 기준선만 재조정한 경우(threshold-shift only)입니다 -- AEC가 정말 도움이 되는지, 아니면 기준선만 바꿔도 비슷한 효과가 나는지 확인하기 위해서입니다.</a:t>
            </a:r>
          </a:p>
          <a:p>
            <a:endParaRPr/>
          </a:p>
          <a:p>
            <a:r>
              <a:t>Net NRI(순재분류개선지수)는 기존보다 올바르게 재분류된 사람 수 - 잘못 재분류된 사람 수로, 클수록 좋습니다. spec p-value는 Specificity(특이도) 개선이 우연이 아닌지 검정한 값(전부 매우 작아 확실히 유의). n_deesc는 Positive(위험군)에서 Negative(정상군)로 재분류된(de-escalate, 불필요한 정밀검사를 피한) 사람 수입니다.</a:t>
            </a:r>
          </a:p>
          <a:p>
            <a:endParaRPr/>
          </a:p>
          <a:p>
            <a:r>
              <a:t>자체 학습 결과(위 표): 신촌에서는 AEC-CNN(+86명 개선)이 기준선 조정만 한 경우(+63명)보다 확실히 낫지만, 강남에서는 오히려 기준선 조정(+77명)이 AEC-CNN(+70명)보다 낫습니다 -- 코호트마다 결과가 반대로 나옵니다. 두 코호트 모두 전체 모델 구별력(AUC)은 Stage-1보다 유의하게 좋아지지 않았습니다(오히려 아주 조금 떨어졌지만 통계적으로는 차이 없음, DeLong 검정).</a:t>
            </a:r>
          </a:p>
          <a:p>
            <a:endParaRPr/>
          </a:p>
          <a:p>
            <a:r>
              <a:t>다른 병원에 그대로 적용한 결과(아래 표, external transfer): 신촌에서 학습해 강남에 적용하면 개선 폭(+95명)은 가장 크지만, Sensitivity(민감도, 위험군을 잡아내는 능력)가 너무 떨어져서 '기존보다 나쁘지 않다'는 안전성 검정(NI test)을 통과하지 못했습니다(FAIL) -- 숫자만 보면 좋아 보이지만 실제로는 위험한 결과입니다. AUC도 유의하게 떨어졌습니다(p=0.010). 반대로 강남에서 학습해 신촌에 적용한 경우는 안전성 검정을 통과했습니다(PASS).</a:t>
            </a:r>
          </a:p>
          <a:p>
            <a:endParaRPr/>
          </a:p>
          <a:p>
            <a:r>
              <a:t>강남 데이터에서 AEC-CNN 자체의 구별력(자체 검증 AUC)이 0.52로 거의 '동전 던지기' 수준이었는데, 이는 슬라이드7에서 봤던 '강남은 원곡선 자체에서 TP-FP 차이가 유의하지 않았다(p=0.227)'는 결과와 일치합니다 -- 애초에 강남 AEC 곡선에는 구별할 신호 자체가 거의 없었다는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Comparison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of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AECs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between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groups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after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low-smi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classification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with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clinic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data</a:t>
            </a:r>
            <a:endParaRPr sz="2400" b="1" dirty="0">
              <a:solidFill>
                <a:schemeClr val="bg1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2026. 07. 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24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26C0-E69E-C194-4D15-4398B972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3FC9-B52B-FBE4-B31A-9F4816FDE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1B16767E-149D-831B-AF7B-A6F405D5B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999" y="901700"/>
            <a:ext cx="11176000" cy="1905000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Clinic 4</a:t>
            </a:r>
            <a:r>
              <a:rPr lang="ko-KR" altLang="en-US" dirty="0"/>
              <a:t>개 변수</a:t>
            </a:r>
            <a:r>
              <a:rPr lang="en-US" altLang="ko-KR" dirty="0"/>
              <a:t>(Sex, Age, Height, Weight)</a:t>
            </a:r>
            <a:r>
              <a:rPr lang="ko-KR" altLang="en-US" dirty="0"/>
              <a:t>로 성별별 </a:t>
            </a:r>
            <a:r>
              <a:rPr lang="en-US" altLang="ko-KR" dirty="0"/>
              <a:t>low-SMI </a:t>
            </a:r>
            <a:r>
              <a:rPr lang="ko-KR" altLang="en-US" dirty="0"/>
              <a:t>분류 </a:t>
            </a:r>
            <a:r>
              <a:rPr lang="en-US" altLang="ko-KR" dirty="0"/>
              <a:t>(M: </a:t>
            </a:r>
            <a:r>
              <a:rPr lang="en-US" altLang="ko-KR" dirty="0" err="1"/>
              <a:t>smi</a:t>
            </a:r>
            <a:r>
              <a:rPr lang="en-US" altLang="ko-KR" dirty="0"/>
              <a:t> &lt; 45.4, F: </a:t>
            </a:r>
            <a:r>
              <a:rPr lang="en-US" altLang="ko-KR" dirty="0" err="1"/>
              <a:t>smi</a:t>
            </a:r>
            <a:r>
              <a:rPr lang="en-US" altLang="ko-KR" dirty="0"/>
              <a:t> &lt; 34.4)</a:t>
            </a:r>
          </a:p>
          <a:p>
            <a:r>
              <a:rPr lang="en-US" altLang="ko-KR" dirty="0"/>
              <a:t>AUC internal 0.828 / external 0.835</a:t>
            </a:r>
          </a:p>
          <a:p>
            <a:r>
              <a:rPr lang="en-US" altLang="ko-KR" dirty="0"/>
              <a:t>Sensitivity 90%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컷오프로 </a:t>
            </a:r>
            <a:r>
              <a:rPr lang="en-US" altLang="ko-KR" dirty="0"/>
              <a:t>Confusion Matrix </a:t>
            </a:r>
            <a:r>
              <a:rPr lang="ko-KR" altLang="en-US" dirty="0"/>
              <a:t>확인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C264B1-4288-3E34-F029-AF4C93DB4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298" y="2857500"/>
            <a:ext cx="7109401" cy="341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5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D39F-82A4-2062-A90D-98DE675F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C404-E574-98DE-4895-973685A1D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C3B1D46-CDA6-7CAD-8EE8-C21EE46A3916}"/>
              </a:ext>
            </a:extLst>
          </p:cNvPr>
          <p:cNvGraphicFramePr>
            <a:graphicFrameLocks noGrp="1"/>
          </p:cNvGraphicFramePr>
          <p:nvPr/>
        </p:nvGraphicFramePr>
        <p:xfrm>
          <a:off x="2391145" y="1421554"/>
          <a:ext cx="7409710" cy="1483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481942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448035793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FP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FP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85%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19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350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337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90%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447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398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582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529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C178735-E09B-D874-3F88-A1E9C45D0F9E}"/>
              </a:ext>
            </a:extLst>
          </p:cNvPr>
          <p:cNvGraphicFramePr>
            <a:graphicFrameLocks noGrp="1"/>
          </p:cNvGraphicFramePr>
          <p:nvPr/>
        </p:nvGraphicFramePr>
        <p:xfrm>
          <a:off x="1191369" y="3312042"/>
          <a:ext cx="9809262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92558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2340936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2711303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2764465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 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ΔFN (</a:t>
                      </a:r>
                      <a:r>
                        <a:rPr lang="ko-KR" altLang="en-US" sz="1400" dirty="0"/>
                        <a:t>놓치는 환자 감소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ΔFP (</a:t>
                      </a:r>
                      <a:r>
                        <a:rPr lang="ko-KR" altLang="en-US" sz="1400" dirty="0"/>
                        <a:t>불필요 정밀검사 증가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FN 1</a:t>
                      </a:r>
                      <a:r>
                        <a:rPr lang="ko-KR" altLang="en-US" sz="1400" dirty="0"/>
                        <a:t>명 줄이는데 드는 </a:t>
                      </a:r>
                      <a:r>
                        <a:rPr lang="en-US" altLang="ko-KR" sz="1400" dirty="0"/>
                        <a:t>FP </a:t>
                      </a:r>
                      <a:r>
                        <a:rPr lang="ko-KR" altLang="en-US" sz="1400" dirty="0"/>
                        <a:t>비용</a:t>
                      </a: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+97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13.9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+61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8.7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+135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22.5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5663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26.2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0087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CB61D-7E64-8CF1-E551-B99C0CF23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B451F-E3AA-9A58-2DD0-035C12DCB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pic>
        <p:nvPicPr>
          <p:cNvPr id="12" name="Picture 11" descr="clinical_only_confusion_matrix_sens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564" y="992773"/>
            <a:ext cx="10432872" cy="5216436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628EAB-B760-F1BF-B989-BB10B23CA891}"/>
              </a:ext>
            </a:extLst>
          </p:cNvPr>
          <p:cNvSpPr/>
          <p:nvPr/>
        </p:nvSpPr>
        <p:spPr>
          <a:xfrm>
            <a:off x="2116183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66C5FC-2E65-1CFE-A413-1C916FE5DEE4}"/>
              </a:ext>
            </a:extLst>
          </p:cNvPr>
          <p:cNvSpPr/>
          <p:nvPr/>
        </p:nvSpPr>
        <p:spPr>
          <a:xfrm>
            <a:off x="7271657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176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235E1-990A-B61D-C2FB-0E5F237E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5B1E2-F9E7-3B5D-A7E2-C46DA9E96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672E8-387A-B761-2D48-323AA293B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그룹 간 </a:t>
            </a:r>
            <a:r>
              <a:rPr lang="en-US" altLang="ko-KR" b="1" dirty="0"/>
              <a:t>p / </a:t>
            </a:r>
            <a:r>
              <a:rPr lang="en-US" altLang="ko-KR" b="1" dirty="0" err="1"/>
              <a:t>dp</a:t>
            </a:r>
            <a:r>
              <a:rPr lang="ko-KR" altLang="en-US" b="1" dirty="0"/>
              <a:t> </a:t>
            </a:r>
            <a:r>
              <a:rPr lang="en-US" altLang="ko-KR" b="1" dirty="0"/>
              <a:t>/ d2p </a:t>
            </a:r>
            <a:r>
              <a:rPr lang="ko-KR" altLang="en-US" b="1" dirty="0"/>
              <a:t>곡선 비교</a:t>
            </a:r>
            <a:endParaRPr b="1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EA819FF-824A-52D4-3A7F-A3DF216AF6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271731"/>
              </p:ext>
            </p:extLst>
          </p:nvPr>
        </p:nvGraphicFramePr>
        <p:xfrm>
          <a:off x="1312092" y="1574800"/>
          <a:ext cx="9567816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91954">
                  <a:extLst>
                    <a:ext uri="{9D8B030D-6E8A-4147-A177-3AD203B41FA5}">
                      <a16:colId xmlns:a16="http://schemas.microsoft.com/office/drawing/2014/main" val="380248596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2374354257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983427934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13888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비교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강남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p (raw)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dp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 (1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d2p (2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282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FP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RMSD=0.0287,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RMSD=0.0021, p=0.0005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RMSD=0.0004,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36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RMSD=0.0325,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=0.002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RMSD=0.0026, p=0.0005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=0.0005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124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RMSD=0.0155,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=0.227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RMSD=0.0012,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=0.155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=0.199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725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 (</a:t>
                      </a:r>
                      <a:r>
                        <a:rPr lang="en-US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psm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RMSD=0.0057,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=0.983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RMSD=0.0009,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=0.982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=0.478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28031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93DC214-F213-AB61-FBB1-2D265A00B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5125605"/>
              </p:ext>
            </p:extLst>
          </p:nvPr>
        </p:nvGraphicFramePr>
        <p:xfrm>
          <a:off x="1312092" y="3767667"/>
          <a:ext cx="9567816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85989">
                  <a:extLst>
                    <a:ext uri="{9D8B030D-6E8A-4147-A177-3AD203B41FA5}">
                      <a16:colId xmlns:a16="http://schemas.microsoft.com/office/drawing/2014/main" val="380248596"/>
                    </a:ext>
                  </a:extLst>
                </a:gridCol>
                <a:gridCol w="2385989">
                  <a:extLst>
                    <a:ext uri="{9D8B030D-6E8A-4147-A177-3AD203B41FA5}">
                      <a16:colId xmlns:a16="http://schemas.microsoft.com/office/drawing/2014/main" val="2374354257"/>
                    </a:ext>
                  </a:extLst>
                </a:gridCol>
                <a:gridCol w="2385989">
                  <a:extLst>
                    <a:ext uri="{9D8B030D-6E8A-4147-A177-3AD203B41FA5}">
                      <a16:colId xmlns:a16="http://schemas.microsoft.com/office/drawing/2014/main" val="983427934"/>
                    </a:ext>
                  </a:extLst>
                </a:gridCol>
                <a:gridCol w="2409849">
                  <a:extLst>
                    <a:ext uri="{9D8B030D-6E8A-4147-A177-3AD203B41FA5}">
                      <a16:colId xmlns:a16="http://schemas.microsoft.com/office/drawing/2014/main" val="13888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비교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신촌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p (raw)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dp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 (1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d2p (2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282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FP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RMSD=0.0226,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=0.0045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RMSD=0.0017, p=0.0005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RMSD=0.0004,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=0.093</a:t>
                      </a:r>
                    </a:p>
                  </a:txBody>
                  <a:tcPr marL="19050" marR="19050" marT="19050" marB="1905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36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RMSD=0.0289,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=0.0135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RMSD=0.0023, p=0.0005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=0.084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124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RMSD=0.0274,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=0.0175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RMSD=0.0016,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=0.005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=0.425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725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 (</a:t>
                      </a:r>
                      <a:r>
                        <a:rPr lang="en-US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psm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RMSD=0.0422,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=0.0165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RMSD=0.0023,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=0.0095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=0.417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280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5379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Stage-1 TP vs FP AEC-128 비교 </a:t>
            </a:r>
            <a:r>
              <a:rPr lang="ko-KR" altLang="en-US" b="1" dirty="0"/>
              <a:t>(raw)</a:t>
            </a:r>
            <a:endParaRPr b="1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F2985AC-77DB-112C-BA4D-4D96C3A39B78}"/>
              </a:ext>
            </a:extLst>
          </p:cNvPr>
          <p:cNvGrpSpPr/>
          <p:nvPr/>
        </p:nvGrpSpPr>
        <p:grpSpPr>
          <a:xfrm>
            <a:off x="334871" y="1773882"/>
            <a:ext cx="11522257" cy="3934449"/>
            <a:chOff x="750631" y="1907809"/>
            <a:chExt cx="10838615" cy="3701009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208045E6-AB4B-8191-87F4-9D786FB05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0631" y="1907809"/>
              <a:ext cx="5418246" cy="3701009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6BCAC1A-71D7-F33B-BBC4-F66D65788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71000" y="1907809"/>
              <a:ext cx="5418246" cy="37010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400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E9C18E90-97D7-840F-3BCE-0411187CB0E9}"/>
              </a:ext>
            </a:extLst>
          </p:cNvPr>
          <p:cNvGrpSpPr/>
          <p:nvPr/>
        </p:nvGrpSpPr>
        <p:grpSpPr>
          <a:xfrm>
            <a:off x="334870" y="1773882"/>
            <a:ext cx="11520001" cy="3934449"/>
            <a:chOff x="681471" y="1550000"/>
            <a:chExt cx="10979056" cy="3749699"/>
          </a:xfrm>
        </p:grpSpPr>
        <p:pic>
          <p:nvPicPr>
            <p:cNvPr id="5" name="Picture 4" descr="19_aec_curve_tp_vs_fp_match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471" y="1550000"/>
              <a:ext cx="5489528" cy="3749699"/>
            </a:xfrm>
            <a:prstGeom prst="rect">
              <a:avLst/>
            </a:prstGeom>
          </p:spPr>
        </p:pic>
        <p:pic>
          <p:nvPicPr>
            <p:cNvPr id="6" name="Picture 5" descr="19_aec_curve_tp_vs_fp_match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70999" y="1550000"/>
              <a:ext cx="5489528" cy="3749699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b="1"/>
              <a:t>Stage-1 TP vs FP AEC-128 비교 (Propensity-matched)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26F4-B148-DB82-FA51-148222F2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E46A9-C734-6449-1C3E-8E16175EB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Next Plans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D2408-F981-AD7F-0BC2-B4589BD31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AEC-128 raw curve만으로는 TP/FP 구분 불가 (코호트 간 결과 불일치) → 새로운 접근 필요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b="1" dirty="0"/>
              <a:t>Clinic Data</a:t>
            </a:r>
            <a:r>
              <a:rPr lang="ko-KR" altLang="en-US" b="1" dirty="0"/>
              <a:t>와 </a:t>
            </a:r>
            <a:r>
              <a:rPr lang="en-US" altLang="ko-KR" b="1" dirty="0"/>
              <a:t>AEC Feature</a:t>
            </a:r>
            <a:r>
              <a:rPr lang="ko-KR" altLang="en-US" b="1" dirty="0"/>
              <a:t>의 </a:t>
            </a:r>
            <a:r>
              <a:rPr lang="en-US" altLang="ko-KR" b="1" dirty="0"/>
              <a:t>Multimodal Architecture </a:t>
            </a:r>
            <a:r>
              <a:rPr lang="ko-KR" altLang="en-US" b="1" dirty="0"/>
              <a:t>설계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b="1" dirty="0"/>
              <a:t>AUC </a:t>
            </a:r>
            <a:r>
              <a:rPr lang="ko-KR" altLang="en-US" b="1" dirty="0"/>
              <a:t>개선 방안 연구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022533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9866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2059-9B33-147B-1677-BDD8E142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32DBA-7ACB-349D-035C-185AE1578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402A4FB-6A63-7B41-1C02-E547118B1112}"/>
              </a:ext>
            </a:extLst>
          </p:cNvPr>
          <p:cNvGrpSpPr/>
          <p:nvPr/>
        </p:nvGrpSpPr>
        <p:grpSpPr>
          <a:xfrm>
            <a:off x="2596460" y="1429810"/>
            <a:ext cx="7164232" cy="2516126"/>
            <a:chOff x="4627854" y="3428998"/>
            <a:chExt cx="6823199" cy="2341976"/>
          </a:xfrm>
        </p:grpSpPr>
        <p:pic>
          <p:nvPicPr>
            <p:cNvPr id="6" name="Picture 5" descr="18_aec_curve_tp_vs_tn.png">
              <a:extLst>
                <a:ext uri="{FF2B5EF4-FFF2-40B4-BE49-F238E27FC236}">
                  <a16:creationId xmlns:a16="http://schemas.microsoft.com/office/drawing/2014/main" id="{219595BA-40AA-C995-BF1C-BAF002B99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7854" y="3428998"/>
              <a:ext cx="3428632" cy="2341976"/>
            </a:xfrm>
            <a:prstGeom prst="rect">
              <a:avLst/>
            </a:prstGeom>
          </p:spPr>
        </p:pic>
        <p:pic>
          <p:nvPicPr>
            <p:cNvPr id="7" name="Picture 6" descr="18_aec_curve_tp_vs_tn.png">
              <a:extLst>
                <a:ext uri="{FF2B5EF4-FFF2-40B4-BE49-F238E27FC236}">
                  <a16:creationId xmlns:a16="http://schemas.microsoft.com/office/drawing/2014/main" id="{76CBEDA8-7B81-5940-E62B-12A548078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22421" y="3428998"/>
              <a:ext cx="3428632" cy="2341976"/>
            </a:xfrm>
            <a:prstGeom prst="rect">
              <a:avLst/>
            </a:prstGeom>
          </p:spPr>
        </p:pic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8F4725D-1246-2F07-135D-C5618C58541A}"/>
              </a:ext>
            </a:extLst>
          </p:cNvPr>
          <p:cNvGrpSpPr>
            <a:grpSpLocks noChangeAspect="1"/>
          </p:cNvGrpSpPr>
          <p:nvPr/>
        </p:nvGrpSpPr>
        <p:grpSpPr>
          <a:xfrm>
            <a:off x="2616985" y="3945936"/>
            <a:ext cx="7161590" cy="2459030"/>
            <a:chOff x="5225965" y="3550000"/>
            <a:chExt cx="6981342" cy="2397139"/>
          </a:xfrm>
        </p:grpSpPr>
        <p:pic>
          <p:nvPicPr>
            <p:cNvPr id="12" name="Picture 5" descr="17_aec_curve_fp_vs_tn.png">
              <a:extLst>
                <a:ext uri="{FF2B5EF4-FFF2-40B4-BE49-F238E27FC236}">
                  <a16:creationId xmlns:a16="http://schemas.microsoft.com/office/drawing/2014/main" id="{1CBD24E7-F6C5-A104-78A0-5AD44C0EB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25965" y="3550000"/>
              <a:ext cx="3509392" cy="2397139"/>
            </a:xfrm>
            <a:prstGeom prst="rect">
              <a:avLst/>
            </a:prstGeom>
          </p:spPr>
        </p:pic>
        <p:pic>
          <p:nvPicPr>
            <p:cNvPr id="13" name="Picture 6" descr="17_aec_curve_fp_vs_tn.png">
              <a:extLst>
                <a:ext uri="{FF2B5EF4-FFF2-40B4-BE49-F238E27FC236}">
                  <a16:creationId xmlns:a16="http://schemas.microsoft.com/office/drawing/2014/main" id="{7E4EA72D-82B2-332D-9E61-042D95CD6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97915" y="3550000"/>
              <a:ext cx="3509392" cy="2397139"/>
            </a:xfrm>
            <a:prstGeom prst="rect">
              <a:avLst/>
            </a:prstGeom>
          </p:spPr>
        </p:pic>
      </p:grpSp>
      <p:sp>
        <p:nvSpPr>
          <p:cNvPr id="17" name="내용 개체 틀 3">
            <a:extLst>
              <a:ext uri="{FF2B5EF4-FFF2-40B4-BE49-F238E27FC236}">
                <a16:creationId xmlns:a16="http://schemas.microsoft.com/office/drawing/2014/main" id="{E46FAD5E-DB3B-0FA4-33D2-0D3E295B9B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Stage-1 AEC-128 </a:t>
            </a:r>
            <a:r>
              <a:rPr lang="ko-KR" altLang="en-US" b="1" dirty="0"/>
              <a:t>곡선 비교 </a:t>
            </a:r>
            <a:r>
              <a:rPr lang="en-US" altLang="ko-KR" b="1" dirty="0"/>
              <a:t>: TP/FP vs TN </a:t>
            </a:r>
            <a:r>
              <a:rPr lang="ko-KR" altLang="en-US" b="1" dirty="0"/>
              <a:t>모두 유의 </a:t>
            </a:r>
            <a:r>
              <a:rPr lang="en-US" altLang="ko-KR" b="1" dirty="0"/>
              <a:t>(p&lt;</a:t>
            </a:r>
            <a:r>
              <a:rPr lang="en-US" altLang="ko-KR" b="1"/>
              <a:t>0.01)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329737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b="1" dirty="0"/>
              <a:t>일반적인 곡선 </a:t>
            </a:r>
            <a:r>
              <a:rPr lang="en-US" altLang="ko-KR" b="1" dirty="0"/>
              <a:t>Feature(14</a:t>
            </a:r>
            <a:r>
              <a:rPr lang="ko-KR" altLang="en-US" b="1" dirty="0"/>
              <a:t>개</a:t>
            </a:r>
            <a:r>
              <a:rPr lang="en-US" altLang="ko-KR" b="1" dirty="0"/>
              <a:t>) </a:t>
            </a:r>
            <a:r>
              <a:rPr lang="ko-KR" altLang="en-US" b="1" dirty="0"/>
              <a:t>추출하여 비교</a:t>
            </a:r>
            <a:endParaRPr lang="en-US" b="1" dirty="0"/>
          </a:p>
          <a:p>
            <a:pPr lvl="1"/>
            <a:r>
              <a:rPr lang="en-US" dirty="0" err="1"/>
              <a:t>분포</a:t>
            </a:r>
            <a:r>
              <a:rPr lang="en-US" dirty="0"/>
              <a:t>: std, skew, kurtosis</a:t>
            </a:r>
          </a:p>
          <a:p>
            <a:pPr lvl="1"/>
            <a:r>
              <a:rPr lang="en-US" dirty="0"/>
              <a:t>피크·트로프: peak_pos, peak_val, trough_pos, trough_val, range</a:t>
            </a:r>
          </a:p>
          <a:p>
            <a:pPr lvl="1"/>
            <a:r>
              <a:rPr lang="en-US" dirty="0"/>
              <a:t>형태·기울기: centroid, early_late_diff, slope_early, slope_late</a:t>
            </a:r>
          </a:p>
          <a:p>
            <a:pPr lvl="1"/>
            <a:r>
              <a:rPr lang="en-US" dirty="0"/>
              <a:t>편차: total_abs_dev, frac_above_center</a:t>
            </a:r>
          </a:p>
          <a:p>
            <a:pPr>
              <a:lnSpc>
                <a:spcPct val="150000"/>
              </a:lnSpc>
            </a:pPr>
            <a:r>
              <a:rPr lang="en-US" b="1" dirty="0"/>
              <a:t>FDR-q: 다중검정(84개) 보정 후 오탐 기대비율 — 유의 0/14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12092" y="4070991"/>
          <a:ext cx="9567816" cy="140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919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66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/>
                        </a:rPr>
                        <a:t>코호트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/>
                        </a:rPr>
                        <a:t>raw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/>
                        </a:rPr>
                        <a:t>propensity-matched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/>
                        </a:rPr>
                        <a:t>clinic-residualized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6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강남 (internal)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0/14 (p&lt;.05: 2)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0/14 (p&lt;.05: 0)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0/14 (p&lt;.05: 2)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6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신촌 (external)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0/14 (p&lt;.05: 2)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0/14 (p&lt;.05: 2)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0/14 (p&lt;.05: 3)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206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강남(internal): raw/matched/residualized 전부 14개 feature 유의 없음 (q&lt;0.05 0/14)</a:t>
            </a:r>
          </a:p>
          <a:p>
            <a:pPr>
              <a:lnSpc>
                <a:spcPct val="150000"/>
              </a:lnSpc>
            </a:pPr>
            <a:r>
              <a:rPr lang="en-US" b="1" dirty="0"/>
              <a:t>가로축 -log10(p) — 점선(p=0.05) 오른쪽으로 넘어가야 유의, 왼쪽은 비유의</a:t>
            </a:r>
          </a:p>
        </p:txBody>
      </p:sp>
      <p:pic>
        <p:nvPicPr>
          <p:cNvPr id="4" name="Picture 3" descr="20_feature_pvalu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450000"/>
            <a:ext cx="10058400" cy="3088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625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신촌(external): raw/matched/residualized 전부 14개 feature 유의 없음 (q&lt;0.05 0/14)</a:t>
            </a:r>
          </a:p>
          <a:p>
            <a:pPr>
              <a:lnSpc>
                <a:spcPct val="150000"/>
              </a:lnSpc>
            </a:pPr>
            <a:r>
              <a:rPr lang="en-US" b="1" dirty="0"/>
              <a:t>가로축 -log10(p) — 점선(p=0.05) 오른쪽으로 넘어가야 유의, 왼쪽은 비유의</a:t>
            </a:r>
          </a:p>
        </p:txBody>
      </p:sp>
      <p:pic>
        <p:nvPicPr>
          <p:cNvPr id="4" name="Picture 3" descr="20_feature_pvalu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450000"/>
            <a:ext cx="10058400" cy="3088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399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AEC-128 곡선 PCA: PC1-PC5 (raw 누적분산 96.8%, residualized 94.7%)</a:t>
            </a:r>
          </a:p>
          <a:p>
            <a:pPr>
              <a:lnSpc>
                <a:spcPct val="150000"/>
              </a:lnSpc>
            </a:pPr>
            <a:r>
              <a:rPr lang="en-US" b="1" dirty="0"/>
              <a:t>internal(n=1090) 적합, external frozen — 잔차화 회귀와 동일 관례</a:t>
            </a:r>
          </a:p>
          <a:p>
            <a:pPr>
              <a:lnSpc>
                <a:spcPct val="150000"/>
              </a:lnSpc>
            </a:pPr>
            <a:r>
              <a:rPr lang="en-US" b="1" dirty="0"/>
              <a:t>raw / propensity-matched / clinic-residualized 3방법 × 강남·신촌 × PC1-5</a:t>
            </a:r>
          </a:p>
          <a:p>
            <a:pPr>
              <a:lnSpc>
                <a:spcPct val="150000"/>
              </a:lnSpc>
            </a:pPr>
            <a:r>
              <a:rPr lang="en-US" b="1" dirty="0"/>
              <a:t>강남: 15개 PC-검정 전부 비유의 (q&lt;0.05 0/15)</a:t>
            </a:r>
          </a:p>
          <a:p>
            <a:pPr>
              <a:lnSpc>
                <a:spcPct val="150000"/>
              </a:lnSpc>
            </a:pPr>
            <a:r>
              <a:rPr lang="en-US" b="1" dirty="0"/>
              <a:t>신촌: raw/matched 비유의, residualized PC1만 경계선 유의 (q=0.045)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12092" y="4113487"/>
          <a:ext cx="9567816" cy="140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919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66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/>
                        </a:rPr>
                        <a:t>코호트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/>
                        </a:rPr>
                        <a:t>raw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/>
                        </a:rPr>
                        <a:t>propensity-matched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/>
                        </a:rPr>
                        <a:t>clinic-residualized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6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강남 (internal)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6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신촌 (external)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0/5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Medium"/>
                        </a:rPr>
                        <a:t>1/5 (PC1, q=.045)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78841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강남(internal): PC1-5 raw/matched/residualized 전부 유의 없음 (q&lt;0.05 0/15)</a:t>
            </a:r>
          </a:p>
          <a:p>
            <a:pPr>
              <a:lnSpc>
                <a:spcPct val="150000"/>
              </a:lnSpc>
            </a:pPr>
            <a:r>
              <a:rPr lang="en-US" b="1" dirty="0"/>
              <a:t>가로축 -log10(p) — 점선(p=0.05) 오른쪽으로 넘어가야 유의, 왼쪽은 비유의</a:t>
            </a:r>
          </a:p>
        </p:txBody>
      </p:sp>
      <p:pic>
        <p:nvPicPr>
          <p:cNvPr id="4" name="Picture 3" descr="23_pca_pvalu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450000"/>
            <a:ext cx="10058400" cy="3088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199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신촌(external): raw/matched 유의 없음, residualized PC1만 경계선 유의 (q=0.045)</a:t>
            </a:r>
          </a:p>
          <a:p>
            <a:pPr>
              <a:lnSpc>
                <a:spcPct val="150000"/>
              </a:lnSpc>
            </a:pPr>
            <a:r>
              <a:rPr lang="en-US" b="1" dirty="0"/>
              <a:t>가로축 -log10(p) — 점선(p=0.05) 오른쪽으로 넘어가야 유의, 왼쪽은 비유의</a:t>
            </a:r>
          </a:p>
        </p:txBody>
      </p:sp>
      <p:pic>
        <p:nvPicPr>
          <p:cNvPr id="4" name="Picture 3" descr="23_pca_pvalu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450000"/>
            <a:ext cx="10058400" cy="3088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210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b="1" dirty="0"/>
              <a:t>Stage-2: </a:t>
            </a:r>
            <a:r>
              <a:rPr b="1" dirty="0" err="1"/>
              <a:t>자체</a:t>
            </a:r>
            <a:r>
              <a:rPr b="1" dirty="0"/>
              <a:t> </a:t>
            </a:r>
            <a:r>
              <a:rPr b="1" dirty="0" err="1"/>
              <a:t>학습</a:t>
            </a:r>
            <a:r>
              <a:rPr b="1" dirty="0"/>
              <a:t>(5-fold OOF) — Threshold-shift-only </a:t>
            </a:r>
            <a:r>
              <a:rPr b="1" dirty="0" err="1"/>
              <a:t>대비</a:t>
            </a:r>
            <a:r>
              <a:rPr b="1" dirty="0"/>
              <a:t> AEC </a:t>
            </a:r>
            <a:r>
              <a:rPr b="1" dirty="0" err="1"/>
              <a:t>효과는</a:t>
            </a:r>
            <a:r>
              <a:rPr b="1" dirty="0"/>
              <a:t> </a:t>
            </a:r>
            <a:r>
              <a:rPr b="1" dirty="0" err="1"/>
              <a:t>코호트마다</a:t>
            </a:r>
            <a:r>
              <a:rPr b="1" dirty="0"/>
              <a:t> </a:t>
            </a:r>
            <a:r>
              <a:rPr b="1" dirty="0" err="1"/>
              <a:t>다름</a:t>
            </a:r>
            <a:endParaRPr lang="en-US" b="1" dirty="0"/>
          </a:p>
          <a:p>
            <a:pPr lvl="1"/>
            <a:r>
              <a:rPr lang="ko-KR" altLang="en-US" sz="1400" b="1" dirty="0"/>
              <a:t>자체 학습</a:t>
            </a:r>
            <a:r>
              <a:rPr lang="en-US" altLang="ko-KR" sz="1400" b="1" dirty="0"/>
              <a:t>(self-trained): Threshold-shift-only vs. AEC-CNN — </a:t>
            </a:r>
            <a:r>
              <a:rPr lang="ko-KR" altLang="en-US" sz="1400" b="1" dirty="0"/>
              <a:t>동일 </a:t>
            </a:r>
            <a:r>
              <a:rPr lang="en-US" altLang="ko-KR" sz="1400" b="1" dirty="0"/>
              <a:t>sensitivity</a:t>
            </a:r>
            <a:r>
              <a:rPr lang="ko-KR" altLang="en-US" sz="1400" b="1" dirty="0"/>
              <a:t>에서 </a:t>
            </a:r>
            <a:r>
              <a:rPr lang="en-US" altLang="ko-KR" sz="1400" b="1" dirty="0"/>
              <a:t>specificity </a:t>
            </a:r>
            <a:r>
              <a:rPr lang="ko-KR" altLang="en-US" sz="1400" b="1" dirty="0"/>
              <a:t>비교</a:t>
            </a:r>
            <a:endParaRPr lang="en-US" altLang="ko-KR" sz="1400" b="1" dirty="0"/>
          </a:p>
          <a:p>
            <a:pPr lvl="1"/>
            <a:endParaRPr lang="en-US" altLang="ko-KR" sz="1400" b="1" dirty="0"/>
          </a:p>
          <a:p>
            <a:pPr lvl="1"/>
            <a:endParaRPr lang="en-US" altLang="ko-KR" sz="1400" b="1" dirty="0"/>
          </a:p>
          <a:p>
            <a:pPr lvl="1"/>
            <a:endParaRPr lang="en-US" altLang="ko-KR" sz="1400" b="1" dirty="0"/>
          </a:p>
          <a:p>
            <a:pPr lvl="1"/>
            <a:endParaRPr lang="en-US" altLang="ko-KR" sz="1400" b="1" dirty="0"/>
          </a:p>
          <a:p>
            <a:pPr lvl="1"/>
            <a:endParaRPr lang="en-US" altLang="ko-KR" sz="1400" b="1" dirty="0"/>
          </a:p>
          <a:p>
            <a:pPr lvl="1"/>
            <a:r>
              <a:rPr lang="en-US" altLang="ko-KR" sz="1400" b="1" dirty="0"/>
              <a:t>External transfer: </a:t>
            </a:r>
            <a:r>
              <a:rPr lang="ko-KR" altLang="en-US" sz="1400" b="1" dirty="0"/>
              <a:t>자체 학습된 모델을 다른 코호트에 그대로 적용</a:t>
            </a:r>
          </a:p>
          <a:p>
            <a:pPr lvl="1"/>
            <a:endParaRPr b="1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594578" y="2025000"/>
          <a:ext cx="8642985" cy="135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26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9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9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8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1792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sz="1050" b="1"/>
                        <a:t>Cohort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Stage-2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spec 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Net NRI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n_deesc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Full-pipeline AUC (Δ vs Stage-1, DeLong 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r>
                        <a:rPr sz="1100" b="0" dirty="0"/>
                        <a:t>Sinchon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/>
                        <a:t>Threshold-shift only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/>
                        <a:t>3.4e-21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+63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75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r>
                        <a:rPr sz="1100" b="1"/>
                        <a:t>Sinchon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AEC-CNN (self-trained)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4.0e-28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+86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98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0.829 (Δ-0.003, p=0.256)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r>
                        <a:rPr sz="1100" b="0"/>
                        <a:t>Gangnam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Threshold-shift only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4.1e-25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+77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87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r>
                        <a:rPr sz="1100" b="1"/>
                        <a:t>Gangnam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AEC-CNN (self-trained)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5.3e-23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+70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0.827 (Δ-0.002, p=0.632)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594578" y="3357939"/>
            <a:ext cx="864298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 dirty="0">
                <a:solidFill>
                  <a:srgbClr val="606060"/>
                </a:solidFill>
              </a:rPr>
              <a:t>→ Sinchon: AEC-CNN(+86)이 threshold-shift(+63)를 </a:t>
            </a:r>
            <a:r>
              <a:rPr sz="1100" b="0" i="1" dirty="0" err="1">
                <a:solidFill>
                  <a:srgbClr val="606060"/>
                </a:solidFill>
              </a:rPr>
              <a:t>유의하게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초과</a:t>
            </a:r>
            <a:r>
              <a:rPr sz="1100" b="0" i="1" dirty="0">
                <a:solidFill>
                  <a:srgbClr val="606060"/>
                </a:solidFill>
              </a:rPr>
              <a:t> / Gangnam: threshold-shift(+77)가 </a:t>
            </a:r>
            <a:r>
              <a:rPr sz="1100" b="0" i="1" dirty="0" err="1">
                <a:solidFill>
                  <a:srgbClr val="606060"/>
                </a:solidFill>
              </a:rPr>
              <a:t>오히려</a:t>
            </a:r>
            <a:r>
              <a:rPr sz="1100" b="0" i="1" dirty="0">
                <a:solidFill>
                  <a:srgbClr val="606060"/>
                </a:solidFill>
              </a:rPr>
              <a:t> AEC-CNN(+70)</a:t>
            </a:r>
            <a:r>
              <a:rPr sz="1100" b="0" i="1" dirty="0" err="1">
                <a:solidFill>
                  <a:srgbClr val="606060"/>
                </a:solidFill>
              </a:rPr>
              <a:t>보다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높음</a:t>
            </a:r>
            <a:r>
              <a:rPr sz="1100" b="0" i="1" dirty="0">
                <a:solidFill>
                  <a:srgbClr val="606060"/>
                </a:solidFill>
              </a:rPr>
              <a:t> — AEC </a:t>
            </a:r>
            <a:r>
              <a:rPr sz="1100" b="0" i="1" dirty="0" err="1">
                <a:solidFill>
                  <a:srgbClr val="606060"/>
                </a:solidFill>
              </a:rPr>
              <a:t>효과가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코호트</a:t>
            </a:r>
            <a:r>
              <a:rPr sz="1100" b="0" i="1" dirty="0">
                <a:solidFill>
                  <a:srgbClr val="606060"/>
                </a:solidFill>
              </a:rPr>
              <a:t> 간 </a:t>
            </a:r>
            <a:r>
              <a:rPr sz="1100" b="0" i="1" dirty="0" err="1">
                <a:solidFill>
                  <a:srgbClr val="606060"/>
                </a:solidFill>
              </a:rPr>
              <a:t>반대</a:t>
            </a:r>
            <a:r>
              <a:rPr sz="1100" b="0" i="1" dirty="0">
                <a:solidFill>
                  <a:srgbClr val="606060"/>
                </a:solidFill>
              </a:rPr>
              <a:t>. </a:t>
            </a:r>
            <a:r>
              <a:rPr sz="1100" b="0" i="1" dirty="0" err="1">
                <a:solidFill>
                  <a:srgbClr val="606060"/>
                </a:solidFill>
              </a:rPr>
              <a:t>AUC는</a:t>
            </a:r>
            <a:r>
              <a:rPr sz="1100" b="0" i="1" dirty="0">
                <a:solidFill>
                  <a:srgbClr val="606060"/>
                </a:solidFill>
              </a:rPr>
              <a:t> 둘 다 baseline </a:t>
            </a:r>
            <a:r>
              <a:rPr sz="1100" b="0" i="1" dirty="0" err="1">
                <a:solidFill>
                  <a:srgbClr val="606060"/>
                </a:solidFill>
              </a:rPr>
              <a:t>대비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유의한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상승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없음</a:t>
            </a:r>
            <a:r>
              <a:rPr sz="1100" b="0" i="1" dirty="0">
                <a:solidFill>
                  <a:srgbClr val="606060"/>
                </a:solidFill>
              </a:rPr>
              <a:t>(</a:t>
            </a:r>
            <a:r>
              <a:rPr sz="1100" b="0" i="1" dirty="0" err="1">
                <a:solidFill>
                  <a:srgbClr val="606060"/>
                </a:solidFill>
              </a:rPr>
              <a:t>오히려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소폭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하락</a:t>
            </a:r>
            <a:r>
              <a:rPr sz="1100" b="0" i="1" dirty="0">
                <a:solidFill>
                  <a:srgbClr val="606060"/>
                </a:solidFill>
              </a:rPr>
              <a:t>, </a:t>
            </a:r>
            <a:r>
              <a:rPr sz="1100" b="0" i="1" dirty="0" err="1">
                <a:solidFill>
                  <a:srgbClr val="606060"/>
                </a:solidFill>
              </a:rPr>
              <a:t>비유의</a:t>
            </a:r>
            <a:r>
              <a:rPr sz="1100" b="0" i="1" dirty="0">
                <a:solidFill>
                  <a:srgbClr val="606060"/>
                </a:solidFill>
              </a:rPr>
              <a:t>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594578" y="4266501"/>
          <a:ext cx="8642986" cy="95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19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6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3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23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75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6666">
                <a:tc>
                  <a:txBody>
                    <a:bodyPr/>
                    <a:lstStyle/>
                    <a:p>
                      <a:r>
                        <a:rPr sz="1050" b="1"/>
                        <a:t>Trained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Tested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spec 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Net NRI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n_deesc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NI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 dirty="0"/>
                        <a:t>Full-pipeline AUC (Δ vs Stage-1, DeLong 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666">
                <a:tc>
                  <a:txBody>
                    <a:bodyPr/>
                    <a:lstStyle/>
                    <a:p>
                      <a:r>
                        <a:rPr sz="1100" b="0" dirty="0"/>
                        <a:t>Sinchon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Gangnam (external)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3.1e-33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+95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123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FAIL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0.827 (Δ-0.005, p=0.010)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668">
                <a:tc>
                  <a:txBody>
                    <a:bodyPr/>
                    <a:lstStyle/>
                    <a:p>
                      <a:r>
                        <a:rPr sz="1100" b="0"/>
                        <a:t>Gangnam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Sinchon (external)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2.7e-20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/>
                        <a:t>0.829 (Δ-0.006, p=0.053)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594578" y="5300000"/>
            <a:ext cx="864298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 dirty="0">
                <a:solidFill>
                  <a:srgbClr val="606060"/>
                </a:solidFill>
              </a:rPr>
              <a:t>→ </a:t>
            </a:r>
            <a:r>
              <a:rPr sz="1100" b="0" i="1" dirty="0" err="1">
                <a:solidFill>
                  <a:srgbClr val="606060"/>
                </a:solidFill>
              </a:rPr>
              <a:t>Sinchon→Gangnam은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NRI가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가장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크지만</a:t>
            </a:r>
            <a:r>
              <a:rPr sz="1100" b="0" i="1" dirty="0">
                <a:solidFill>
                  <a:srgbClr val="606060"/>
                </a:solidFill>
              </a:rPr>
              <a:t>(+95) </a:t>
            </a:r>
            <a:r>
              <a:rPr sz="1100" b="0" i="1" dirty="0" err="1">
                <a:solidFill>
                  <a:srgbClr val="606060"/>
                </a:solidFill>
              </a:rPr>
              <a:t>sensitivity가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과도하게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떨어져</a:t>
            </a:r>
            <a:r>
              <a:rPr sz="1100" b="0" i="1" dirty="0">
                <a:solidFill>
                  <a:srgbClr val="606060"/>
                </a:solidFill>
              </a:rPr>
              <a:t> NI test FAIL — </a:t>
            </a:r>
            <a:r>
              <a:rPr sz="1100" b="0" i="1" dirty="0" err="1">
                <a:solidFill>
                  <a:srgbClr val="606060"/>
                </a:solidFill>
              </a:rPr>
              <a:t>AUC도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baseline보다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유의하게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하락</a:t>
            </a:r>
            <a:r>
              <a:rPr sz="1100" b="0" i="1" dirty="0">
                <a:solidFill>
                  <a:srgbClr val="606060"/>
                </a:solidFill>
              </a:rPr>
              <a:t>(p=0.010), </a:t>
            </a:r>
            <a:r>
              <a:rPr sz="1100" b="0" i="1" dirty="0" err="1">
                <a:solidFill>
                  <a:srgbClr val="606060"/>
                </a:solidFill>
              </a:rPr>
              <a:t>숫자만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좋아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보이는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함정</a:t>
            </a:r>
            <a:r>
              <a:rPr sz="1100" b="0" i="1" dirty="0">
                <a:solidFill>
                  <a:srgbClr val="606060"/>
                </a:solidFill>
              </a:rPr>
              <a:t>. </a:t>
            </a:r>
            <a:r>
              <a:rPr sz="1100" b="0" i="1" dirty="0" err="1">
                <a:solidFill>
                  <a:srgbClr val="606060"/>
                </a:solidFill>
              </a:rPr>
              <a:t>Gangnam→Sinchon</a:t>
            </a:r>
            <a:r>
              <a:rPr sz="1100" b="0" i="1" dirty="0">
                <a:solidFill>
                  <a:srgbClr val="606060"/>
                </a:solidFill>
              </a:rPr>
              <a:t>(+61)은 NI PASS, AUC </a:t>
            </a:r>
            <a:r>
              <a:rPr sz="1100" b="0" i="1" dirty="0" err="1">
                <a:solidFill>
                  <a:srgbClr val="606060"/>
                </a:solidFill>
              </a:rPr>
              <a:t>하락은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경계선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수준</a:t>
            </a:r>
            <a:r>
              <a:rPr sz="1100" b="0" i="1" dirty="0">
                <a:solidFill>
                  <a:srgbClr val="606060"/>
                </a:solidFill>
              </a:rPr>
              <a:t>(p=0.053)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9996" y="5900000"/>
            <a:ext cx="95596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 dirty="0">
                <a:solidFill>
                  <a:srgbClr val="606060"/>
                </a:solidFill>
              </a:rPr>
              <a:t>→ Gangnam AEC-CNN </a:t>
            </a:r>
            <a:r>
              <a:rPr sz="1100" i="1" dirty="0" err="1">
                <a:solidFill>
                  <a:srgbClr val="606060"/>
                </a:solidFill>
              </a:rPr>
              <a:t>자체</a:t>
            </a:r>
            <a:r>
              <a:rPr sz="1100" i="1" dirty="0">
                <a:solidFill>
                  <a:srgbClr val="606060"/>
                </a:solidFill>
              </a:rPr>
              <a:t> OOF AUC=0.52(</a:t>
            </a:r>
            <a:r>
              <a:rPr sz="1100" i="1" dirty="0" err="1">
                <a:solidFill>
                  <a:srgbClr val="606060"/>
                </a:solidFill>
              </a:rPr>
              <a:t>노이즈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수준</a:t>
            </a:r>
            <a:r>
              <a:rPr sz="1100" i="1" dirty="0">
                <a:solidFill>
                  <a:srgbClr val="606060"/>
                </a:solidFill>
              </a:rPr>
              <a:t>) — Gangnam raw curve TP-vs-FP </a:t>
            </a:r>
            <a:r>
              <a:rPr sz="1100" i="1" dirty="0" err="1">
                <a:solidFill>
                  <a:srgbClr val="606060"/>
                </a:solidFill>
              </a:rPr>
              <a:t>비유의</a:t>
            </a:r>
            <a:r>
              <a:rPr sz="1100" i="1" dirty="0">
                <a:solidFill>
                  <a:srgbClr val="606060"/>
                </a:solidFill>
              </a:rPr>
              <a:t>(p=0.227)와 </a:t>
            </a:r>
            <a:r>
              <a:rPr sz="1100" i="1" dirty="0" err="1">
                <a:solidFill>
                  <a:srgbClr val="606060"/>
                </a:solidFill>
              </a:rPr>
              <a:t>일치</a:t>
            </a:r>
            <a:r>
              <a:rPr sz="1100" i="1" dirty="0">
                <a:solidFill>
                  <a:srgbClr val="606060"/>
                </a:solidFill>
              </a:rPr>
              <a:t>, </a:t>
            </a:r>
            <a:r>
              <a:rPr sz="1100" i="1" dirty="0" err="1">
                <a:solidFill>
                  <a:srgbClr val="606060"/>
                </a:solidFill>
              </a:rPr>
              <a:t>AEC가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Gangnam에서는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애초에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분리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신호를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담고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있지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않음</a:t>
            </a:r>
            <a:endParaRPr sz="1100" i="1" dirty="0">
              <a:solidFill>
                <a:srgbClr val="606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2494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5445</TotalTime>
  <Words>3301</Words>
  <Application>Microsoft Office PowerPoint</Application>
  <PresentationFormat>와이드스크린</PresentationFormat>
  <Paragraphs>257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KoPub돋움체 Medium</vt:lpstr>
      <vt:lpstr>Arial</vt:lpstr>
      <vt:lpstr>KoPub돋움체 Bold</vt:lpstr>
      <vt:lpstr>Office 테마</vt:lpstr>
      <vt:lpstr>PowerPoint 프레젠테이션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Next Plans</vt:lpstr>
      <vt:lpstr>PowerPoint 프레젠테이션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498</cp:revision>
  <dcterms:created xsi:type="dcterms:W3CDTF">2026-04-09T07:05:16Z</dcterms:created>
  <dcterms:modified xsi:type="dcterms:W3CDTF">2026-07-24T02:37:59Z</dcterms:modified>
</cp:coreProperties>
</file>
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  <p:embeddedFontLst>
    <p:embeddedFont>
      <p:font typeface="KoPub돋움체 Bold" panose="00000800000000000000" pitchFamily="2" charset="-127"/>
      <p:bold r:id="rId32"/>
    </p:embeddedFont>
    <p:embeddedFont>
      <p:font typeface="KoPub돋움체 Medium" panose="00000600000000000000" pitchFamily="2" charset="-127"/>
      <p:regular r:id="rId3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70"/>
            <p14:sldId id="303"/>
            <p14:sldId id="258"/>
            <p14:sldId id="259"/>
            <p14:sldId id="260"/>
            <p14:sldId id="285"/>
            <p14:sldId id="286"/>
            <p14:sldId id="287"/>
            <p14:sldId id="288"/>
            <p14:sldId id="289"/>
            <p14:sldId id="272"/>
            <p14:sldId id="291"/>
            <p14:sldId id="298"/>
            <p14:sldId id="273"/>
            <p14:sldId id="292"/>
            <p14:sldId id="299"/>
            <p14:sldId id="274"/>
            <p14:sldId id="293"/>
            <p14:sldId id="300"/>
            <p14:sldId id="275"/>
            <p14:sldId id="294"/>
            <p14:sldId id="301"/>
            <p14:sldId id="283"/>
            <p14:sldId id="295"/>
            <p14:sldId id="302"/>
            <p14:sldId id="276"/>
            <p14:sldId id="281"/>
            <p14:sldId id="282"/>
            <p14:sldId id="266"/>
            <p14:sldId id="29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87152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31" Type="http://schemas.openxmlformats.org/officeDocument/2006/relationships/notesMaster" Target="notesMasters/notesMaster1.xml"/><Relationship Id="rId32" Type="http://schemas.openxmlformats.org/officeDocument/2006/relationships/font" Target="fonts/font1.fntdata"/><Relationship Id="rId33" Type="http://schemas.openxmlformats.org/officeDocument/2006/relationships/font" Target="fonts/font2.fntdata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9-10T05:04:12.456" v="4648" actId="403"/>
      <pc:docMkLst>
        <pc:docMk/>
      </pc:docMkLst>
      <pc:sldChg chg="modSp mod modNotes modNotesTx">
        <pc:chgData name="janghoon jun" userId="056a5883350c2f5e" providerId="LiveId" clId="{6DA654A6-03B0-40F7-A259-B276216985A6}" dt="2026-09-10T04:59:39.505" v="4550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 chgLayout modNotes modNotesTx">
        <pc:chgData name="janghoon jun" userId="056a5883350c2f5e" providerId="LiveId" clId="{6DA654A6-03B0-40F7-A259-B276216985A6}" dt="2026-09-10T05:04:12.456" v="4648" actId="403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9-02T02:37:45.894" v="3728" actId="6549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4:12.456" v="4648" actId="403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16:00.971" v="4488" actId="404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9-10T03:16:00.971" v="4488" actId="404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08T03:15:38.775" v="4423" actId="2062"/>
        <pc:sldMkLst>
          <pc:docMk/>
          <pc:sldMk cId="0" sldId="259"/>
        </pc:sldMkLst>
      </pc:sldChg>
      <pc:sldChg chg="delSp modSp del mod">
        <pc:chgData name="janghoon jun" userId="056a5883350c2f5e" providerId="LiveId" clId="{6DA654A6-03B0-40F7-A259-B276216985A6}" dt="2026-09-10T05:01:31.864" v="4601" actId="4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9-10T05:01:04.719" v="4595" actId="21"/>
          <ac:spMkLst>
            <pc:docMk/>
            <pc:sldMk cId="0" sldId="261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1:08.538" v="4597" actId="21"/>
          <ac:picMkLst>
            <pc:docMk/>
            <pc:sldMk cId="0" sldId="261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1:46.958" v="4608" actId="4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9-10T05:01:37.563" v="4603" actId="21"/>
          <ac:spMkLst>
            <pc:docMk/>
            <pc:sldMk cId="0" sldId="262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41.989" v="4605" actId="21"/>
          <ac:picMkLst>
            <pc:docMk/>
            <pc:sldMk cId="0" sldId="262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01.467" v="4615" actId="47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9-10T05:01:54.745" v="4611" actId="21"/>
          <ac:spMkLst>
            <pc:docMk/>
            <pc:sldMk cId="0" sldId="263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59.021" v="4613" actId="21"/>
          <ac:picMkLst>
            <pc:docMk/>
            <pc:sldMk cId="0" sldId="263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33.552" v="4626" actId="47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9-10T05:02:07.183" v="4617" actId="21"/>
          <ac:spMkLst>
            <pc:docMk/>
            <pc:sldMk cId="0" sldId="264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2:10.641" v="4619" actId="21"/>
          <ac:picMkLst>
            <pc:docMk/>
            <pc:sldMk cId="0" sldId="264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3:04.881" v="4633" actId="47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9-10T05:02:38.758" v="4628" actId="21"/>
          <ac:spMkLst>
            <pc:docMk/>
            <pc:sldMk cId="0" sldId="265"/>
            <ac:spMk id="2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54.047" v="4543" actId="255"/>
          <ac:graphicFrameMkLst>
            <pc:docMk/>
            <pc:sldMk cId="0" sldId="265"/>
            <ac:graphicFrameMk id="3" creationId="{00000000-0000-0000-0000-000000000000}"/>
          </ac:graphicFrameMkLst>
        </pc:graphicFrameChg>
        <pc:picChg chg="del">
          <ac:chgData name="janghoon jun" userId="056a5883350c2f5e" providerId="LiveId" clId="{6DA654A6-03B0-40F7-A259-B276216985A6}" dt="2026-09-10T05:02:42.851" v="4630" actId="21"/>
          <ac:picMkLst>
            <pc:docMk/>
            <pc:sldMk cId="0" sldId="265"/>
            <ac:picMk id="3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9-10T05:03:31.457" v="4640" actId="1076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9-10T03:16:18.752" v="4490" actId="404"/>
          <ac:spMkLst>
            <pc:docMk/>
            <pc:sldMk cId="0" sldId="26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3:31.457" v="4640" actId="1076"/>
          <ac:spMkLst>
            <pc:docMk/>
            <pc:sldMk cId="0" sldId="266"/>
            <ac:spMk id="5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9-10T05:03:27.249" v="4639" actId="1076"/>
          <ac:graphicFrameMkLst>
            <pc:docMk/>
            <pc:sldMk cId="0" sldId="266"/>
            <ac:graphicFrameMk id="4" creationId="{00000000-0000-0000-0000-000000000000}"/>
          </ac:graphicFrameMkLst>
        </pc:graphicFrameChg>
      </pc:sldChg>
      <pc:sldChg chg="delSp modSp del mod">
        <pc:chgData name="janghoon jun" userId="056a5883350c2f5e" providerId="LiveId" clId="{6DA654A6-03B0-40F7-A259-B276216985A6}" dt="2026-09-10T05:00:59.834" v="4593" actId="2763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9-08T03:22:06.514" v="4485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0:59.834" v="4593" actId="27636"/>
          <ac:spMkLst>
            <pc:docMk/>
            <pc:sldMk cId="0" sldId="267"/>
            <ac:spMk id="3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9-10T05:04:04.780" v="4641" actId="47"/>
        <pc:sldMkLst>
          <pc:docMk/>
          <pc:sldMk cId="0" sldId="269"/>
        </pc:sldMkLst>
        <pc:graphicFrameChg chg="modGraphic">
          <ac:chgData name="janghoon jun" userId="056a5883350c2f5e" providerId="LiveId" clId="{6DA654A6-03B0-40F7-A259-B276216985A6}" dt="2026-09-10T03:22:45.138" v="4542" actId="255"/>
          <ac:graphicFrameMkLst>
            <pc:docMk/>
            <pc:sldMk cId="0" sldId="269"/>
            <ac:graphicFrameMk id="6" creationId="{E510CECF-189E-7B95-A7D1-8CF39243907A}"/>
          </ac:graphicFrameMkLst>
        </pc:graphicFrameChg>
      </pc:sldChg>
      <pc:sldChg chg="modSp mod">
        <pc:chgData name="janghoon jun" userId="056a5883350c2f5e" providerId="LiveId" clId="{6DA654A6-03B0-40F7-A259-B276216985A6}" dt="2026-09-10T03:22:37.115" v="4541" actId="255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9-10T03:22:37.115" v="4541" actId="255"/>
          <ac:spMkLst>
            <pc:docMk/>
            <pc:sldMk cId="0" sldId="270"/>
            <ac:spMk id="4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33.054" v="4540" actId="255"/>
          <ac:graphicFrameMkLst>
            <pc:docMk/>
            <pc:sldMk cId="0" sldId="270"/>
            <ac:graphicFrameMk id="3" creationId="{00000000-0000-0000-0000-000000000000}"/>
          </ac:graphicFrameMkLst>
        </pc:graphicFrameChg>
      </pc:sldChg>
      <pc:sldChg chg="modSp mod">
        <pc:chgData name="janghoon jun" userId="056a5883350c2f5e" providerId="LiveId" clId="{6DA654A6-03B0-40F7-A259-B276216985A6}" dt="2026-09-10T03:23:12.656" v="4546" actId="271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9-10T03:23:12.656" v="4546" actId="2710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22:18.743" v="4536" actId="255"/>
        <pc:sldMkLst>
          <pc:docMk/>
          <pc:sldMk cId="0" sldId="272"/>
        </pc:sldMkLst>
        <pc:graphicFrameChg chg="modGraphic">
          <ac:chgData name="janghoon jun" userId="056a5883350c2f5e" providerId="LiveId" clId="{6DA654A6-03B0-40F7-A259-B276216985A6}" dt="2026-09-10T03:22:18.743" v="4536" actId="255"/>
          <ac:graphicFrameMkLst>
            <pc:docMk/>
            <pc:sldMk cId="0" sldId="272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14.195" v="4600" actId="1076"/>
        <pc:sldMkLst>
          <pc:docMk/>
          <pc:sldMk cId="2755278307" sldId="272"/>
        </pc:sldMkLst>
        <pc:spChg chg="mod">
          <ac:chgData name="janghoon jun" userId="056a5883350c2f5e" providerId="LiveId" clId="{6DA654A6-03B0-40F7-A259-B276216985A6}" dt="2026-09-10T05:01:06.801" v="4596"/>
          <ac:spMkLst>
            <pc:docMk/>
            <pc:sldMk cId="2755278307" sldId="272"/>
            <ac:spMk id="2" creationId="{47399A34-AE2B-4CC6-8304-596321EC9448}"/>
          </ac:spMkLst>
        </pc:spChg>
        <pc:spChg chg="del">
          <ac:chgData name="janghoon jun" userId="056a5883350c2f5e" providerId="LiveId" clId="{6DA654A6-03B0-40F7-A259-B276216985A6}" dt="2026-09-10T05:01:02.342" v="4594" actId="478"/>
          <ac:spMkLst>
            <pc:docMk/>
            <pc:sldMk cId="2755278307" sldId="272"/>
            <ac:spMk id="3" creationId="{8C665CBB-843D-1473-C103-8CBA53FCFA04}"/>
          </ac:spMkLst>
        </pc:spChg>
        <pc:spChg chg="add del mod">
          <ac:chgData name="janghoon jun" userId="056a5883350c2f5e" providerId="LiveId" clId="{6DA654A6-03B0-40F7-A259-B276216985A6}" dt="2026-09-10T05:01:11.596" v="4598" actId="478"/>
          <ac:spMkLst>
            <pc:docMk/>
            <pc:sldMk cId="2755278307" sldId="272"/>
            <ac:spMk id="5" creationId="{093EABBB-1335-B701-D6E0-0A3678A54285}"/>
          </ac:spMkLst>
        </pc:spChg>
        <pc:picChg chg="add mod">
          <ac:chgData name="janghoon jun" userId="056a5883350c2f5e" providerId="LiveId" clId="{6DA654A6-03B0-40F7-A259-B276216985A6}" dt="2026-09-10T05:01:14.195" v="4600" actId="1076"/>
          <ac:picMkLst>
            <pc:docMk/>
            <pc:sldMk cId="2755278307" sldId="272"/>
            <ac:picMk id="7" creationId="{DB5C9DB1-2489-F3D0-1976-537E15A9259F}"/>
          </ac:picMkLst>
        </pc:picChg>
      </pc:sldChg>
      <pc:sldChg chg="modSp mod">
        <pc:chgData name="janghoon jun" userId="056a5883350c2f5e" providerId="LiveId" clId="{6DA654A6-03B0-40F7-A259-B276216985A6}" dt="2026-09-10T03:21:38.729" v="4528" actId="255"/>
        <pc:sldMkLst>
          <pc:docMk/>
          <pc:sldMk cId="0" sldId="273"/>
        </pc:sldMkLst>
        <pc:graphicFrameChg chg="modGraphic">
          <ac:chgData name="janghoon jun" userId="056a5883350c2f5e" providerId="LiveId" clId="{6DA654A6-03B0-40F7-A259-B276216985A6}" dt="2026-09-10T03:21:38.729" v="4528" actId="255"/>
          <ac:graphicFrameMkLst>
            <pc:docMk/>
            <pc:sldMk cId="0" sldId="273"/>
            <ac:graphicFrameMk id="6" creationId="{E510CECF-189E-7B95-A7D1-8CF39243907A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44.278" v="4607" actId="22"/>
        <pc:sldMkLst>
          <pc:docMk/>
          <pc:sldMk cId="3764616405" sldId="273"/>
        </pc:sldMkLst>
        <pc:spChg chg="mod">
          <ac:chgData name="janghoon jun" userId="056a5883350c2f5e" providerId="LiveId" clId="{6DA654A6-03B0-40F7-A259-B276216985A6}" dt="2026-09-10T05:01:39.369" v="4604"/>
          <ac:spMkLst>
            <pc:docMk/>
            <pc:sldMk cId="3764616405" sldId="273"/>
            <ac:spMk id="2" creationId="{81756DD1-59E1-2584-8E19-3E1B59037185}"/>
          </ac:spMkLst>
        </pc:spChg>
        <pc:picChg chg="add">
          <ac:chgData name="janghoon jun" userId="056a5883350c2f5e" providerId="LiveId" clId="{6DA654A6-03B0-40F7-A259-B276216985A6}" dt="2026-09-10T05:01:44.278" v="4607" actId="22"/>
          <ac:picMkLst>
            <pc:docMk/>
            <pc:sldMk cId="3764616405" sldId="273"/>
            <ac:picMk id="4" creationId="{4D791A2B-D934-61D3-05BA-457321A70678}"/>
          </ac:picMkLst>
        </pc:picChg>
        <pc:picChg chg="del">
          <ac:chgData name="janghoon jun" userId="056a5883350c2f5e" providerId="LiveId" clId="{6DA654A6-03B0-40F7-A259-B276216985A6}" dt="2026-09-10T05:01:43.956" v="4606" actId="478"/>
          <ac:picMkLst>
            <pc:docMk/>
            <pc:sldMk cId="3764616405" sldId="273"/>
            <ac:picMk id="7" creationId="{C0C8C0CA-19F3-5E89-D747-E613365C3187}"/>
          </ac:picMkLst>
        </pc:picChg>
      </pc:sldChg>
      <pc:sldChg chg="modSp mod">
        <pc:chgData name="janghoon jun" userId="056a5883350c2f5e" providerId="LiveId" clId="{6DA654A6-03B0-40F7-A259-B276216985A6}" dt="2026-09-10T03:21:46.220" v="4529" actId="255"/>
        <pc:sldMkLst>
          <pc:docMk/>
          <pc:sldMk cId="0" sldId="274"/>
        </pc:sldMkLst>
        <pc:graphicFrameChg chg="modGraphic">
          <ac:chgData name="janghoon jun" userId="056a5883350c2f5e" providerId="LiveId" clId="{6DA654A6-03B0-40F7-A259-B276216985A6}" dt="2026-09-10T03:21:46.220" v="4529" actId="255"/>
          <ac:graphicFrameMkLst>
            <pc:docMk/>
            <pc:sldMk cId="0" sldId="274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59.785" v="4614" actId="22"/>
        <pc:sldMkLst>
          <pc:docMk/>
          <pc:sldMk cId="2820107391" sldId="274"/>
        </pc:sldMkLst>
        <pc:spChg chg="mod">
          <ac:chgData name="janghoon jun" userId="056a5883350c2f5e" providerId="LiveId" clId="{6DA654A6-03B0-40F7-A259-B276216985A6}" dt="2026-09-10T05:01:56.743" v="4612"/>
          <ac:spMkLst>
            <pc:docMk/>
            <pc:sldMk cId="2820107391" sldId="274"/>
            <ac:spMk id="2" creationId="{96BE39D2-BACD-9BFA-6BEF-E23EB76F52A3}"/>
          </ac:spMkLst>
        </pc:spChg>
        <pc:picChg chg="del">
          <ac:chgData name="janghoon jun" userId="056a5883350c2f5e" providerId="LiveId" clId="{6DA654A6-03B0-40F7-A259-B276216985A6}" dt="2026-09-10T05:01:51.432" v="4610" actId="478"/>
          <ac:picMkLst>
            <pc:docMk/>
            <pc:sldMk cId="2820107391" sldId="274"/>
            <ac:picMk id="4" creationId="{44560D41-702E-22B7-E44B-6688B87607EB}"/>
          </ac:picMkLst>
        </pc:picChg>
        <pc:picChg chg="add">
          <ac:chgData name="janghoon jun" userId="056a5883350c2f5e" providerId="LiveId" clId="{6DA654A6-03B0-40F7-A259-B276216985A6}" dt="2026-09-10T05:01:59.785" v="4614" actId="22"/>
          <ac:picMkLst>
            <pc:docMk/>
            <pc:sldMk cId="2820107391" sldId="274"/>
            <ac:picMk id="5" creationId="{789B8AA2-C797-6A65-8F18-1F3D8565FBA8}"/>
          </ac:picMkLst>
        </pc:picChg>
      </pc:sldChg>
      <pc:sldChg chg="modSp mod">
        <pc:chgData name="janghoon jun" userId="056a5883350c2f5e" providerId="LiveId" clId="{6DA654A6-03B0-40F7-A259-B276216985A6}" dt="2026-09-10T03:23:26.413" v="4549" actId="2710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9-10T03:23:26.413" v="4549" actId="2710"/>
          <ac:spMkLst>
            <pc:docMk/>
            <pc:sldMk cId="0" sldId="275"/>
            <ac:spMk id="4" creationId="{00000000-0000-0000-0000-000000000000}"/>
          </ac:spMkLst>
        </pc:spChg>
      </pc:sldChg>
      <pc:sldChg chg="addSp delSp modSp add mod">
        <pc:chgData name="janghoon jun" userId="056a5883350c2f5e" providerId="LiveId" clId="{6DA654A6-03B0-40F7-A259-B276216985A6}" dt="2026-09-10T05:02:27.064" v="4625" actId="1076"/>
        <pc:sldMkLst>
          <pc:docMk/>
          <pc:sldMk cId="1751739855" sldId="275"/>
        </pc:sldMkLst>
        <pc:spChg chg="mod">
          <ac:chgData name="janghoon jun" userId="056a5883350c2f5e" providerId="LiveId" clId="{6DA654A6-03B0-40F7-A259-B276216985A6}" dt="2026-09-10T05:02:08.939" v="4618"/>
          <ac:spMkLst>
            <pc:docMk/>
            <pc:sldMk cId="1751739855" sldId="275"/>
            <ac:spMk id="2" creationId="{6F7E1DCF-9740-40AC-B307-1426493A0AC5}"/>
          </ac:spMkLst>
        </pc:spChg>
        <pc:picChg chg="add mod">
          <ac:chgData name="janghoon jun" userId="056a5883350c2f5e" providerId="LiveId" clId="{6DA654A6-03B0-40F7-A259-B276216985A6}" dt="2026-09-10T05:02:27.064" v="4625" actId="1076"/>
          <ac:picMkLst>
            <pc:docMk/>
            <pc:sldMk cId="1751739855" sldId="275"/>
            <ac:picMk id="4" creationId="{84710ACD-2049-27DA-4399-427001462009}"/>
          </ac:picMkLst>
        </pc:picChg>
        <pc:picChg chg="del">
          <ac:chgData name="janghoon jun" userId="056a5883350c2f5e" providerId="LiveId" clId="{6DA654A6-03B0-40F7-A259-B276216985A6}" dt="2026-09-10T05:02:12.860" v="4620" actId="478"/>
          <ac:picMkLst>
            <pc:docMk/>
            <pc:sldMk cId="1751739855" sldId="275"/>
            <ac:picMk id="5" creationId="{9575D779-2B9E-87D3-6075-E635B5824B4E}"/>
          </ac:picMkLst>
        </pc:picChg>
      </pc:sldChg>
      <pc:sldChg chg="modSp mod">
        <pc:chgData name="janghoon jun" userId="056a5883350c2f5e" providerId="LiveId" clId="{6DA654A6-03B0-40F7-A259-B276216985A6}" dt="2026-09-10T03:21:51.722" v="4530" actId="255"/>
        <pc:sldMkLst>
          <pc:docMk/>
          <pc:sldMk cId="0" sldId="276"/>
        </pc:sldMkLst>
        <pc:graphicFrameChg chg="modGraphic">
          <ac:chgData name="janghoon jun" userId="056a5883350c2f5e" providerId="LiveId" clId="{6DA654A6-03B0-40F7-A259-B276216985A6}" dt="2026-09-10T03:21:51.722" v="4530" actId="255"/>
          <ac:graphicFrameMkLst>
            <pc:docMk/>
            <pc:sldMk cId="0" sldId="276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2:45.534" v="4632" actId="22"/>
        <pc:sldMkLst>
          <pc:docMk/>
          <pc:sldMk cId="1504938630" sldId="276"/>
        </pc:sldMkLst>
        <pc:spChg chg="mod">
          <ac:chgData name="janghoon jun" userId="056a5883350c2f5e" providerId="LiveId" clId="{6DA654A6-03B0-40F7-A259-B276216985A6}" dt="2026-09-10T05:02:40.704" v="4629"/>
          <ac:spMkLst>
            <pc:docMk/>
            <pc:sldMk cId="1504938630" sldId="276"/>
            <ac:spMk id="2" creationId="{913683FB-DF95-E126-F2AF-437AEE942621}"/>
          </ac:spMkLst>
        </pc:spChg>
        <pc:picChg chg="del">
          <ac:chgData name="janghoon jun" userId="056a5883350c2f5e" providerId="LiveId" clId="{6DA654A6-03B0-40F7-A259-B276216985A6}" dt="2026-09-10T05:02:45.004" v="4631" actId="478"/>
          <ac:picMkLst>
            <pc:docMk/>
            <pc:sldMk cId="1504938630" sldId="276"/>
            <ac:picMk id="4" creationId="{46693135-C301-9F06-2589-F08988C88813}"/>
          </ac:picMkLst>
        </pc:picChg>
        <pc:picChg chg="add">
          <ac:chgData name="janghoon jun" userId="056a5883350c2f5e" providerId="LiveId" clId="{6DA654A6-03B0-40F7-A259-B276216985A6}" dt="2026-09-10T05:02:45.534" v="4632" actId="22"/>
          <ac:picMkLst>
            <pc:docMk/>
            <pc:sldMk cId="1504938630" sldId="276"/>
            <ac:picMk id="5" creationId="{D4DA04F9-B60D-B9E9-17B8-B1E936BB0517}"/>
          </ac:picMkLst>
        </pc:picChg>
      </pc:sldChg>
      <pc:sldChg chg="add del">
        <pc:chgData name="janghoon jun" userId="056a5883350c2f5e" providerId="LiveId" clId="{6DA654A6-03B0-40F7-A259-B276216985A6}" dt="2026-09-10T05:03:12.292" v="4635" actId="47"/>
        <pc:sldMkLst>
          <pc:docMk/>
          <pc:sldMk cId="2410116862" sldId="277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2026-09-17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연구미팅용 발표자료. 0910 체성분 개별변수 vs AEC 성능비교 결과 발표 — 배경(AEC 신호 부재)→방법→결과→논의 순으로 진행.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1074" y="2203269"/>
            <a:ext cx="967284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chemeClr val="bg1"/>
                </a:solidFill>
              </a:rPr>
              <a:t>Clinic4 Baseline Logistic Regression (Gangnam)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074" y="3091544"/>
            <a:ext cx="13292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chemeClr val="bg1"/>
                </a:solidFill>
              </a:rPr>
              <a:t>2026. 10. 02</a:t>
            </a:r>
            <a:r>
              <a:rPr sz="1600">
                <a:solidFill>
                  <a:schemeClr val="bg1"/>
                </a:solidFill>
              </a:rPr>
              <a:t/>
            </a:r>
            <a:r>
              <a:rPr lang="en-US" sz="1600">
                <a:solidFill>
                  <a:schemeClr val="bg1"/>
                </a:solidFill>
              </a:rPr>
              <a:t/>
            </a:r>
            <a:endParaRPr sz="1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1074" y="3548744"/>
            <a:ext cx="19468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chemeClr val="bg1"/>
                </a:solidFill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074" y="4005944"/>
            <a:ext cx="5093254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chemeClr val="bg1"/>
                </a:solidFill>
              </a:rPr>
              <a:t>Department of, Medical Device Engineering &amp; Management</a:t>
            </a:r>
          </a:p>
          <a:p>
            <a:r>
              <a:rPr sz="1400">
                <a:solidFill>
                  <a:schemeClr val="bg1"/>
                </a:solidFill>
              </a:rPr>
              <a:t>Gangnam Severance Hospital,</a:t>
            </a:r>
          </a:p>
          <a:p>
            <a:r>
              <a:rPr sz="1400">
                <a:solidFill>
                  <a:schemeClr val="bg1"/>
                </a:solidFill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Internal: data/gangnam_final_dataset.xlsx metadata sheet (n=1,260)</a:t>
            </a:r>
          </a:p>
          <a:p>
            <a:pPr>
              <a:defRPr sz="2000"/>
            </a:pPr>
            <a:r>
              <a:t>External ①: data/sinchon_final_dataset.xlsx metadata sheet (n=1,123)</a:t>
            </a:r>
          </a:p>
          <a:p>
            <a:pPr>
              <a:defRPr sz="2000"/>
            </a:pPr>
            <a:r>
              <a:t>External ②: data/new10000_final_dataset.xlsx metadata sheet (n=10,400; CKD 컬럼 없어 HTN/DM만 검증)</a:t>
            </a:r>
          </a:p>
          <a:p>
            <a:pPr>
              <a:defRPr sz="2000"/>
            </a:pPr>
            <a:r>
              <a:t>Input: Clinic4 = Sex(M/F) + Age + Height + Weight (age/height/weight는 internal 기준 표준화)</a:t>
            </a:r>
          </a:p>
          <a:p>
            <a:pPr>
              <a:defRPr sz="2000"/>
            </a:pPr>
            <a:r>
              <a:t>Outcome: HTN / DM / CKD 각각 독립적인 logistic regression</a:t>
            </a:r>
          </a:p>
          <a:p>
            <a:pPr>
              <a:defRPr sz="2000"/>
            </a:pPr>
            <a:r>
              <a:t>하이퍼파라미터 튜닝: GridSearchCV(5-fold, scoring=roc_auc)로 internal에서 C를 AUC 최대화 기준 탐색</a:t>
            </a:r>
          </a:p>
          <a:p>
            <a:pPr>
              <a:defRPr sz="2000"/>
            </a:pPr>
            <a:r>
              <a:t>확정된 C로 internal 5-fold Stratified CV 진행: AUC는 fold별 평균±표준편차, Acc/Sens/Spec은 pooled OOF로 산출</a:t>
            </a:r>
          </a:p>
          <a:p>
            <a:pPr>
              <a:defRPr sz="2000"/>
            </a:pPr>
            <a:r>
              <a:t>Accuracy용 threshold: internal OOF ROC에서 Youden's J(Sens+Spec-1) 최대 지점</a:t>
            </a:r>
          </a:p>
          <a:p>
            <a:pPr>
              <a:defRPr sz="2000"/>
            </a:pPr>
            <a:r>
              <a:t>외부검증: internal 전체로 학습한 모델(scaler 포함)을 각 external에 frozen 적용(재학습 없음), threshold도 internal 값을 그대로 사용. AUC는 bootstrap 95% CI(2,000회)</a:t>
            </a:r>
          </a:p>
          <a:p>
            <a:pPr>
              <a:defRPr sz="2000"/>
            </a:pPr>
            <a:r>
              <a:t>Coefficient/p-value: 규제(regularization) 없는 statsmodels Logit(MLE)을 internal 전체에 별도 적합 (Wald test)</a:t>
            </a:r>
          </a:p>
          <a:p>
            <a:pPr>
              <a:defRPr sz="2000"/>
            </a:pPr>
            <a:r>
              <a:t>+AEC 성능비교: baseline에 AEC(aec_128 곡선, liver→pubis 128구간)를 추가 input으로 넣은 2개 모델 — FPCA(elbow n=3, fold별 PCA refit으로 누수 방지) / Upper-Lower ratio(곡선 앞뒤 half 평균 비율)</a:t>
            </a:r>
          </a:p>
          <a:p>
            <a:pPr>
              <a:defRPr sz="2000"/>
            </a:pPr>
            <a:r>
              <a:t>모델간 유의성: baseline과 +AEC 모델의 AUC 차이를 같은 환자 집합에서 DeLong paired test로 검정, BH-FDR로 다중비교 보정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1. Clinic4 Baseline 성능 (Internal 5-fold CV / External frozen)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975360"/>
          <a:ext cx="11176000" cy="5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1777"/>
                <a:gridCol w="1241777"/>
                <a:gridCol w="1241777"/>
                <a:gridCol w="1241777"/>
                <a:gridCol w="1241777"/>
                <a:gridCol w="1241777"/>
                <a:gridCol w="1241777"/>
                <a:gridCol w="1241777"/>
                <a:gridCol w="1241784"/>
              </a:tblGrid>
              <a:tr h="60888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n (pos)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Best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Accuracy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고혈압(HTN)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1260 (386)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0.796 ± 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0.708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1123 (507)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0.72 [0.69, 0.75]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0.667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(New10000)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10400 (2104)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0.655 [0.643, 0.667]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0.61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당뇨병(DM)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1260 (233)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316.2278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0.722 ± 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0.57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1123 (335)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316.2278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0.666 [0.632, 0.699]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0.527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(New10000)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10400 (1216)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316.2278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0.641 [0.625, 0.657]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0.481</a:t>
                      </a:r>
                    </a:p>
                  </a:txBody>
                  <a:tcPr/>
                </a:tc>
              </a:tr>
              <a:tr h="60888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만성신장질환(CKD)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1260 (105)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3.1623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0.771 ± 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0.646</a:t>
                      </a:r>
                    </a:p>
                  </a:txBody>
                  <a:tcPr/>
                </a:tc>
              </a:tr>
              <a:tr h="608896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1123 (188)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3.1623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0.615 [0.571, 0.661]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2. Clinic4 Coefficient / Odds Ratio (Internal)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975360"/>
          <a:ext cx="11175997" cy="5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8790"/>
                <a:gridCol w="2599069"/>
                <a:gridCol w="2599069"/>
                <a:gridCol w="2599069"/>
              </a:tblGrid>
              <a:tr h="42153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Odds Ratio</a:t>
                      </a:r>
                    </a:p>
                  </a:txBody>
                  <a:tcPr/>
                </a:tc>
              </a:tr>
              <a:tr h="421538">
                <a:tc rowSpan="4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고혈압(HTN)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Sex(M)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2.393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2.763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0.687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1.828</a:t>
                      </a:r>
                    </a:p>
                  </a:txBody>
                  <a:tcPr/>
                </a:tc>
              </a:tr>
              <a:tr h="421538">
                <a:tc rowSpan="4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당뇨병(DM)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Sex(M)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1.964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1.723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0.648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1.867</a:t>
                      </a:r>
                    </a:p>
                  </a:txBody>
                  <a:tcPr/>
                </a:tc>
              </a:tr>
              <a:tr h="421538">
                <a:tc rowSpan="4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만성신장질환(CKD)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Sex(M)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3.606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2.019</a:t>
                      </a:r>
                    </a:p>
                  </a:txBody>
                  <a:tcPr/>
                </a:tc>
              </a:tr>
              <a:tr h="42153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0.69</a:t>
                      </a:r>
                    </a:p>
                  </a:txBody>
                  <a:tcPr/>
                </a:tc>
              </a:tr>
              <a:tr h="421544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1.715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3. +AEC 성능비교 vs Baseline (DeLong paired AUC test, *q&lt;0.05)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8000" y="975360"/>
          <a:ext cx="11175996" cy="5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865"/>
                <a:gridCol w="2168477"/>
                <a:gridCol w="1834865"/>
                <a:gridCol w="2502089"/>
                <a:gridCol w="1334447"/>
                <a:gridCol w="1501253"/>
              </a:tblGrid>
              <a:tr h="32235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AUC (Baseline→+AEC, 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q (BH-FDR)</a:t>
                      </a:r>
                    </a:p>
                  </a:txBody>
                  <a:tcPr/>
                </a:tc>
              </a:tr>
              <a:tr h="322352">
                <a:tc rowSpan="4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만성신장질환(CKD)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+AEC FPCA(n=3)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0.769 → 0.771 (+0.002)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0.857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0.615 → 0.629 (+0.014)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0.080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rowSpan="2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+AEC Upper/Lower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0.769 → 0.774 (+0.004)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0.575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0.615 → 0.633 (+0.018)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0.065</a:t>
                      </a:r>
                    </a:p>
                  </a:txBody>
                  <a:tcPr/>
                </a:tc>
              </a:tr>
              <a:tr h="322352">
                <a:tc rowSpan="6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당뇨병(DM)</a:t>
                      </a:r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+AEC FPCA(n=3)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0.72 → 0.735 (+0.016)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0.210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0.666 → 0.68 (+0.014)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0.292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0.646 → 0.643 (-0.003)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0.801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rowSpan="3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+AEC Upper/Lower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0.72 → 0.734 (+0.014)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0.175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0.666 → 0.675 (+0.010)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0.523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0.646 → 0.642 (-0.005)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0.621</a:t>
                      </a:r>
                    </a:p>
                  </a:txBody>
                  <a:tcPr/>
                </a:tc>
              </a:tr>
              <a:tr h="322352">
                <a:tc rowSpan="6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고혈압(HTN)</a:t>
                      </a:r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+AEC FPCA(n=3)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0.795 → 0.805 (+0.011)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0.175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0.72 → 0.73 (+0.010)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0.235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0.666 → 0.657 (-0.009)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0.080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rowSpan="3"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+AEC Upper/Lower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Internal (Gangnam)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0.795 → 0.801 (+0.006)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0.328</a:t>
                      </a:r>
                    </a:p>
                  </a:txBody>
                  <a:tcPr/>
                </a:tc>
              </a:tr>
              <a:tr h="322352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(Sinchon)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0.72 → 0.727 (+0.007)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0.466</a:t>
                      </a:r>
                    </a:p>
                  </a:txBody>
                  <a:tcPr/>
                </a:tc>
              </a:tr>
              <a:tr h="32236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External (New10000)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0.666 → 0.656 (-0.010)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0.072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1. ROC Curve — Internal vs External</a:t>
            </a:r>
          </a:p>
        </p:txBody>
      </p:sp>
      <p:pic>
        <p:nvPicPr>
          <p:cNvPr id="3" name="Picture 2" descr="roc_curv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812276"/>
            <a:ext cx="11176000" cy="38061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2. ROC Curve — Baseline vs +AEC (Internal)</a:t>
            </a:r>
          </a:p>
        </p:txBody>
      </p:sp>
      <p:pic>
        <p:nvPicPr>
          <p:cNvPr id="3" name="Picture 2" descr="roc_curve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812276"/>
            <a:ext cx="11176000" cy="38061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7225</TotalTime>
  <Words>2813</Words>
  <Application>Microsoft Office PowerPoint</Application>
  <PresentationFormat>와이드스크린</PresentationFormat>
  <Paragraphs>182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KoPub돋움체 Bold</vt:lpstr>
      <vt:lpstr>Arial</vt:lpstr>
      <vt:lpstr>KoPub돋움체 Medium</vt:lpstr>
      <vt:lpstr>Office 테마</vt:lpstr>
      <vt:lpstr>PowerPoint 프레젠테이션</vt:lpstr>
      <vt:lpstr>연구 배경 및 목적</vt:lpstr>
      <vt:lpstr>Research Summary</vt:lpstr>
      <vt:lpstr>실험설계 ① 모델 정의</vt:lpstr>
      <vt:lpstr>실험설계 ② 검증 원칙</vt:lpstr>
      <vt:lpstr>실험설계 ③-0 VIF — 체성분 스칼라 9종 동시 투입 시</vt:lpstr>
      <vt:lpstr>실험설계 ③-1 개별모델 VIF — 체성분 스칼라 8종</vt:lpstr>
      <vt:lpstr>실험설계 ③-2 개별모델 VIF — 변수간 비율 3종</vt:lpstr>
      <vt:lpstr>실험설계 ③-3 개별모델 VIF — 곡선 FPCA(elbow n) 7종</vt:lpstr>
      <vt:lpstr>실험설계 ③-4 개별모델 VIF — 곡선 Upper/Lower ratio 7종</vt:lpstr>
      <vt:lpstr>실험설계 ③-5 개별모델 VIF — 곡선 slope 7종</vt:lpstr>
      <vt:lpstr>실험설계 ③-6 개별모델 VIF 종합 (32개 전체 한눈에)</vt:lpstr>
      <vt:lpstr>결과 ① AUC 요약 — 체성분 스칼라 8종</vt:lpstr>
      <vt:lpstr>결과 ①-보충: ROC·Calibration·DCA — 체성분 스칼라 8종</vt:lpstr>
      <vt:lpstr>결과 ② AUC 요약 — 변수간 비율 3종</vt:lpstr>
      <vt:lpstr>결과 ②-보충: ROC·Calibration·DCA — 변수간 비율 3종</vt:lpstr>
      <vt:lpstr>결과 ③ AUC 요약 — 곡선 FPCA(elbow n)</vt:lpstr>
      <vt:lpstr>결과 ③-보충: ROC·Calibration·DCA — 곡선 FPCA(elbow n)</vt:lpstr>
      <vt:lpstr>결과 ④ AUC 요약 — 곡선 Upper/Lower ratio</vt:lpstr>
      <vt:lpstr>결과 ④-보충: ROC·Calibration·DCA — 곡선 Upper/Lower ratio</vt:lpstr>
      <vt:lpstr>결과 ⑤ AUC 요약 — 곡선 slope (liver→pubis 선형추세)</vt:lpstr>
      <vt:lpstr>결과 ⑤-보충: ROC·Calibration·DCA — 곡선 slope</vt:lpstr>
      <vt:lpstr>결과 ⑥ Top5 종합 비교 (3질환 한눈에)</vt:lpstr>
      <vt:lpstr>결과 ⑦ Top 5 교차비교 — HTN</vt:lpstr>
      <vt:lpstr>결과 ⑦ Top 5 교차비교 — DM</vt:lpstr>
      <vt:lpstr>결과 ⑦ Top 5 교차비교 — CKD</vt:lpstr>
      <vt:lpstr>결과 ⑧ DeLong·BH-FDR 유의 결과 (external, q&lt;0.05)</vt:lpstr>
      <vt:lpstr>결과 ⑨ 3번째 검증 코호트(new10000) AUC 비교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700</cp:revision>
  <dcterms:created xsi:type="dcterms:W3CDTF">2026-04-09T07:05:16Z</dcterms:created>
  <dcterms:modified xsi:type="dcterms:W3CDTF">2026-09-17T03:19:59Z</dcterms:modified>
</cp:coreProperties>
</file>
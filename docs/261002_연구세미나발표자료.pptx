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65" r:id="rId4"/>
  </p:sldIdLst>
  <p:sldSz cx="12192000" cy="6858000"/>
  <p:notesSz cx="6858000" cy="9144000"/>
  <p:embeddedFontLst>
    <p:embeddedFont>
      <p:font typeface="KoPub돋움체 Bold" panose="00000800000000000000" pitchFamily="2" charset="-127"/>
      <p:bold r:id="rId6"/>
    </p:embeddedFont>
    <p:embeddedFont>
      <p:font typeface="KoPub돋움체 Medium" panose="00000600000000000000" pitchFamily="2" charset="-127"/>
      <p:regular r:id="rId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7152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연구미팅용 발표자료. 0910 체성분 개별변수 vs AEC 성능비교 결과 발표 — 배경(AEC 신호 부재)→방법→결과→논의 순으로 진행.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967284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dirty="0">
                <a:solidFill>
                  <a:schemeClr val="bg1"/>
                </a:solidFill>
              </a:rPr>
              <a:t>Clinic4 Baseline Logistic Regression (Gangnam)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of,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1. Data Distribution</a:t>
            </a:r>
            <a:endParaRPr dirty="0"/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1031A555-22E1-74AE-827A-BDFD749055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7119471"/>
              </p:ext>
            </p:extLst>
          </p:nvPr>
        </p:nvGraphicFramePr>
        <p:xfrm>
          <a:off x="508000" y="896938"/>
          <a:ext cx="11176000" cy="4079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35200">
                  <a:extLst>
                    <a:ext uri="{9D8B030D-6E8A-4147-A177-3AD203B41FA5}">
                      <a16:colId xmlns:a16="http://schemas.microsoft.com/office/drawing/2014/main" val="2182439397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557669295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1121518489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3187151995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5395866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강남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예후데이터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038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982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97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987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865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0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1737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786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7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78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4838948"/>
                  </a:ext>
                </a:extLst>
              </a:tr>
            </a:tbl>
          </a:graphicData>
        </a:graphic>
      </p:graphicFrame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410ED46-060A-A56E-9949-8CF666075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F4B1F856-E485-3DAE-0BC5-091547E84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8609C3-AA2A-454B-3698-DA37B1563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7227</TotalTime>
  <Words>69</Words>
  <Application>Microsoft Office PowerPoint</Application>
  <PresentationFormat>와이드스크린</PresentationFormat>
  <Paragraphs>14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KoPub돋움체 Bold</vt:lpstr>
      <vt:lpstr>Arial</vt:lpstr>
      <vt:lpstr>KoPub돋움체 Medium</vt:lpstr>
      <vt:lpstr>Office 테마</vt:lpstr>
      <vt:lpstr>PowerPoint 프레젠테이션</vt:lpstr>
      <vt:lpstr>Table 1. Data Distribution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702</cp:revision>
  <dcterms:created xsi:type="dcterms:W3CDTF">2026-04-09T07:05:16Z</dcterms:created>
  <dcterms:modified xsi:type="dcterms:W3CDTF">2026-09-23T04:01:26Z</dcterms:modified>
</cp:coreProperties>
</file>
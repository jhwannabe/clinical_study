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657" r:id="rId3"/>
    <p:sldId id="646" r:id="rId4"/>
    <p:sldId id="645" r:id="rId5"/>
    <p:sldId id="648" r:id="rId6"/>
    <p:sldId id="656" r:id="rId7"/>
    <p:sldId id="650" r:id="rId8"/>
    <p:sldId id="651" r:id="rId9"/>
    <p:sldId id="652" r:id="rId10"/>
    <p:sldId id="653" r:id="rId11"/>
    <p:sldId id="658" r:id="rId12"/>
    <p:sldId id="659" r:id="rId13"/>
    <p:sldId id="660" r:id="rId14"/>
    <p:sldId id="654" r:id="rId15"/>
    <p:sldId id="487" r:id="rId16"/>
  </p:sldIdLst>
  <p:sldSz cx="12192000" cy="6858000"/>
  <p:notesSz cx="6858000" cy="9144000"/>
  <p:embeddedFontLst>
    <p:embeddedFont>
      <p:font typeface="KoPub돋움체 Bold" panose="00000800000000000000" pitchFamily="2" charset="-127"/>
      <p:bold r:id="rId18"/>
    </p:embeddedFont>
    <p:embeddedFont>
      <p:font typeface="KoPub돋움체 Medium" panose="00000600000000000000" pitchFamily="2" charset="-127"/>
      <p:regular r:id="rId1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97B6DF2-66C3-4074-9053-F9AA00FED5D5}">
          <p14:sldIdLst>
            <p14:sldId id="256"/>
            <p14:sldId id="657"/>
            <p14:sldId id="646"/>
            <p14:sldId id="645"/>
            <p14:sldId id="648"/>
            <p14:sldId id="656"/>
            <p14:sldId id="650"/>
            <p14:sldId id="651"/>
            <p14:sldId id="652"/>
            <p14:sldId id="653"/>
            <p14:sldId id="658"/>
            <p14:sldId id="659"/>
            <p14:sldId id="660"/>
            <p14:sldId id="654"/>
            <p14:sldId id="48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전장훈" initials="전" lastIdx="19" clrIdx="0">
    <p:extLst>
      <p:ext uri="{19B8F6BF-5375-455C-9EA6-DF929625EA0E}">
        <p15:presenceInfo xmlns:p15="http://schemas.microsoft.com/office/powerpoint/2012/main" userId="전장훈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597"/>
    <a:srgbClr val="5C7DD0"/>
    <a:srgbClr val="1F346B"/>
    <a:srgbClr val="023670"/>
    <a:srgbClr val="17A5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7152" autoAdjust="0"/>
  </p:normalViewPr>
  <p:slideViewPr>
    <p:cSldViewPr snapToGrid="0">
      <p:cViewPr varScale="1">
        <p:scale>
          <a:sx n="96" d="100"/>
          <a:sy n="96" d="100"/>
        </p:scale>
        <p:origin x="1092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ghoon jun" userId="056a5883350c2f5e" providerId="LiveId" clId="{6DA654A6-03B0-40F7-A259-B276216985A6}"/>
    <pc:docChg chg="undo redo custSel addSld delSld modSld sldOrd modSection">
      <pc:chgData name="janghoon jun" userId="056a5883350c2f5e" providerId="LiveId" clId="{6DA654A6-03B0-40F7-A259-B276216985A6}" dt="2026-08-14T07:06:25.807" v="3604" actId="1076"/>
      <pc:docMkLst>
        <pc:docMk/>
      </pc:docMkLst>
      <pc:sldChg chg="modSp mod modNotes modNotesTx">
        <pc:chgData name="janghoon jun" userId="056a5883350c2f5e" providerId="LiveId" clId="{6DA654A6-03B0-40F7-A259-B276216985A6}" dt="2026-08-14T06:48:19.852" v="3532" actId="20577"/>
        <pc:sldMkLst>
          <pc:docMk/>
          <pc:sldMk cId="0" sldId="256"/>
        </pc:sldMkLst>
        <pc:spChg chg="mod">
          <ac:chgData name="janghoon jun" userId="056a5883350c2f5e" providerId="LiveId" clId="{6DA654A6-03B0-40F7-A259-B276216985A6}" dt="2026-08-14T04:43:52.078" v="3318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8-14T06:48:19.852" v="3532" actId="20577"/>
          <ac:spMkLst>
            <pc:docMk/>
            <pc:sldMk cId="0" sldId="256"/>
            <ac:spMk id="3" creationId="{00000000-0000-0000-0000-000000000000}"/>
          </ac:spMkLst>
        </pc:spChg>
      </pc:sldChg>
      <pc:sldChg chg="add modNotes">
        <pc:chgData name="janghoon jun" userId="056a5883350c2f5e" providerId="LiveId" clId="{6DA654A6-03B0-40F7-A259-B276216985A6}" dt="2026-08-14T01:12:23.157" v="3207" actId="368"/>
        <pc:sldMkLst>
          <pc:docMk/>
          <pc:sldMk cId="0" sldId="487"/>
        </pc:sldMkLst>
      </pc:sldChg>
      <pc:sldChg chg="modSp add del mod ord modNotes">
        <pc:chgData name="janghoon jun" userId="056a5883350c2f5e" providerId="LiveId" clId="{6DA654A6-03B0-40F7-A259-B276216985A6}" dt="2026-08-14T01:55:28.768" v="3244" actId="47"/>
        <pc:sldMkLst>
          <pc:docMk/>
          <pc:sldMk cId="1829245646" sldId="618"/>
        </pc:sldMkLst>
      </pc:sldChg>
      <pc:sldChg chg="delSp modSp del mod ord modNotes">
        <pc:chgData name="janghoon jun" userId="056a5883350c2f5e" providerId="LiveId" clId="{6DA654A6-03B0-40F7-A259-B276216985A6}" dt="2026-08-14T01:55:28.043" v="3243" actId="47"/>
        <pc:sldMkLst>
          <pc:docMk/>
          <pc:sldMk cId="1017926003" sldId="619"/>
        </pc:sldMkLst>
      </pc:sldChg>
      <pc:sldChg chg="addSp delSp modSp del mod modNotes">
        <pc:chgData name="janghoon jun" userId="056a5883350c2f5e" providerId="LiveId" clId="{6DA654A6-03B0-40F7-A259-B276216985A6}" dt="2026-08-14T01:55:29.093" v="3245" actId="47"/>
        <pc:sldMkLst>
          <pc:docMk/>
          <pc:sldMk cId="0" sldId="639"/>
        </pc:sldMkLst>
      </pc:sldChg>
      <pc:sldChg chg="addSp delSp modSp del mod chgLayout modNotes">
        <pc:chgData name="janghoon jun" userId="056a5883350c2f5e" providerId="LiveId" clId="{6DA654A6-03B0-40F7-A259-B276216985A6}" dt="2026-08-14T01:55:31.464" v="3252" actId="47"/>
        <pc:sldMkLst>
          <pc:docMk/>
          <pc:sldMk cId="0" sldId="642"/>
        </pc:sldMkLst>
      </pc:sldChg>
      <pc:sldChg chg="addSp delSp modSp add del mod ord modNotes modNotesTx">
        <pc:chgData name="janghoon jun" userId="056a5883350c2f5e" providerId="LiveId" clId="{6DA654A6-03B0-40F7-A259-B276216985A6}" dt="2026-08-14T06:42:25.329" v="3500" actId="47"/>
        <pc:sldMkLst>
          <pc:docMk/>
          <pc:sldMk cId="4186292439" sldId="643"/>
        </pc:sldMkLst>
        <pc:spChg chg="mod">
          <ac:chgData name="janghoon jun" userId="056a5883350c2f5e" providerId="LiveId" clId="{6DA654A6-03B0-40F7-A259-B276216985A6}" dt="2026-08-14T01:55:19.523" v="3241" actId="6549"/>
          <ac:spMkLst>
            <pc:docMk/>
            <pc:sldMk cId="4186292439" sldId="643"/>
            <ac:spMk id="2" creationId="{8D695D7E-5B12-EE7F-2D27-D112735D3DF1}"/>
          </ac:spMkLst>
        </pc:spChg>
        <pc:spChg chg="add mod">
          <ac:chgData name="janghoon jun" userId="056a5883350c2f5e" providerId="LiveId" clId="{6DA654A6-03B0-40F7-A259-B276216985A6}" dt="2026-08-14T06:41:59.195" v="3499" actId="6549"/>
          <ac:spMkLst>
            <pc:docMk/>
            <pc:sldMk cId="4186292439" sldId="643"/>
            <ac:spMk id="6" creationId="{D98B7DAF-1ED7-D645-9CAA-09C1CC8E5F2B}"/>
          </ac:spMkLst>
        </pc:spChg>
      </pc:sldChg>
      <pc:sldChg chg="addSp delSp modSp del mod modNotes">
        <pc:chgData name="janghoon jun" userId="056a5883350c2f5e" providerId="LiveId" clId="{6DA654A6-03B0-40F7-A259-B276216985A6}" dt="2026-08-14T06:10:52.070" v="3373" actId="47"/>
        <pc:sldMkLst>
          <pc:docMk/>
          <pc:sldMk cId="0" sldId="644"/>
        </pc:sldMkLst>
        <pc:spChg chg="mod">
          <ac:chgData name="janghoon jun" userId="056a5883350c2f5e" providerId="LiveId" clId="{6DA654A6-03B0-40F7-A259-B276216985A6}" dt="2026-08-14T06:07:13.826" v="3348" actId="6549"/>
          <ac:spMkLst>
            <pc:docMk/>
            <pc:sldMk cId="0" sldId="644"/>
            <ac:spMk id="2" creationId="{00000000-0000-0000-0000-000000000000}"/>
          </ac:spMkLst>
        </pc:spChg>
        <pc:picChg chg="mod ord">
          <ac:chgData name="janghoon jun" userId="056a5883350c2f5e" providerId="LiveId" clId="{6DA654A6-03B0-40F7-A259-B276216985A6}" dt="2026-08-14T06:07:02.100" v="3337" actId="1076"/>
          <ac:picMkLst>
            <pc:docMk/>
            <pc:sldMk cId="0" sldId="644"/>
            <ac:picMk id="4" creationId="{00000000-0000-0000-0000-000000000000}"/>
          </ac:picMkLst>
        </pc:picChg>
      </pc:sldChg>
      <pc:sldChg chg="addSp delSp modSp mod">
        <pc:chgData name="janghoon jun" userId="056a5883350c2f5e" providerId="LiveId" clId="{6DA654A6-03B0-40F7-A259-B276216985A6}" dt="2026-08-14T06:43:27.078" v="3528" actId="20577"/>
        <pc:sldMkLst>
          <pc:docMk/>
          <pc:sldMk cId="0" sldId="645"/>
        </pc:sldMkLst>
        <pc:spChg chg="mod">
          <ac:chgData name="janghoon jun" userId="056a5883350c2f5e" providerId="LiveId" clId="{6DA654A6-03B0-40F7-A259-B276216985A6}" dt="2026-08-14T06:43:27.078" v="3528" actId="20577"/>
          <ac:spMkLst>
            <pc:docMk/>
            <pc:sldMk cId="0" sldId="645"/>
            <ac:spMk id="2" creationId="{00000000-0000-0000-0000-000000000000}"/>
          </ac:spMkLst>
        </pc:spChg>
        <pc:spChg chg="del">
          <ac:chgData name="janghoon jun" userId="056a5883350c2f5e" providerId="LiveId" clId="{6DA654A6-03B0-40F7-A259-B276216985A6}" dt="2026-08-14T05:08:25.368" v="3326" actId="478"/>
          <ac:spMkLst>
            <pc:docMk/>
            <pc:sldMk cId="0" sldId="645"/>
            <ac:spMk id="3" creationId="{00000000-0000-0000-0000-000000000000}"/>
          </ac:spMkLst>
        </pc:spChg>
        <pc:spChg chg="add mod">
          <ac:chgData name="janghoon jun" userId="056a5883350c2f5e" providerId="LiveId" clId="{6DA654A6-03B0-40F7-A259-B276216985A6}" dt="2026-08-14T06:10:32.306" v="3369"/>
          <ac:spMkLst>
            <pc:docMk/>
            <pc:sldMk cId="0" sldId="645"/>
            <ac:spMk id="6" creationId="{2EE77B89-6FC1-46C9-FCA8-D569F72C24D2}"/>
          </ac:spMkLst>
        </pc:spChg>
        <pc:spChg chg="add del mod">
          <ac:chgData name="janghoon jun" userId="056a5883350c2f5e" providerId="LiveId" clId="{6DA654A6-03B0-40F7-A259-B276216985A6}" dt="2026-08-14T05:08:25.972" v="3327" actId="478"/>
          <ac:spMkLst>
            <pc:docMk/>
            <pc:sldMk cId="0" sldId="645"/>
            <ac:spMk id="6" creationId="{A22BB08F-DD74-0388-2492-23686689050A}"/>
          </ac:spMkLst>
        </pc:spChg>
        <pc:picChg chg="del mod">
          <ac:chgData name="janghoon jun" userId="056a5883350c2f5e" providerId="LiveId" clId="{6DA654A6-03B0-40F7-A259-B276216985A6}" dt="2026-08-14T06:09:15.187" v="3363" actId="478"/>
          <ac:picMkLst>
            <pc:docMk/>
            <pc:sldMk cId="0" sldId="645"/>
            <ac:picMk id="4" creationId="{00000000-0000-0000-0000-000000000000}"/>
          </ac:picMkLst>
        </pc:picChg>
        <pc:picChg chg="add mod">
          <ac:chgData name="janghoon jun" userId="056a5883350c2f5e" providerId="LiveId" clId="{6DA654A6-03B0-40F7-A259-B276216985A6}" dt="2026-08-14T06:10:43.998" v="3372" actId="1076"/>
          <ac:picMkLst>
            <pc:docMk/>
            <pc:sldMk cId="0" sldId="645"/>
            <ac:picMk id="5" creationId="{66B9F178-A999-D9EE-A624-4D55B352437A}"/>
          </ac:picMkLst>
        </pc:picChg>
      </pc:sldChg>
      <pc:sldChg chg="addSp delSp modSp add del mod chgLayout modNotes">
        <pc:chgData name="janghoon jun" userId="056a5883350c2f5e" providerId="LiveId" clId="{6DA654A6-03B0-40F7-A259-B276216985A6}" dt="2026-08-14T01:55:32.148" v="3254" actId="47"/>
        <pc:sldMkLst>
          <pc:docMk/>
          <pc:sldMk cId="238947098" sldId="645"/>
        </pc:sldMkLst>
      </pc:sldChg>
      <pc:sldChg chg="modSp mod ord">
        <pc:chgData name="janghoon jun" userId="056a5883350c2f5e" providerId="LiveId" clId="{6DA654A6-03B0-40F7-A259-B276216985A6}" dt="2026-08-14T06:35:18.862" v="3401" actId="1076"/>
        <pc:sldMkLst>
          <pc:docMk/>
          <pc:sldMk cId="0" sldId="646"/>
        </pc:sldMkLst>
        <pc:spChg chg="mod">
          <ac:chgData name="janghoon jun" userId="056a5883350c2f5e" providerId="LiveId" clId="{6DA654A6-03B0-40F7-A259-B276216985A6}" dt="2026-08-14T06:34:43.398" v="3397" actId="6549"/>
          <ac:spMkLst>
            <pc:docMk/>
            <pc:sldMk cId="0" sldId="646"/>
            <ac:spMk id="3" creationId="{00000000-0000-0000-0000-000000000000}"/>
          </ac:spMkLst>
        </pc:spChg>
        <pc:picChg chg="mod">
          <ac:chgData name="janghoon jun" userId="056a5883350c2f5e" providerId="LiveId" clId="{6DA654A6-03B0-40F7-A259-B276216985A6}" dt="2026-08-14T06:35:18.862" v="3401" actId="1076"/>
          <ac:picMkLst>
            <pc:docMk/>
            <pc:sldMk cId="0" sldId="646"/>
            <ac:picMk id="4" creationId="{00000000-0000-0000-0000-000000000000}"/>
          </ac:picMkLst>
        </pc:picChg>
      </pc:sldChg>
      <pc:sldChg chg="addSp delSp modSp add del mod chgLayout modNotes">
        <pc:chgData name="janghoon jun" userId="056a5883350c2f5e" providerId="LiveId" clId="{6DA654A6-03B0-40F7-A259-B276216985A6}" dt="2026-08-14T01:55:32.466" v="3255" actId="47"/>
        <pc:sldMkLst>
          <pc:docMk/>
          <pc:sldMk cId="3356245462" sldId="646"/>
        </pc:sldMkLst>
      </pc:sldChg>
      <pc:sldChg chg="modSp del mod">
        <pc:chgData name="janghoon jun" userId="056a5883350c2f5e" providerId="LiveId" clId="{6DA654A6-03B0-40F7-A259-B276216985A6}" dt="2026-08-14T06:10:58.904" v="3374" actId="47"/>
        <pc:sldMkLst>
          <pc:docMk/>
          <pc:sldMk cId="0" sldId="647"/>
        </pc:sldMkLst>
        <pc:picChg chg="mod">
          <ac:chgData name="janghoon jun" userId="056a5883350c2f5e" providerId="LiveId" clId="{6DA654A6-03B0-40F7-A259-B276216985A6}" dt="2026-08-14T06:08:54.038" v="3362" actId="1076"/>
          <ac:picMkLst>
            <pc:docMk/>
            <pc:sldMk cId="0" sldId="647"/>
            <ac:picMk id="4" creationId="{00000000-0000-0000-0000-000000000000}"/>
          </ac:picMkLst>
        </pc:picChg>
      </pc:sldChg>
      <pc:sldChg chg="addSp delSp modSp add del mod chgLayout modNotes">
        <pc:chgData name="janghoon jun" userId="056a5883350c2f5e" providerId="LiveId" clId="{6DA654A6-03B0-40F7-A259-B276216985A6}" dt="2026-08-14T01:55:40.762" v="3271" actId="47"/>
        <pc:sldMkLst>
          <pc:docMk/>
          <pc:sldMk cId="314155230" sldId="647"/>
        </pc:sldMkLst>
      </pc:sldChg>
      <pc:sldChg chg="addSp delSp modSp mod">
        <pc:chgData name="janghoon jun" userId="056a5883350c2f5e" providerId="LiveId" clId="{6DA654A6-03B0-40F7-A259-B276216985A6}" dt="2026-08-14T06:40:59.618" v="3496" actId="1076"/>
        <pc:sldMkLst>
          <pc:docMk/>
          <pc:sldMk cId="0" sldId="648"/>
        </pc:sldMkLst>
        <pc:spChg chg="mod">
          <ac:chgData name="janghoon jun" userId="056a5883350c2f5e" providerId="LiveId" clId="{6DA654A6-03B0-40F7-A259-B276216985A6}" dt="2026-08-14T06:40:41.613" v="3489" actId="20577"/>
          <ac:spMkLst>
            <pc:docMk/>
            <pc:sldMk cId="0" sldId="648"/>
            <ac:spMk id="3" creationId="{00000000-0000-0000-0000-000000000000}"/>
          </ac:spMkLst>
        </pc:spChg>
        <pc:spChg chg="add mod">
          <ac:chgData name="janghoon jun" userId="056a5883350c2f5e" providerId="LiveId" clId="{6DA654A6-03B0-40F7-A259-B276216985A6}" dt="2026-08-14T06:40:48.505" v="3493" actId="164"/>
          <ac:spMkLst>
            <pc:docMk/>
            <pc:sldMk cId="0" sldId="648"/>
            <ac:spMk id="4" creationId="{FE4BA54B-CC5C-3574-6659-6C8E807DD199}"/>
          </ac:spMkLst>
        </pc:spChg>
        <pc:spChg chg="add mod">
          <ac:chgData name="janghoon jun" userId="056a5883350c2f5e" providerId="LiveId" clId="{6DA654A6-03B0-40F7-A259-B276216985A6}" dt="2026-08-14T06:40:48.505" v="3493" actId="164"/>
          <ac:spMkLst>
            <pc:docMk/>
            <pc:sldMk cId="0" sldId="648"/>
            <ac:spMk id="7" creationId="{401F5E15-9BAD-EC84-B611-BE37CACA435B}"/>
          </ac:spMkLst>
        </pc:spChg>
        <pc:spChg chg="add mod">
          <ac:chgData name="janghoon jun" userId="056a5883350c2f5e" providerId="LiveId" clId="{6DA654A6-03B0-40F7-A259-B276216985A6}" dt="2026-08-14T06:40:48.505" v="3493" actId="164"/>
          <ac:spMkLst>
            <pc:docMk/>
            <pc:sldMk cId="0" sldId="648"/>
            <ac:spMk id="9" creationId="{D2CC564D-7421-FDFC-4C92-338AAC00EC81}"/>
          </ac:spMkLst>
        </pc:spChg>
        <pc:spChg chg="add mod">
          <ac:chgData name="janghoon jun" userId="056a5883350c2f5e" providerId="LiveId" clId="{6DA654A6-03B0-40F7-A259-B276216985A6}" dt="2026-08-14T06:40:48.505" v="3493" actId="164"/>
          <ac:spMkLst>
            <pc:docMk/>
            <pc:sldMk cId="0" sldId="648"/>
            <ac:spMk id="11" creationId="{F9F8BACD-CA19-B111-607F-E6A81DFE3DD0}"/>
          </ac:spMkLst>
        </pc:spChg>
        <pc:spChg chg="add del mod">
          <ac:chgData name="janghoon jun" userId="056a5883350c2f5e" providerId="LiveId" clId="{6DA654A6-03B0-40F7-A259-B276216985A6}" dt="2026-08-14T06:40:46.259" v="3492"/>
          <ac:spMkLst>
            <pc:docMk/>
            <pc:sldMk cId="0" sldId="648"/>
            <ac:spMk id="12" creationId="{67DCC017-BE51-8E47-E9D2-C7597490201B}"/>
          </ac:spMkLst>
        </pc:spChg>
        <pc:grpChg chg="add mod">
          <ac:chgData name="janghoon jun" userId="056a5883350c2f5e" providerId="LiveId" clId="{6DA654A6-03B0-40F7-A259-B276216985A6}" dt="2026-08-14T06:40:50.562" v="3494" actId="164"/>
          <ac:grpSpMkLst>
            <pc:docMk/>
            <pc:sldMk cId="0" sldId="648"/>
            <ac:grpSpMk id="13" creationId="{6C11F562-D6E5-A8DD-B44E-E45D00B1A7E7}"/>
          </ac:grpSpMkLst>
        </pc:grpChg>
        <pc:grpChg chg="add mod">
          <ac:chgData name="janghoon jun" userId="056a5883350c2f5e" providerId="LiveId" clId="{6DA654A6-03B0-40F7-A259-B276216985A6}" dt="2026-08-14T06:40:59.618" v="3496" actId="1076"/>
          <ac:grpSpMkLst>
            <pc:docMk/>
            <pc:sldMk cId="0" sldId="648"/>
            <ac:grpSpMk id="14" creationId="{AE1F5747-A0BE-D5B7-82C4-5EA459C27747}"/>
          </ac:grpSpMkLst>
        </pc:grpChg>
        <pc:picChg chg="del">
          <ac:chgData name="janghoon jun" userId="056a5883350c2f5e" providerId="LiveId" clId="{6DA654A6-03B0-40F7-A259-B276216985A6}" dt="2026-08-14T06:07:35.103" v="3357" actId="478"/>
          <ac:picMkLst>
            <pc:docMk/>
            <pc:sldMk cId="0" sldId="648"/>
            <ac:picMk id="4" creationId="{00000000-0000-0000-0000-000000000000}"/>
          </ac:picMkLst>
        </pc:picChg>
        <pc:picChg chg="add mod">
          <ac:chgData name="janghoon jun" userId="056a5883350c2f5e" providerId="LiveId" clId="{6DA654A6-03B0-40F7-A259-B276216985A6}" dt="2026-08-14T06:40:50.562" v="3494" actId="164"/>
          <ac:picMkLst>
            <pc:docMk/>
            <pc:sldMk cId="0" sldId="648"/>
            <ac:picMk id="6" creationId="{BDE1ACDC-BAD8-F200-3D91-518B390490FB}"/>
          </ac:picMkLst>
        </pc:picChg>
      </pc:sldChg>
      <pc:sldChg chg="addSp delSp modSp add del mod chgLayout modNotes">
        <pc:chgData name="janghoon jun" userId="056a5883350c2f5e" providerId="LiveId" clId="{6DA654A6-03B0-40F7-A259-B276216985A6}" dt="2026-08-14T01:55:30.807" v="3250" actId="47"/>
        <pc:sldMkLst>
          <pc:docMk/>
          <pc:sldMk cId="3609397919" sldId="648"/>
        </pc:sldMkLst>
      </pc:sldChg>
      <pc:sldChg chg="addSp delSp modSp add del mod chgLayout modNotes">
        <pc:chgData name="janghoon jun" userId="056a5883350c2f5e" providerId="LiveId" clId="{6DA654A6-03B0-40F7-A259-B276216985A6}" dt="2026-08-14T01:55:42.061" v="3275" actId="47"/>
        <pc:sldMkLst>
          <pc:docMk/>
          <pc:sldMk cId="369026705" sldId="649"/>
        </pc:sldMkLst>
      </pc:sldChg>
      <pc:sldChg chg="modSp mod">
        <pc:chgData name="janghoon jun" userId="056a5883350c2f5e" providerId="LiveId" clId="{6DA654A6-03B0-40F7-A259-B276216985A6}" dt="2026-08-14T06:38:09.884" v="3455" actId="1076"/>
        <pc:sldMkLst>
          <pc:docMk/>
          <pc:sldMk cId="0" sldId="650"/>
        </pc:sldMkLst>
        <pc:spChg chg="mod">
          <ac:chgData name="janghoon jun" userId="056a5883350c2f5e" providerId="LiveId" clId="{6DA654A6-03B0-40F7-A259-B276216985A6}" dt="2026-08-14T06:38:06.769" v="3454" actId="6549"/>
          <ac:spMkLst>
            <pc:docMk/>
            <pc:sldMk cId="0" sldId="650"/>
            <ac:spMk id="3" creationId="{00000000-0000-0000-0000-000000000000}"/>
          </ac:spMkLst>
        </pc:spChg>
        <pc:picChg chg="mod">
          <ac:chgData name="janghoon jun" userId="056a5883350c2f5e" providerId="LiveId" clId="{6DA654A6-03B0-40F7-A259-B276216985A6}" dt="2026-08-14T06:38:09.884" v="3455" actId="1076"/>
          <ac:picMkLst>
            <pc:docMk/>
            <pc:sldMk cId="0" sldId="650"/>
            <ac:picMk id="4" creationId="{00000000-0000-0000-0000-000000000000}"/>
          </ac:picMkLst>
        </pc:picChg>
      </pc:sldChg>
      <pc:sldChg chg="addSp delSp modSp add del mod chgLayout modNotes">
        <pc:chgData name="janghoon jun" userId="056a5883350c2f5e" providerId="LiveId" clId="{6DA654A6-03B0-40F7-A259-B276216985A6}" dt="2026-08-14T01:55:42.505" v="3276" actId="47"/>
        <pc:sldMkLst>
          <pc:docMk/>
          <pc:sldMk cId="191594372" sldId="650"/>
        </pc:sldMkLst>
      </pc:sldChg>
      <pc:sldChg chg="modSp mod">
        <pc:chgData name="janghoon jun" userId="056a5883350c2f5e" providerId="LiveId" clId="{6DA654A6-03B0-40F7-A259-B276216985A6}" dt="2026-08-14T06:38:15.028" v="3456" actId="6549"/>
        <pc:sldMkLst>
          <pc:docMk/>
          <pc:sldMk cId="0" sldId="651"/>
        </pc:sldMkLst>
        <pc:spChg chg="mod">
          <ac:chgData name="janghoon jun" userId="056a5883350c2f5e" providerId="LiveId" clId="{6DA654A6-03B0-40F7-A259-B276216985A6}" dt="2026-08-14T06:38:15.028" v="3456" actId="6549"/>
          <ac:spMkLst>
            <pc:docMk/>
            <pc:sldMk cId="0" sldId="651"/>
            <ac:spMk id="3" creationId="{00000000-0000-0000-0000-000000000000}"/>
          </ac:spMkLst>
        </pc:spChg>
        <pc:picChg chg="mod">
          <ac:chgData name="janghoon jun" userId="056a5883350c2f5e" providerId="LiveId" clId="{6DA654A6-03B0-40F7-A259-B276216985A6}" dt="2026-08-14T06:18:22.033" v="3384" actId="1076"/>
          <ac:picMkLst>
            <pc:docMk/>
            <pc:sldMk cId="0" sldId="651"/>
            <ac:picMk id="4" creationId="{00000000-0000-0000-0000-000000000000}"/>
          </ac:picMkLst>
        </pc:picChg>
      </pc:sldChg>
      <pc:sldChg chg="modSp mod">
        <pc:chgData name="janghoon jun" userId="056a5883350c2f5e" providerId="LiveId" clId="{6DA654A6-03B0-40F7-A259-B276216985A6}" dt="2026-08-14T06:38:24.256" v="3458" actId="6549"/>
        <pc:sldMkLst>
          <pc:docMk/>
          <pc:sldMk cId="0" sldId="652"/>
        </pc:sldMkLst>
        <pc:spChg chg="mod">
          <ac:chgData name="janghoon jun" userId="056a5883350c2f5e" providerId="LiveId" clId="{6DA654A6-03B0-40F7-A259-B276216985A6}" dt="2026-08-14T06:38:24.256" v="3458" actId="6549"/>
          <ac:spMkLst>
            <pc:docMk/>
            <pc:sldMk cId="0" sldId="652"/>
            <ac:spMk id="3" creationId="{00000000-0000-0000-0000-000000000000}"/>
          </ac:spMkLst>
        </pc:spChg>
        <pc:picChg chg="mod">
          <ac:chgData name="janghoon jun" userId="056a5883350c2f5e" providerId="LiveId" clId="{6DA654A6-03B0-40F7-A259-B276216985A6}" dt="2026-08-14T06:18:31.567" v="3386" actId="1076"/>
          <ac:picMkLst>
            <pc:docMk/>
            <pc:sldMk cId="0" sldId="652"/>
            <ac:picMk id="4" creationId="{00000000-0000-0000-0000-000000000000}"/>
          </ac:picMkLst>
        </pc:picChg>
      </pc:sldChg>
      <pc:sldChg chg="addSp delSp modSp add del mod chgLayout modNotes">
        <pc:chgData name="janghoon jun" userId="056a5883350c2f5e" providerId="LiveId" clId="{6DA654A6-03B0-40F7-A259-B276216985A6}" dt="2026-08-14T01:55:33.097" v="3257" actId="47"/>
        <pc:sldMkLst>
          <pc:docMk/>
          <pc:sldMk cId="3101624389" sldId="652"/>
        </pc:sldMkLst>
      </pc:sldChg>
      <pc:sldChg chg="addSp delSp modSp mod modNotesTx">
        <pc:chgData name="janghoon jun" userId="056a5883350c2f5e" providerId="LiveId" clId="{6DA654A6-03B0-40F7-A259-B276216985A6}" dt="2026-08-14T06:52:34.974" v="3543" actId="6549"/>
        <pc:sldMkLst>
          <pc:docMk/>
          <pc:sldMk cId="0" sldId="653"/>
        </pc:sldMkLst>
        <pc:spChg chg="del">
          <ac:chgData name="janghoon jun" userId="056a5883350c2f5e" providerId="LiveId" clId="{6DA654A6-03B0-40F7-A259-B276216985A6}" dt="2026-08-14T06:19:07.320" v="3390" actId="478"/>
          <ac:spMkLst>
            <pc:docMk/>
            <pc:sldMk cId="0" sldId="653"/>
            <ac:spMk id="3" creationId="{00000000-0000-0000-0000-000000000000}"/>
          </ac:spMkLst>
        </pc:spChg>
        <pc:spChg chg="add del mod">
          <ac:chgData name="janghoon jun" userId="056a5883350c2f5e" providerId="LiveId" clId="{6DA654A6-03B0-40F7-A259-B276216985A6}" dt="2026-08-14T06:19:08.655" v="3391" actId="478"/>
          <ac:spMkLst>
            <pc:docMk/>
            <pc:sldMk cId="0" sldId="653"/>
            <ac:spMk id="6" creationId="{9A442B27-ADB1-49FC-C345-2F16C565E342}"/>
          </ac:spMkLst>
        </pc:spChg>
        <pc:picChg chg="mod">
          <ac:chgData name="janghoon jun" userId="056a5883350c2f5e" providerId="LiveId" clId="{6DA654A6-03B0-40F7-A259-B276216985A6}" dt="2026-08-14T06:19:17.691" v="3395" actId="1076"/>
          <ac:picMkLst>
            <pc:docMk/>
            <pc:sldMk cId="0" sldId="653"/>
            <ac:picMk id="4" creationId="{00000000-0000-0000-0000-000000000000}"/>
          </ac:picMkLst>
        </pc:picChg>
      </pc:sldChg>
      <pc:sldChg chg="modSp mod">
        <pc:chgData name="janghoon jun" userId="056a5883350c2f5e" providerId="LiveId" clId="{6DA654A6-03B0-40F7-A259-B276216985A6}" dt="2026-08-14T06:39:39.789" v="3482" actId="6549"/>
        <pc:sldMkLst>
          <pc:docMk/>
          <pc:sldMk cId="0" sldId="654"/>
        </pc:sldMkLst>
        <pc:spChg chg="mod">
          <ac:chgData name="janghoon jun" userId="056a5883350c2f5e" providerId="LiveId" clId="{6DA654A6-03B0-40F7-A259-B276216985A6}" dt="2026-08-14T06:39:39.789" v="3482" actId="6549"/>
          <ac:spMkLst>
            <pc:docMk/>
            <pc:sldMk cId="0" sldId="654"/>
            <ac:spMk id="3" creationId="{00000000-0000-0000-0000-000000000000}"/>
          </ac:spMkLst>
        </pc:spChg>
      </pc:sldChg>
      <pc:sldChg chg="addSp delSp modSp del mod chgLayout modNotes">
        <pc:chgData name="janghoon jun" userId="056a5883350c2f5e" providerId="LiveId" clId="{6DA654A6-03B0-40F7-A259-B276216985A6}" dt="2026-08-14T01:55:33.437" v="3258" actId="47"/>
        <pc:sldMkLst>
          <pc:docMk/>
          <pc:sldMk cId="0" sldId="655"/>
        </pc:sldMkLst>
      </pc:sldChg>
      <pc:sldChg chg="delSp add del mod">
        <pc:chgData name="janghoon jun" userId="056a5883350c2f5e" providerId="LiveId" clId="{6DA654A6-03B0-40F7-A259-B276216985A6}" dt="2026-08-14T06:08:31.563" v="3360" actId="47"/>
        <pc:sldMkLst>
          <pc:docMk/>
          <pc:sldMk cId="1542492226" sldId="655"/>
        </pc:sldMkLst>
        <pc:picChg chg="del">
          <ac:chgData name="janghoon jun" userId="056a5883350c2f5e" providerId="LiveId" clId="{6DA654A6-03B0-40F7-A259-B276216985A6}" dt="2026-08-14T05:08:22.780" v="3325" actId="478"/>
          <ac:picMkLst>
            <pc:docMk/>
            <pc:sldMk cId="1542492226" sldId="655"/>
            <ac:picMk id="4" creationId="{E91FBC9F-B2B9-A293-7AEA-23BE16D5443E}"/>
          </ac:picMkLst>
        </pc:picChg>
      </pc:sldChg>
      <pc:sldChg chg="modSp del mod modNotes">
        <pc:chgData name="janghoon jun" userId="056a5883350c2f5e" providerId="LiveId" clId="{6DA654A6-03B0-40F7-A259-B276216985A6}" dt="2026-08-14T06:37:45.062" v="3451" actId="6549"/>
        <pc:sldMkLst>
          <pc:docMk/>
          <pc:sldMk cId="0" sldId="656"/>
        </pc:sldMkLst>
        <pc:spChg chg="mod">
          <ac:chgData name="janghoon jun" userId="056a5883350c2f5e" providerId="LiveId" clId="{6DA654A6-03B0-40F7-A259-B276216985A6}" dt="2026-08-14T06:37:45.062" v="3451" actId="6549"/>
          <ac:spMkLst>
            <pc:docMk/>
            <pc:sldMk cId="0" sldId="656"/>
            <ac:spMk id="3" creationId="{00000000-0000-0000-0000-000000000000}"/>
          </ac:spMkLst>
        </pc:spChg>
      </pc:sldChg>
      <pc:sldChg chg="addSp delSp modSp del mod modNotes">
        <pc:chgData name="janghoon jun" userId="056a5883350c2f5e" providerId="LiveId" clId="{6DA654A6-03B0-40F7-A259-B276216985A6}" dt="2026-08-14T06:51:25.897" v="3542" actId="20577"/>
        <pc:sldMkLst>
          <pc:docMk/>
          <pc:sldMk cId="0" sldId="657"/>
        </pc:sldMkLst>
        <pc:spChg chg="mod">
          <ac:chgData name="janghoon jun" userId="056a5883350c2f5e" providerId="LiveId" clId="{6DA654A6-03B0-40F7-A259-B276216985A6}" dt="2026-08-14T06:51:25.897" v="3542" actId="20577"/>
          <ac:spMkLst>
            <pc:docMk/>
            <pc:sldMk cId="0" sldId="657"/>
            <ac:spMk id="3" creationId="{00000000-0000-0000-0000-000000000000}"/>
          </ac:spMkLst>
        </pc:spChg>
        <pc:grpChg chg="add del mod">
          <ac:chgData name="janghoon jun" userId="056a5883350c2f5e" providerId="LiveId" clId="{6DA654A6-03B0-40F7-A259-B276216985A6}" dt="2026-08-13T05:04:38.869" v="3123" actId="478"/>
          <ac:grpSpMkLst>
            <pc:docMk/>
            <pc:sldMk cId="0" sldId="657"/>
            <ac:grpSpMk id="10" creationId="{8C1253C6-0D03-FA26-C1B0-EC3F66715C85}"/>
          </ac:grpSpMkLst>
        </pc:grpChg>
        <pc:grpChg chg="add mod">
          <ac:chgData name="janghoon jun" userId="056a5883350c2f5e" providerId="LiveId" clId="{6DA654A6-03B0-40F7-A259-B276216985A6}" dt="2026-08-13T05:07:47.441" v="3159" actId="1076"/>
          <ac:grpSpMkLst>
            <pc:docMk/>
            <pc:sldMk cId="0" sldId="657"/>
            <ac:grpSpMk id="13" creationId="{A4EDA582-2530-3FB2-D4E3-1FD88E8584AE}"/>
          </ac:grpSpMkLst>
        </pc:grpChg>
        <pc:picChg chg="mod modCrop">
          <ac:chgData name="janghoon jun" userId="056a5883350c2f5e" providerId="LiveId" clId="{6DA654A6-03B0-40F7-A259-B276216985A6}" dt="2026-08-13T05:07:47.441" v="3159" actId="1076"/>
          <ac:picMkLst>
            <pc:docMk/>
            <pc:sldMk cId="0" sldId="657"/>
            <ac:picMk id="5" creationId="{00000000-0000-0000-0000-000000000000}"/>
          </ac:picMkLst>
        </pc:picChg>
        <pc:picChg chg="add mod ord modCrop">
          <ac:chgData name="janghoon jun" userId="056a5883350c2f5e" providerId="LiveId" clId="{6DA654A6-03B0-40F7-A259-B276216985A6}" dt="2026-08-13T05:06:24.438" v="3144" actId="1036"/>
          <ac:picMkLst>
            <pc:docMk/>
            <pc:sldMk cId="0" sldId="657"/>
            <ac:picMk id="8" creationId="{9D0EC982-C17D-C0B8-215C-123F64E385D1}"/>
          </ac:picMkLst>
        </pc:picChg>
        <pc:picChg chg="add mod modCrop">
          <ac:chgData name="janghoon jun" userId="056a5883350c2f5e" providerId="LiveId" clId="{6DA654A6-03B0-40F7-A259-B276216985A6}" dt="2026-08-13T05:06:19.914" v="3140" actId="1035"/>
          <ac:picMkLst>
            <pc:docMk/>
            <pc:sldMk cId="0" sldId="657"/>
            <ac:picMk id="12" creationId="{629B9525-7E44-1E93-2DAA-115FA7CB5D17}"/>
          </ac:picMkLst>
        </pc:picChg>
      </pc:sldChg>
      <pc:sldChg chg="delSp modSp add del mod">
        <pc:chgData name="janghoon jun" userId="056a5883350c2f5e" providerId="LiveId" clId="{6DA654A6-03B0-40F7-A259-B276216985A6}" dt="2026-08-14T06:40:03.529" v="3483" actId="47"/>
        <pc:sldMkLst>
          <pc:docMk/>
          <pc:sldMk cId="3467848413" sldId="657"/>
        </pc:sldMkLst>
        <pc:spChg chg="mod">
          <ac:chgData name="janghoon jun" userId="056a5883350c2f5e" providerId="LiveId" clId="{6DA654A6-03B0-40F7-A259-B276216985A6}" dt="2026-08-14T06:39:22.730" v="3481" actId="5793"/>
          <ac:spMkLst>
            <pc:docMk/>
            <pc:sldMk cId="3467848413" sldId="657"/>
            <ac:spMk id="3" creationId="{4F1FB1FC-2D18-0BD5-34B6-576C76EACAD6}"/>
          </ac:spMkLst>
        </pc:spChg>
        <pc:picChg chg="del">
          <ac:chgData name="janghoon jun" userId="056a5883350c2f5e" providerId="LiveId" clId="{6DA654A6-03B0-40F7-A259-B276216985A6}" dt="2026-08-14T06:19:04.882" v="3389" actId="478"/>
          <ac:picMkLst>
            <pc:docMk/>
            <pc:sldMk cId="3467848413" sldId="657"/>
            <ac:picMk id="4" creationId="{207F3DCE-1B51-B9FF-6D6F-4F4D6A10F121}"/>
          </ac:picMkLst>
        </pc:picChg>
      </pc:sldChg>
      <pc:sldChg chg="addSp delSp modSp add mod">
        <pc:chgData name="janghoon jun" userId="056a5883350c2f5e" providerId="LiveId" clId="{6DA654A6-03B0-40F7-A259-B276216985A6}" dt="2026-08-14T07:06:25.807" v="3604" actId="1076"/>
        <pc:sldMkLst>
          <pc:docMk/>
          <pc:sldMk cId="3400705677" sldId="658"/>
        </pc:sldMkLst>
        <pc:spChg chg="add del mod">
          <ac:chgData name="janghoon jun" userId="056a5883350c2f5e" providerId="LiveId" clId="{6DA654A6-03B0-40F7-A259-B276216985A6}" dt="2026-08-14T07:06:23.623" v="3603" actId="20577"/>
          <ac:spMkLst>
            <pc:docMk/>
            <pc:sldMk cId="3400705677" sldId="658"/>
            <ac:spMk id="2" creationId="{536E7455-4619-46A5-1D4E-BDEF16EEDD35}"/>
          </ac:spMkLst>
        </pc:spChg>
        <pc:spChg chg="add del mod">
          <ac:chgData name="janghoon jun" userId="056a5883350c2f5e" providerId="LiveId" clId="{6DA654A6-03B0-40F7-A259-B276216985A6}" dt="2026-08-14T07:02:41.920" v="3551" actId="478"/>
          <ac:spMkLst>
            <pc:docMk/>
            <pc:sldMk cId="3400705677" sldId="658"/>
            <ac:spMk id="5" creationId="{1A9BA92A-7C03-C877-48CF-E4B83F614F96}"/>
          </ac:spMkLst>
        </pc:spChg>
        <pc:picChg chg="del">
          <ac:chgData name="janghoon jun" userId="056a5883350c2f5e" providerId="LiveId" clId="{6DA654A6-03B0-40F7-A259-B276216985A6}" dt="2026-08-14T07:02:31.512" v="3545" actId="478"/>
          <ac:picMkLst>
            <pc:docMk/>
            <pc:sldMk cId="3400705677" sldId="658"/>
            <ac:picMk id="4" creationId="{6CC4FD35-37C3-DE0C-B971-BDCBB1A3AFB1}"/>
          </ac:picMkLst>
        </pc:picChg>
        <pc:picChg chg="add del">
          <ac:chgData name="janghoon jun" userId="056a5883350c2f5e" providerId="LiveId" clId="{6DA654A6-03B0-40F7-A259-B276216985A6}" dt="2026-08-14T07:02:41.207" v="3549" actId="22"/>
          <ac:picMkLst>
            <pc:docMk/>
            <pc:sldMk cId="3400705677" sldId="658"/>
            <ac:picMk id="7" creationId="{B4EF0FF1-5B31-2BEF-0BFB-05A501B266D4}"/>
          </ac:picMkLst>
        </pc:picChg>
        <pc:picChg chg="add mod">
          <ac:chgData name="janghoon jun" userId="056a5883350c2f5e" providerId="LiveId" clId="{6DA654A6-03B0-40F7-A259-B276216985A6}" dt="2026-08-14T07:06:25.807" v="3604" actId="1076"/>
          <ac:picMkLst>
            <pc:docMk/>
            <pc:sldMk cId="3400705677" sldId="658"/>
            <ac:picMk id="9" creationId="{725C7C8D-EAAF-1F2D-762D-B3FAE0ABF394}"/>
          </ac:picMkLst>
        </pc:picChg>
      </pc:sldChg>
      <pc:sldChg chg="addSp delSp modSp add mod">
        <pc:chgData name="janghoon jun" userId="056a5883350c2f5e" providerId="LiveId" clId="{6DA654A6-03B0-40F7-A259-B276216985A6}" dt="2026-08-14T07:04:32.303" v="3578" actId="1076"/>
        <pc:sldMkLst>
          <pc:docMk/>
          <pc:sldMk cId="3154054274" sldId="659"/>
        </pc:sldMkLst>
        <pc:spChg chg="del">
          <ac:chgData name="janghoon jun" userId="056a5883350c2f5e" providerId="LiveId" clId="{6DA654A6-03B0-40F7-A259-B276216985A6}" dt="2026-08-14T07:03:36.676" v="3566" actId="478"/>
          <ac:spMkLst>
            <pc:docMk/>
            <pc:sldMk cId="3154054274" sldId="659"/>
            <ac:spMk id="2" creationId="{637F9F45-DFBC-23D0-31B5-E9897E8EAC74}"/>
          </ac:spMkLst>
        </pc:spChg>
        <pc:spChg chg="add del mod">
          <ac:chgData name="janghoon jun" userId="056a5883350c2f5e" providerId="LiveId" clId="{6DA654A6-03B0-40F7-A259-B276216985A6}" dt="2026-08-14T07:03:02.218" v="3560"/>
          <ac:spMkLst>
            <pc:docMk/>
            <pc:sldMk cId="3154054274" sldId="659"/>
            <ac:spMk id="3" creationId="{7B2B3B22-7FE0-D330-8C36-9FDE7B4FB752}"/>
          </ac:spMkLst>
        </pc:spChg>
        <pc:spChg chg="add del mod">
          <ac:chgData name="janghoon jun" userId="056a5883350c2f5e" providerId="LiveId" clId="{6DA654A6-03B0-40F7-A259-B276216985A6}" dt="2026-08-14T07:03:37.210" v="3567" actId="478"/>
          <ac:spMkLst>
            <pc:docMk/>
            <pc:sldMk cId="3154054274" sldId="659"/>
            <ac:spMk id="7" creationId="{BE1BD0B7-386B-6CF8-2895-4227305BBCA2}"/>
          </ac:spMkLst>
        </pc:spChg>
        <pc:picChg chg="add mod modCrop">
          <ac:chgData name="janghoon jun" userId="056a5883350c2f5e" providerId="LiveId" clId="{6DA654A6-03B0-40F7-A259-B276216985A6}" dt="2026-08-14T07:04:32.303" v="3578" actId="1076"/>
          <ac:picMkLst>
            <pc:docMk/>
            <pc:sldMk cId="3154054274" sldId="659"/>
            <ac:picMk id="5" creationId="{F4BC1582-A692-442B-93E2-1B1B246BA3A6}"/>
          </ac:picMkLst>
        </pc:picChg>
        <pc:picChg chg="del">
          <ac:chgData name="janghoon jun" userId="056a5883350c2f5e" providerId="LiveId" clId="{6DA654A6-03B0-40F7-A259-B276216985A6}" dt="2026-08-14T07:02:48.845" v="3554" actId="478"/>
          <ac:picMkLst>
            <pc:docMk/>
            <pc:sldMk cId="3154054274" sldId="659"/>
            <ac:picMk id="9" creationId="{A584C26B-0C64-CD83-9248-2F64F2ED9D7A}"/>
          </ac:picMkLst>
        </pc:picChg>
      </pc:sldChg>
      <pc:sldChg chg="addSp delSp modSp add mod">
        <pc:chgData name="janghoon jun" userId="056a5883350c2f5e" providerId="LiveId" clId="{6DA654A6-03B0-40F7-A259-B276216985A6}" dt="2026-08-14T07:04:40.336" v="3581" actId="1076"/>
        <pc:sldMkLst>
          <pc:docMk/>
          <pc:sldMk cId="88362061" sldId="660"/>
        </pc:sldMkLst>
        <pc:spChg chg="del">
          <ac:chgData name="janghoon jun" userId="056a5883350c2f5e" providerId="LiveId" clId="{6DA654A6-03B0-40F7-A259-B276216985A6}" dt="2026-08-14T07:04:09.557" v="3570" actId="478"/>
          <ac:spMkLst>
            <pc:docMk/>
            <pc:sldMk cId="88362061" sldId="660"/>
            <ac:spMk id="2" creationId="{EBFC54B7-3AE4-6073-70DE-C35A55813A21}"/>
          </ac:spMkLst>
        </pc:spChg>
        <pc:spChg chg="add del mod">
          <ac:chgData name="janghoon jun" userId="056a5883350c2f5e" providerId="LiveId" clId="{6DA654A6-03B0-40F7-A259-B276216985A6}" dt="2026-08-14T07:04:10.264" v="3571" actId="478"/>
          <ac:spMkLst>
            <pc:docMk/>
            <pc:sldMk cId="88362061" sldId="660"/>
            <ac:spMk id="4" creationId="{C854109C-4D8F-4AD3-ABE6-8E66D69C0525}"/>
          </ac:spMkLst>
        </pc:spChg>
        <pc:spChg chg="add del mod">
          <ac:chgData name="janghoon jun" userId="056a5883350c2f5e" providerId="LiveId" clId="{6DA654A6-03B0-40F7-A259-B276216985A6}" dt="2026-08-14T07:04:16.157" v="3574"/>
          <ac:spMkLst>
            <pc:docMk/>
            <pc:sldMk cId="88362061" sldId="660"/>
            <ac:spMk id="5" creationId="{2F83AD77-2840-5F79-AE82-B491E39D18B1}"/>
          </ac:spMkLst>
        </pc:spChg>
        <pc:picChg chg="add mod modCrop">
          <ac:chgData name="janghoon jun" userId="056a5883350c2f5e" providerId="LiveId" clId="{6DA654A6-03B0-40F7-A259-B276216985A6}" dt="2026-08-14T07:04:40.336" v="3581" actId="1076"/>
          <ac:picMkLst>
            <pc:docMk/>
            <pc:sldMk cId="88362061" sldId="660"/>
            <ac:picMk id="7" creationId="{D6C8801E-F737-5A0D-38EE-51652B7D41BB}"/>
          </ac:picMkLst>
        </pc:picChg>
      </pc:sldChg>
      <pc:sldChg chg="add del">
        <pc:chgData name="janghoon jun" userId="056a5883350c2f5e" providerId="LiveId" clId="{6DA654A6-03B0-40F7-A259-B276216985A6}" dt="2026-08-14T07:02:57.078" v="3557"/>
        <pc:sldMkLst>
          <pc:docMk/>
          <pc:sldMk cId="3575295449" sldId="661"/>
        </pc:sldMkLst>
      </pc:sldChg>
      <pc:sldChg chg="addSp delSp modSp del mod modNotes">
        <pc:chgData name="janghoon jun" userId="056a5883350c2f5e" providerId="LiveId" clId="{6DA654A6-03B0-40F7-A259-B276216985A6}" dt="2026-08-14T01:55:32.785" v="3256" actId="47"/>
        <pc:sldMkLst>
          <pc:docMk/>
          <pc:sldMk cId="0" sldId="662"/>
        </pc:sldMkLst>
      </pc:sldChg>
      <pc:sldChg chg="addSp delSp modSp del mod modNotes">
        <pc:chgData name="janghoon jun" userId="056a5883350c2f5e" providerId="LiveId" clId="{6DA654A6-03B0-40F7-A259-B276216985A6}" dt="2026-08-14T01:55:38.232" v="3262" actId="47"/>
        <pc:sldMkLst>
          <pc:docMk/>
          <pc:sldMk cId="0" sldId="663"/>
        </pc:sldMkLst>
      </pc:sldChg>
      <pc:sldChg chg="addSp delSp modSp del mod modNotes">
        <pc:chgData name="janghoon jun" userId="056a5883350c2f5e" providerId="LiveId" clId="{6DA654A6-03B0-40F7-A259-B276216985A6}" dt="2026-08-14T01:55:38.621" v="3263" actId="47"/>
        <pc:sldMkLst>
          <pc:docMk/>
          <pc:sldMk cId="0" sldId="664"/>
        </pc:sldMkLst>
      </pc:sldChg>
      <pc:sldChg chg="addSp delSp modSp del mod modNotes">
        <pc:chgData name="janghoon jun" userId="056a5883350c2f5e" providerId="LiveId" clId="{6DA654A6-03B0-40F7-A259-B276216985A6}" dt="2026-08-14T01:55:38.955" v="3264" actId="47"/>
        <pc:sldMkLst>
          <pc:docMk/>
          <pc:sldMk cId="0" sldId="665"/>
        </pc:sldMkLst>
      </pc:sldChg>
      <pc:sldChg chg="addSp delSp modSp del mod modNotes">
        <pc:chgData name="janghoon jun" userId="056a5883350c2f5e" providerId="LiveId" clId="{6DA654A6-03B0-40F7-A259-B276216985A6}" dt="2026-08-14T01:55:39.256" v="3265" actId="47"/>
        <pc:sldMkLst>
          <pc:docMk/>
          <pc:sldMk cId="0" sldId="666"/>
        </pc:sldMkLst>
      </pc:sldChg>
      <pc:sldChg chg="addSp delSp modSp del mod modNotes">
        <pc:chgData name="janghoon jun" userId="056a5883350c2f5e" providerId="LiveId" clId="{6DA654A6-03B0-40F7-A259-B276216985A6}" dt="2026-08-14T01:55:39.557" v="3266" actId="47"/>
        <pc:sldMkLst>
          <pc:docMk/>
          <pc:sldMk cId="0" sldId="667"/>
        </pc:sldMkLst>
      </pc:sldChg>
      <pc:sldChg chg="addSp delSp modSp del mod modNotes">
        <pc:chgData name="janghoon jun" userId="056a5883350c2f5e" providerId="LiveId" clId="{6DA654A6-03B0-40F7-A259-B276216985A6}" dt="2026-08-14T01:55:39.816" v="3267" actId="47"/>
        <pc:sldMkLst>
          <pc:docMk/>
          <pc:sldMk cId="0" sldId="668"/>
        </pc:sldMkLst>
      </pc:sldChg>
      <pc:sldChg chg="addSp delSp modSp del mod modNotes">
        <pc:chgData name="janghoon jun" userId="056a5883350c2f5e" providerId="LiveId" clId="{6DA654A6-03B0-40F7-A259-B276216985A6}" dt="2026-08-14T01:55:40.066" v="3268" actId="47"/>
        <pc:sldMkLst>
          <pc:docMk/>
          <pc:sldMk cId="0" sldId="669"/>
        </pc:sldMkLst>
      </pc:sldChg>
      <pc:sldChg chg="addSp delSp modSp del mod modNotes">
        <pc:chgData name="janghoon jun" userId="056a5883350c2f5e" providerId="LiveId" clId="{6DA654A6-03B0-40F7-A259-B276216985A6}" dt="2026-08-14T01:55:40.287" v="3269" actId="47"/>
        <pc:sldMkLst>
          <pc:docMk/>
          <pc:sldMk cId="0" sldId="670"/>
        </pc:sldMkLst>
      </pc:sldChg>
      <pc:sldChg chg="addSp delSp modSp del mod modNotes">
        <pc:chgData name="janghoon jun" userId="056a5883350c2f5e" providerId="LiveId" clId="{6DA654A6-03B0-40F7-A259-B276216985A6}" dt="2026-08-14T01:55:40.522" v="3270" actId="47"/>
        <pc:sldMkLst>
          <pc:docMk/>
          <pc:sldMk cId="0" sldId="671"/>
        </pc:sldMkLst>
      </pc:sldChg>
      <pc:sldChg chg="addSp delSp modSp add del mod modNotes">
        <pc:chgData name="janghoon jun" userId="056a5883350c2f5e" providerId="LiveId" clId="{6DA654A6-03B0-40F7-A259-B276216985A6}" dt="2026-08-14T01:55:41.763" v="3274" actId="47"/>
        <pc:sldMkLst>
          <pc:docMk/>
          <pc:sldMk cId="232030861" sldId="672"/>
        </pc:sldMkLst>
      </pc:sldChg>
      <pc:sldChg chg="addSp delSp modSp add del mod modNotes">
        <pc:chgData name="janghoon jun" userId="056a5883350c2f5e" providerId="LiveId" clId="{6DA654A6-03B0-40F7-A259-B276216985A6}" dt="2026-08-14T01:55:41.285" v="3273" actId="47"/>
        <pc:sldMkLst>
          <pc:docMk/>
          <pc:sldMk cId="3615412384" sldId="673"/>
        </pc:sldMkLst>
      </pc:sldChg>
      <pc:sldChg chg="addSp delSp modSp add del mod ord modNotes">
        <pc:chgData name="janghoon jun" userId="056a5883350c2f5e" providerId="LiveId" clId="{6DA654A6-03B0-40F7-A259-B276216985A6}" dt="2026-08-14T01:55:41.021" v="3272" actId="47"/>
        <pc:sldMkLst>
          <pc:docMk/>
          <pc:sldMk cId="3139197864" sldId="674"/>
        </pc:sldMkLst>
      </pc:sldChg>
      <pc:sldChg chg="addSp delSp modSp add del mod modNotes">
        <pc:chgData name="janghoon jun" userId="056a5883350c2f5e" providerId="LiveId" clId="{6DA654A6-03B0-40F7-A259-B276216985A6}" dt="2026-08-14T01:55:36.103" v="3261" actId="47"/>
        <pc:sldMkLst>
          <pc:docMk/>
          <pc:sldMk cId="2289948881" sldId="675"/>
        </pc:sldMkLst>
        <pc:spChg chg="add mod">
          <ac:chgData name="janghoon jun" userId="056a5883350c2f5e" providerId="LiveId" clId="{6DA654A6-03B0-40F7-A259-B276216985A6}" dt="2026-08-13T04:52:55.122" v="2985" actId="27636"/>
          <ac:spMkLst>
            <pc:docMk/>
            <pc:sldMk cId="2289948881" sldId="675"/>
            <ac:spMk id="4" creationId="{DCB23DE8-EEB7-5682-E1F8-DABB32DFE16F}"/>
          </ac:spMkLst>
        </pc:spChg>
      </pc:sldChg>
      <pc:sldChg chg="modSp del mod modNotes">
        <pc:chgData name="janghoon jun" userId="056a5883350c2f5e" providerId="LiveId" clId="{6DA654A6-03B0-40F7-A259-B276216985A6}" dt="2026-08-14T01:55:33.845" v="3259" actId="47"/>
        <pc:sldMkLst>
          <pc:docMk/>
          <pc:sldMk cId="0" sldId="677"/>
        </pc:sldMkLst>
      </pc:sldChg>
      <pc:sldChg chg="modSp del mod modNotes">
        <pc:chgData name="janghoon jun" userId="056a5883350c2f5e" providerId="LiveId" clId="{6DA654A6-03B0-40F7-A259-B276216985A6}" dt="2026-08-14T01:55:30.472" v="3249" actId="47"/>
        <pc:sldMkLst>
          <pc:docMk/>
          <pc:sldMk cId="0" sldId="678"/>
        </pc:sldMkLst>
      </pc:sldChg>
      <pc:sldChg chg="modSp del mod modNotes">
        <pc:chgData name="janghoon jun" userId="056a5883350c2f5e" providerId="LiveId" clId="{6DA654A6-03B0-40F7-A259-B276216985A6}" dt="2026-08-14T01:55:31.100" v="3251" actId="47"/>
        <pc:sldMkLst>
          <pc:docMk/>
          <pc:sldMk cId="0" sldId="679"/>
        </pc:sldMkLst>
      </pc:sldChg>
      <pc:sldChg chg="del modNotes">
        <pc:chgData name="janghoon jun" userId="056a5883350c2f5e" providerId="LiveId" clId="{6DA654A6-03B0-40F7-A259-B276216985A6}" dt="2026-08-14T01:55:31.852" v="3253" actId="47"/>
        <pc:sldMkLst>
          <pc:docMk/>
          <pc:sldMk cId="0" sldId="680"/>
        </pc:sldMkLst>
      </pc:sldChg>
      <pc:sldChg chg="del modNotes">
        <pc:chgData name="janghoon jun" userId="056a5883350c2f5e" providerId="LiveId" clId="{6DA654A6-03B0-40F7-A259-B276216985A6}" dt="2026-08-14T01:55:43.340" v="3277" actId="47"/>
        <pc:sldMkLst>
          <pc:docMk/>
          <pc:sldMk cId="0" sldId="681"/>
        </pc:sldMkLst>
      </pc:sldChg>
      <pc:sldChg chg="addSp delSp modSp del mod chgLayout modNotes">
        <pc:chgData name="janghoon jun" userId="056a5883350c2f5e" providerId="LiveId" clId="{6DA654A6-03B0-40F7-A259-B276216985A6}" dt="2026-08-14T01:55:34.151" v="3260" actId="47"/>
        <pc:sldMkLst>
          <pc:docMk/>
          <pc:sldMk cId="0" sldId="682"/>
        </pc:sldMkLst>
        <pc:spChg chg="mod ord">
          <ac:chgData name="janghoon jun" userId="056a5883350c2f5e" providerId="LiveId" clId="{6DA654A6-03B0-40F7-A259-B276216985A6}" dt="2026-08-13T04:52:53.537" v="2983" actId="700"/>
          <ac:spMkLst>
            <pc:docMk/>
            <pc:sldMk cId="0" sldId="682"/>
            <ac:spMk id="2" creationId="{8D695D7E-5B12-EE7F-2D27-D112735D3DF1}"/>
          </ac:spMkLst>
        </pc:spChg>
        <pc:spChg chg="add mod ord">
          <ac:chgData name="janghoon jun" userId="056a5883350c2f5e" providerId="LiveId" clId="{6DA654A6-03B0-40F7-A259-B276216985A6}" dt="2026-08-13T04:58:59.068" v="3108" actId="27636"/>
          <ac:spMkLst>
            <pc:docMk/>
            <pc:sldMk cId="0" sldId="682"/>
            <ac:spMk id="3" creationId="{F0E72CD2-81D6-E4A4-7AB6-851063A4EC79}"/>
          </ac:spMkLst>
        </pc:spChg>
        <pc:spChg chg="mod ord">
          <ac:chgData name="janghoon jun" userId="056a5883350c2f5e" providerId="LiveId" clId="{6DA654A6-03B0-40F7-A259-B276216985A6}" dt="2026-08-13T04:52:53.537" v="2983" actId="700"/>
          <ac:spMkLst>
            <pc:docMk/>
            <pc:sldMk cId="0" sldId="682"/>
            <ac:spMk id="4" creationId="{C7CA2E73-B7C0-AE73-6FBB-E862B2291EE5}"/>
          </ac:spMkLst>
        </pc:spChg>
        <pc:spChg chg="del mod">
          <ac:chgData name="janghoon jun" userId="056a5883350c2f5e" providerId="LiveId" clId="{6DA654A6-03B0-40F7-A259-B276216985A6}" dt="2026-08-13T04:52:51.334" v="2982" actId="478"/>
          <ac:spMkLst>
            <pc:docMk/>
            <pc:sldMk cId="0" sldId="682"/>
            <ac:spMk id="6" creationId="{D98B7DAF-1ED7-D645-9CAA-09C1CC8E5F2B}"/>
          </ac:spMkLst>
        </pc:spChg>
        <pc:graphicFrameChg chg="mod modGraphic">
          <ac:chgData name="janghoon jun" userId="056a5883350c2f5e" providerId="LiveId" clId="{6DA654A6-03B0-40F7-A259-B276216985A6}" dt="2026-08-13T05:02:55.854" v="3111" actId="20577"/>
          <ac:graphicFrameMkLst>
            <pc:docMk/>
            <pc:sldMk cId="0" sldId="682"/>
            <ac:graphicFrameMk id="7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33074436-1BEA-4F09-AD5C-9DF87C96BF5A}" type="datetimeFigureOut">
              <a:rPr lang="ko-KR" altLang="en-US" smtClean="0"/>
              <a:pPr/>
              <a:t>2026-08-14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433C9518-700F-4811-95BB-24DAF3FA92F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764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DBE4E-BF9F-F068-50C6-36538A683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86017B-D8A7-CA4B-105C-8CF8C45D28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6DF051-7F31-9D89-5FEB-695FBD99F9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B1A0EE-1ABE-1102-346B-D70FFEF773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1207913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0651E-ECD4-BA0D-2E4E-6A8281EDC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133028-D22E-D6DA-2230-3E49C7B353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C8FB71-3CD0-D66F-1D84-6C5AC1229F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644C69-0E1D-1788-7BA0-CADEABBBB3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978112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9A498-CEEA-C556-CE24-3E7B1B274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8A098E-F3F7-3B31-828F-A3701AF21A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3791ED-BFA2-E493-4AB6-511CADC228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D5FDC-268E-4F56-17E1-BBDA72BC45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0851015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D279837B-A00B-4327-9AB8-97044CBDABA7}"/>
              </a:ext>
            </a:extLst>
          </p:cNvPr>
          <p:cNvPicPr/>
          <p:nvPr userDrawn="1"/>
        </p:nvPicPr>
        <p:blipFill rotWithShape="1">
          <a:blip r:embed="rId2"/>
          <a:stretch>
            <a:fillRect/>
          </a:stretch>
        </p:blipFill>
        <p:spPr>
          <a:xfrm>
            <a:off x="0" y="228731"/>
            <a:ext cx="12192000" cy="640053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B17CE84-3562-483D-8448-6A30899AF0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9699" b="22132"/>
          <a:stretch/>
        </p:blipFill>
        <p:spPr>
          <a:xfrm>
            <a:off x="3461866" y="5273477"/>
            <a:ext cx="4168803" cy="982769"/>
          </a:xfrm>
          <a:prstGeom prst="rect">
            <a:avLst/>
          </a:prstGeom>
        </p:spPr>
      </p:pic>
      <p:pic>
        <p:nvPicPr>
          <p:cNvPr id="8" name="object 4">
            <a:extLst>
              <a:ext uri="{FF2B5EF4-FFF2-40B4-BE49-F238E27FC236}">
                <a16:creationId xmlns:a16="http://schemas.microsoft.com/office/drawing/2014/main" id="{8EF8DD5B-0316-4193-BCC7-D6CFCAE8969D}"/>
              </a:ext>
            </a:extLst>
          </p:cNvPr>
          <p:cNvPicPr/>
          <p:nvPr userDrawn="1"/>
        </p:nvPicPr>
        <p:blipFill rotWithShape="1">
          <a:blip r:embed="rId4"/>
          <a:stretch>
            <a:fillRect/>
          </a:stretch>
        </p:blipFill>
        <p:spPr>
          <a:xfrm>
            <a:off x="-277376" y="5274173"/>
            <a:ext cx="4550839" cy="99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578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5EC22856-02EF-4559-9B66-BD5C863FF254}"/>
              </a:ext>
            </a:extLst>
          </p:cNvPr>
          <p:cNvGrpSpPr/>
          <p:nvPr userDrawn="1"/>
        </p:nvGrpSpPr>
        <p:grpSpPr>
          <a:xfrm>
            <a:off x="-8467" y="6463089"/>
            <a:ext cx="12200467" cy="403574"/>
            <a:chOff x="-8467" y="6470661"/>
            <a:chExt cx="12200467" cy="39052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DFE1C4B-A7EE-47E1-8AAE-3EF4E43D16F6}"/>
                </a:ext>
              </a:extLst>
            </p:cNvPr>
            <p:cNvSpPr/>
            <p:nvPr userDrawn="1"/>
          </p:nvSpPr>
          <p:spPr>
            <a:xfrm>
              <a:off x="0" y="6496062"/>
              <a:ext cx="12192000" cy="365126"/>
            </a:xfrm>
            <a:prstGeom prst="rect">
              <a:avLst/>
            </a:prstGeom>
            <a:solidFill>
              <a:srgbClr val="1F34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28C131E4-1CD9-49D8-B343-8379436586C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8467" y="6470661"/>
              <a:ext cx="12200467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FE4F955D-C3E9-4033-8442-9095377B0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000" y="365126"/>
            <a:ext cx="11176000" cy="532342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02367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A482F1-FC12-443E-892A-B48F9C50AA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8000" y="897468"/>
            <a:ext cx="11176000" cy="5063066"/>
          </a:xfrm>
        </p:spPr>
        <p:txBody>
          <a:bodyPr/>
          <a:lstStyle>
            <a:lvl1pPr>
              <a:lnSpc>
                <a:spcPct val="200000"/>
              </a:lnSpc>
              <a:defRPr sz="2000" b="0"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lnSpc>
                <a:spcPct val="150000"/>
              </a:lnSpc>
              <a:defRPr sz="18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2pPr>
            <a:lvl3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3pPr>
            <a:lvl4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4pPr>
            <a:lvl5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5A1225D-0BD8-42FD-A091-144615FF07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-583" b="3459"/>
          <a:stretch/>
        </p:blipFill>
        <p:spPr>
          <a:xfrm>
            <a:off x="5452198" y="6510701"/>
            <a:ext cx="1279135" cy="347299"/>
          </a:xfrm>
          <a:prstGeom prst="rect">
            <a:avLst/>
          </a:prstGeom>
          <a:solidFill>
            <a:srgbClr val="1F346B"/>
          </a:solidFill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1EFF5A-1B85-42B1-95F5-C4213C5AD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4600" y="6517302"/>
            <a:ext cx="558800" cy="3213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AEAB581-7B9E-4552-9BEC-BDB2FB36C0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482" b="96122" l="16219" r="85171">
                        <a14:foregroundMark x1="20111" y1="81440" x2="20111" y2="81440"/>
                        <a14:foregroundMark x1="16404" y1="81440" x2="16404" y2="81440"/>
                        <a14:foregroundMark x1="25950" y1="81717" x2="25950" y2="81717"/>
                        <a14:foregroundMark x1="35959" y1="86704" x2="35959" y2="86704"/>
                        <a14:foregroundMark x1="44300" y1="83657" x2="44300" y2="83657"/>
                        <a14:foregroundMark x1="53197" y1="73961" x2="53197" y2="73961"/>
                        <a14:foregroundMark x1="82947" y1="81717" x2="82947" y2="81717"/>
                        <a14:foregroundMark x1="85171" y1="87812" x2="85171" y2="878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517" t="63297" r="13176"/>
          <a:stretch/>
        </p:blipFill>
        <p:spPr>
          <a:xfrm>
            <a:off x="112017" y="6545265"/>
            <a:ext cx="1744133" cy="288231"/>
          </a:xfrm>
          <a:prstGeom prst="rect">
            <a:avLst/>
          </a:prstGeom>
        </p:spPr>
      </p:pic>
      <p:sp>
        <p:nvSpPr>
          <p:cNvPr id="16" name="날짜 개체 틀 3">
            <a:extLst>
              <a:ext uri="{FF2B5EF4-FFF2-40B4-BE49-F238E27FC236}">
                <a16:creationId xmlns:a16="http://schemas.microsoft.com/office/drawing/2014/main" id="{3920A115-BF94-4DB0-B759-905F580E6A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98025" y="6495439"/>
            <a:ext cx="125871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7" name="바닥글 개체 틀 4">
            <a:extLst>
              <a:ext uri="{FF2B5EF4-FFF2-40B4-BE49-F238E27FC236}">
                <a16:creationId xmlns:a16="http://schemas.microsoft.com/office/drawing/2014/main" id="{CB761E04-ABC5-4F9B-B7F4-0370F3F02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8348" y="6495439"/>
            <a:ext cx="18880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648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D0B4DC-8072-4B8E-A822-FE3A08C0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927B99-20C3-4D37-8275-EA6400E5C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C6CE84-6AD8-453A-AD6E-FEAF6049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44141"/>
            <a:ext cx="27432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9EF105-0337-4580-9111-FD2F527F9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044141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B31AF83-2C46-4BF6-B48E-DD76F99A3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0800" y="6044141"/>
            <a:ext cx="2743200" cy="365125"/>
          </a:xfrm>
        </p:spPr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779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8C8B6C-1DEF-4332-8A14-F6B6981FD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78B35E-5C7A-4650-863C-461C8592B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0FC85E-DA01-4C94-8312-2EAB20EAB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ADE796-457C-4E05-BBB8-BC7FD1390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5A564A-D398-41C0-BEF2-5D2A53F3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D0DB09-1DC7-4816-820B-2EDD19BA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9832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73845-DA08-4E02-89E5-279477CDC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A0F8E2-8F9C-4936-8D92-FA7FE4970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C35784-8D42-4310-8640-07C1BEB33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31B950-6CB7-42DB-A303-B407EF83D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0F35007-CA56-4CB7-8C5F-CF3E2924C5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90CD9AE-54AB-44CB-8910-A70F24EB3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AFA608-2F47-4FBC-8A45-AC037C64C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EA635AC-BD3D-4D4A-AB07-EAABF5013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660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27486-42F6-4B67-8DF8-769971D09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BFFFA3-6C08-4D2B-B714-F2729D0D9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1B550E-4A2E-4405-8F29-A9633B7A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0B985F-0B0F-472E-A18E-72C776E30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09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995497-1A46-4FDE-B4B1-CA2510A4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BDDD35-FFDF-4936-8645-AC2A1F2AB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31037F-312F-4D9B-9119-F134F49B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211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62E35-F23E-4CDC-9C00-11DCB7E97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65F35A-C1B0-4F2A-8536-7C9C4EF9C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B6DFEF-5929-42A1-B17A-6AD3F1AC5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8A33CA-A779-4AE7-8BB3-0DF9C81A7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539BD6-447C-4ABC-97CC-BCC453A38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A96239-5406-4F31-95AA-C4BD1AB50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073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FCC7A7-4C8B-434F-9C38-C6E5AC9E3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7AD0D2C-AE0D-4BDF-B9E8-D91CD7556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F58740-6BDA-46A2-A629-765E7E175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2C1AD5-7F55-4125-8A2F-BC07A86DA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B58409-227F-4B89-B306-5E32E6E4F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C64012-3A7B-4999-BA77-06258A04A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037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54230E-387F-465D-9111-5F8ACFE1D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53B19F-7C90-4073-858B-0BD87654E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6123FE-787A-4904-AA9D-8ACC7B307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1EAC67-5F52-452E-9E50-F587C648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0EEB5A-4207-4ADB-95D4-B87AA305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71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DACCBB6-C18F-485C-A53E-8683CFFE90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2DC10F-92E5-436B-9D63-2A68B11CB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5DDDF8-BB20-4C9B-9571-A39BA7D6E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54DDF5-9EDE-406E-BFC5-8359CD708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989F03-47B6-4B39-B0CA-2A216789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719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A31B03D-0C42-48E6-948A-722C5EE3F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5A6E46-0B48-4B44-9DA0-C7C1E05C3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0D4B93-E437-4DCC-9E09-16EA88BBC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A7A77E-05D0-4203-B655-9A2A21B58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09CEAC-52D1-4D7C-99C4-13222A951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548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7068" y="2062806"/>
            <a:ext cx="113878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Disease Association Analysis</a:t>
            </a:r>
            <a:endParaRPr sz="2400" b="1" dirty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7068" y="3139177"/>
            <a:ext cx="71399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>
                <a:solidFill>
                  <a:schemeClr val="bg1"/>
                </a:solidFill>
                <a:latin typeface="KoPub돋움체 Medium"/>
              </a:rPr>
              <a:t>2026. 0</a:t>
            </a:r>
            <a:r>
              <a:rPr lang="en-US" sz="1600" dirty="0">
                <a:solidFill>
                  <a:schemeClr val="bg1"/>
                </a:solidFill>
                <a:latin typeface="KoPub돋움체 Medium"/>
              </a:rPr>
              <a:t>8</a:t>
            </a:r>
            <a:r>
              <a:rPr sz="1600" dirty="0">
                <a:solidFill>
                  <a:schemeClr val="bg1"/>
                </a:solidFill>
                <a:latin typeface="KoPub돋움체 Medium"/>
              </a:rPr>
              <a:t>. </a:t>
            </a:r>
            <a:r>
              <a:rPr lang="en-US" sz="1600">
                <a:solidFill>
                  <a:schemeClr val="bg1"/>
                </a:solidFill>
                <a:latin typeface="KoPub돋움체 Medium"/>
              </a:rPr>
              <a:t>1</a:t>
            </a:r>
            <a:r>
              <a:rPr lang="en-US" sz="1600" dirty="0">
                <a:solidFill>
                  <a:schemeClr val="bg1"/>
                </a:solidFill>
                <a:latin typeface="KoPub돋움체 Medium"/>
              </a:rPr>
              <a:t>4</a:t>
            </a:r>
            <a:endParaRPr sz="1600" dirty="0">
              <a:solidFill>
                <a:schemeClr val="bg1"/>
              </a:solidFill>
              <a:latin typeface="KoPub돋움체 Mediu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7068" y="3564777"/>
            <a:ext cx="7139940" cy="289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KoPub돋움체 Medium"/>
              </a:rPr>
              <a:t>JangHoon Chun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7068" y="3978214"/>
            <a:ext cx="7139940" cy="1213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KoPub돋움체 Medium"/>
              </a:rPr>
              <a:t>Department of, Medical Device Engineering &amp; Management</a:t>
            </a:r>
          </a:p>
          <a:p>
            <a:r>
              <a:rPr sz="1600">
                <a:solidFill>
                  <a:srgbClr val="FFFFFF"/>
                </a:solidFill>
                <a:latin typeface="KoPub돋움체 Medium"/>
              </a:rPr>
              <a:t>Gangnam Severance Hospital,</a:t>
            </a:r>
          </a:p>
          <a:p>
            <a:r>
              <a:rPr sz="1600">
                <a:solidFill>
                  <a:srgbClr val="FFFFFF"/>
                </a:solidFill>
                <a:latin typeface="KoPub돋움체 Medium"/>
              </a:rPr>
              <a:t>Yonsei University College of Medicine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clinic4에 AEC </a:t>
            </a:r>
            <a:r>
              <a:rPr b="1" dirty="0" err="1"/>
              <a:t>정보를</a:t>
            </a:r>
            <a:r>
              <a:rPr b="1" dirty="0"/>
              <a:t> </a:t>
            </a:r>
            <a:r>
              <a:rPr b="1" dirty="0" err="1"/>
              <a:t>더하면</a:t>
            </a:r>
            <a:r>
              <a:rPr b="1" dirty="0"/>
              <a:t> HTN·DM·CKD </a:t>
            </a:r>
            <a:r>
              <a:rPr b="1" dirty="0" err="1"/>
              <a:t>진단</a:t>
            </a:r>
            <a:r>
              <a:rPr b="1" dirty="0"/>
              <a:t> </a:t>
            </a:r>
            <a:r>
              <a:rPr b="1" dirty="0" err="1"/>
              <a:t>예측력이</a:t>
            </a:r>
            <a:r>
              <a:rPr b="1" dirty="0"/>
              <a:t> </a:t>
            </a:r>
            <a:r>
              <a:rPr b="1" dirty="0" err="1"/>
              <a:t>개선된다</a:t>
            </a:r>
            <a:r>
              <a:rPr b="1" dirty="0"/>
              <a:t> — </a:t>
            </a:r>
            <a:r>
              <a:rPr b="1" dirty="0" err="1"/>
              <a:t>특히</a:t>
            </a:r>
            <a:r>
              <a:rPr b="1" dirty="0"/>
              <a:t> External </a:t>
            </a:r>
            <a:r>
              <a:rPr b="1" dirty="0" err="1"/>
              <a:t>검증에서</a:t>
            </a:r>
            <a:r>
              <a:rPr b="1" dirty="0"/>
              <a:t> </a:t>
            </a:r>
            <a:r>
              <a:rPr b="1" dirty="0" err="1"/>
              <a:t>뚜렷</a:t>
            </a:r>
            <a:endParaRPr b="1" dirty="0"/>
          </a:p>
          <a:p>
            <a:pPr lvl="1"/>
            <a:r>
              <a:rPr dirty="0"/>
              <a:t>External: HTN·DM·CKD 3개 </a:t>
            </a:r>
            <a:r>
              <a:rPr dirty="0" err="1"/>
              <a:t>질환</a:t>
            </a:r>
            <a:r>
              <a:rPr dirty="0"/>
              <a:t> </a:t>
            </a:r>
            <a:r>
              <a:rPr dirty="0" err="1"/>
              <a:t>모두</a:t>
            </a:r>
            <a:r>
              <a:rPr dirty="0"/>
              <a:t> AUC </a:t>
            </a:r>
            <a:r>
              <a:rPr dirty="0" err="1"/>
              <a:t>유의개선</a:t>
            </a:r>
            <a:r>
              <a:rPr dirty="0"/>
              <a:t>(Δ+0.016~+0.037, </a:t>
            </a:r>
            <a:r>
              <a:rPr dirty="0" err="1"/>
              <a:t>전부</a:t>
            </a:r>
            <a:r>
              <a:rPr dirty="0"/>
              <a:t> p&lt;0.05)</a:t>
            </a:r>
          </a:p>
          <a:p>
            <a:pPr lvl="1"/>
            <a:r>
              <a:rPr dirty="0"/>
              <a:t>Internal: </a:t>
            </a:r>
            <a:r>
              <a:rPr dirty="0" err="1"/>
              <a:t>DM만</a:t>
            </a:r>
            <a:r>
              <a:rPr dirty="0"/>
              <a:t> </a:t>
            </a:r>
            <a:r>
              <a:rPr dirty="0" err="1"/>
              <a:t>확실</a:t>
            </a:r>
            <a:r>
              <a:rPr dirty="0"/>
              <a:t>(p=0.007), HTN </a:t>
            </a:r>
            <a:r>
              <a:rPr dirty="0" err="1"/>
              <a:t>경계선</a:t>
            </a:r>
            <a:r>
              <a:rPr dirty="0"/>
              <a:t>(p=0.059), CKD </a:t>
            </a:r>
            <a:r>
              <a:rPr dirty="0" err="1"/>
              <a:t>비유의</a:t>
            </a:r>
            <a:r>
              <a:rPr dirty="0"/>
              <a:t>(p=0.181)</a:t>
            </a:r>
          </a:p>
          <a:p>
            <a:pPr lvl="1"/>
            <a:r>
              <a:rPr dirty="0" err="1"/>
              <a:t>요약</a:t>
            </a:r>
            <a:r>
              <a:rPr dirty="0"/>
              <a:t> </a:t>
            </a:r>
            <a:r>
              <a:rPr dirty="0" err="1"/>
              <a:t>방법</a:t>
            </a:r>
            <a:r>
              <a:rPr dirty="0"/>
              <a:t>: AEC </a:t>
            </a:r>
            <a:r>
              <a:rPr dirty="0" err="1"/>
              <a:t>곡선을</a:t>
            </a:r>
            <a:r>
              <a:rPr dirty="0"/>
              <a:t> FPCA 3개 </a:t>
            </a:r>
            <a:r>
              <a:rPr dirty="0" err="1"/>
              <a:t>성분으로</a:t>
            </a:r>
            <a:r>
              <a:rPr dirty="0"/>
              <a:t> </a:t>
            </a:r>
            <a:r>
              <a:rPr dirty="0" err="1"/>
              <a:t>압축</a:t>
            </a:r>
            <a:r>
              <a:rPr dirty="0"/>
              <a:t> — 3질환 </a:t>
            </a:r>
            <a:r>
              <a:rPr dirty="0" err="1"/>
              <a:t>모두</a:t>
            </a:r>
            <a:r>
              <a:rPr dirty="0"/>
              <a:t> </a:t>
            </a:r>
            <a:r>
              <a:rPr dirty="0" err="1"/>
              <a:t>동일</a:t>
            </a:r>
            <a:r>
              <a:rPr dirty="0"/>
              <a:t> </a:t>
            </a:r>
            <a:r>
              <a:rPr dirty="0" err="1"/>
              <a:t>방법</a:t>
            </a:r>
            <a:r>
              <a:rPr dirty="0"/>
              <a:t> </a:t>
            </a:r>
            <a:r>
              <a:rPr dirty="0" err="1"/>
              <a:t>채택</a:t>
            </a:r>
            <a:endParaRPr dirty="0"/>
          </a:p>
          <a:p>
            <a:pPr lvl="1"/>
            <a:r>
              <a:rPr dirty="0" err="1"/>
              <a:t>검증</a:t>
            </a:r>
            <a:r>
              <a:rPr dirty="0"/>
              <a:t> </a:t>
            </a:r>
            <a:r>
              <a:rPr dirty="0" err="1"/>
              <a:t>원칙</a:t>
            </a:r>
            <a:r>
              <a:rPr dirty="0"/>
              <a:t>: </a:t>
            </a:r>
            <a:r>
              <a:rPr dirty="0" err="1"/>
              <a:t>모델은</a:t>
            </a:r>
            <a:r>
              <a:rPr dirty="0"/>
              <a:t> internal </a:t>
            </a:r>
            <a:r>
              <a:rPr dirty="0" err="1"/>
              <a:t>OOF로만</a:t>
            </a:r>
            <a:r>
              <a:rPr dirty="0"/>
              <a:t> </a:t>
            </a:r>
            <a:r>
              <a:rPr dirty="0" err="1"/>
              <a:t>선택</a:t>
            </a:r>
            <a:r>
              <a:rPr dirty="0"/>
              <a:t>, </a:t>
            </a:r>
            <a:r>
              <a:rPr dirty="0" err="1"/>
              <a:t>external은</a:t>
            </a:r>
            <a:r>
              <a:rPr dirty="0"/>
              <a:t> </a:t>
            </a:r>
            <a:r>
              <a:rPr dirty="0" err="1"/>
              <a:t>동결모델</a:t>
            </a:r>
            <a:r>
              <a:rPr dirty="0"/>
              <a:t> 1회 </a:t>
            </a:r>
            <a:r>
              <a:rPr dirty="0" err="1"/>
              <a:t>검증</a:t>
            </a:r>
            <a:endParaRPr lang="en-US" dirty="0"/>
          </a:p>
          <a:p>
            <a:pPr lvl="1"/>
            <a:r>
              <a:rPr dirty="0" err="1"/>
              <a:t>한계</a:t>
            </a:r>
            <a:r>
              <a:rPr dirty="0"/>
              <a:t>: CT </a:t>
            </a:r>
            <a:r>
              <a:rPr dirty="0" err="1"/>
              <a:t>장비</a:t>
            </a:r>
            <a:r>
              <a:rPr dirty="0"/>
              <a:t> </a:t>
            </a:r>
            <a:r>
              <a:rPr dirty="0" err="1"/>
              <a:t>종류별</a:t>
            </a:r>
            <a:r>
              <a:rPr dirty="0"/>
              <a:t> </a:t>
            </a:r>
            <a:r>
              <a:rPr dirty="0" err="1"/>
              <a:t>성능</a:t>
            </a:r>
            <a:r>
              <a:rPr dirty="0"/>
              <a:t> </a:t>
            </a:r>
            <a:r>
              <a:rPr dirty="0" err="1"/>
              <a:t>편차</a:t>
            </a:r>
            <a:r>
              <a:rPr dirty="0"/>
              <a:t> </a:t>
            </a:r>
            <a:r>
              <a:rPr dirty="0" err="1"/>
              <a:t>존재</a:t>
            </a:r>
            <a:r>
              <a:rPr dirty="0"/>
              <a:t> — </a:t>
            </a:r>
            <a:r>
              <a:rPr dirty="0" err="1"/>
              <a:t>추가</a:t>
            </a:r>
            <a:r>
              <a:rPr dirty="0"/>
              <a:t> </a:t>
            </a:r>
            <a:r>
              <a:rPr dirty="0" err="1"/>
              <a:t>검증</a:t>
            </a:r>
            <a:r>
              <a:rPr dirty="0"/>
              <a:t> </a:t>
            </a:r>
            <a:r>
              <a:rPr dirty="0" err="1"/>
              <a:t>필요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FPCA 컴포넌트 수 선택 근거 (n=3, elbow)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AEC </a:t>
            </a:r>
            <a:r>
              <a:rPr b="1" dirty="0" err="1"/>
              <a:t>곡선을</a:t>
            </a:r>
            <a:r>
              <a:rPr b="1" dirty="0"/>
              <a:t> </a:t>
            </a:r>
            <a:r>
              <a:rPr b="1" dirty="0" err="1"/>
              <a:t>숫자</a:t>
            </a:r>
            <a:r>
              <a:rPr b="1" dirty="0"/>
              <a:t> 3개로 </a:t>
            </a:r>
            <a:r>
              <a:rPr b="1" dirty="0" err="1"/>
              <a:t>요약해도</a:t>
            </a:r>
            <a:r>
              <a:rPr b="1" dirty="0"/>
              <a:t> </a:t>
            </a:r>
            <a:r>
              <a:rPr b="1" dirty="0" err="1"/>
              <a:t>충분하다</a:t>
            </a:r>
            <a:endParaRPr b="1" dirty="0"/>
          </a:p>
          <a:p>
            <a:pPr lvl="1"/>
            <a:r>
              <a:rPr dirty="0" err="1"/>
              <a:t>예측</a:t>
            </a:r>
            <a:r>
              <a:rPr dirty="0"/>
              <a:t> </a:t>
            </a:r>
            <a:r>
              <a:rPr dirty="0" err="1"/>
              <a:t>성능이</a:t>
            </a:r>
            <a:r>
              <a:rPr dirty="0"/>
              <a:t> </a:t>
            </a:r>
            <a:r>
              <a:rPr dirty="0" err="1"/>
              <a:t>아닌</a:t>
            </a:r>
            <a:r>
              <a:rPr dirty="0"/>
              <a:t> '</a:t>
            </a:r>
            <a:r>
              <a:rPr dirty="0" err="1"/>
              <a:t>곡선</a:t>
            </a:r>
            <a:r>
              <a:rPr dirty="0"/>
              <a:t> </a:t>
            </a:r>
            <a:r>
              <a:rPr dirty="0" err="1"/>
              <a:t>모양</a:t>
            </a:r>
            <a:r>
              <a:rPr dirty="0"/>
              <a:t>' </a:t>
            </a:r>
            <a:r>
              <a:rPr dirty="0" err="1"/>
              <a:t>자체의</a:t>
            </a:r>
            <a:r>
              <a:rPr dirty="0"/>
              <a:t> </a:t>
            </a:r>
            <a:r>
              <a:rPr dirty="0" err="1"/>
              <a:t>꺾이는</a:t>
            </a:r>
            <a:r>
              <a:rPr dirty="0"/>
              <a:t> </a:t>
            </a:r>
            <a:r>
              <a:rPr dirty="0" err="1"/>
              <a:t>지점</a:t>
            </a:r>
            <a:r>
              <a:rPr dirty="0"/>
              <a:t>(elbow)</a:t>
            </a:r>
            <a:r>
              <a:rPr dirty="0" err="1"/>
              <a:t>으로</a:t>
            </a:r>
            <a:r>
              <a:rPr dirty="0"/>
              <a:t> </a:t>
            </a:r>
            <a:r>
              <a:rPr dirty="0" err="1"/>
              <a:t>결정</a:t>
            </a:r>
            <a:endParaRPr dirty="0"/>
          </a:p>
          <a:p>
            <a:pPr lvl="1"/>
            <a:r>
              <a:rPr dirty="0"/>
              <a:t>n=3에서 </a:t>
            </a:r>
            <a:r>
              <a:rPr dirty="0" err="1"/>
              <a:t>이미</a:t>
            </a:r>
            <a:r>
              <a:rPr dirty="0"/>
              <a:t> </a:t>
            </a:r>
            <a:r>
              <a:rPr dirty="0" err="1"/>
              <a:t>분산의</a:t>
            </a:r>
            <a:r>
              <a:rPr dirty="0"/>
              <a:t> 97% </a:t>
            </a:r>
            <a:r>
              <a:rPr dirty="0" err="1"/>
              <a:t>설명</a:t>
            </a:r>
            <a:endParaRPr dirty="0"/>
          </a:p>
          <a:p>
            <a:pPr lvl="1"/>
            <a:r>
              <a:rPr dirty="0"/>
              <a:t>elbow </a:t>
            </a:r>
            <a:r>
              <a:rPr dirty="0" err="1"/>
              <a:t>산출</a:t>
            </a:r>
            <a:r>
              <a:rPr dirty="0"/>
              <a:t>: </a:t>
            </a:r>
            <a:r>
              <a:rPr dirty="0" err="1"/>
              <a:t>Kneedle</a:t>
            </a:r>
            <a:r>
              <a:rPr dirty="0"/>
              <a:t>(축 </a:t>
            </a:r>
            <a:r>
              <a:rPr dirty="0" err="1"/>
              <a:t>정규화</a:t>
            </a:r>
            <a:r>
              <a:rPr dirty="0"/>
              <a:t> 후 </a:t>
            </a:r>
            <a:r>
              <a:rPr dirty="0" err="1"/>
              <a:t>첫점-끝점</a:t>
            </a:r>
            <a:r>
              <a:rPr dirty="0"/>
              <a:t> </a:t>
            </a:r>
            <a:r>
              <a:rPr dirty="0" err="1"/>
              <a:t>직선까지</a:t>
            </a:r>
            <a:r>
              <a:rPr dirty="0"/>
              <a:t> </a:t>
            </a:r>
            <a:r>
              <a:rPr dirty="0" err="1"/>
              <a:t>수직거리</a:t>
            </a:r>
            <a:r>
              <a:rPr dirty="0"/>
              <a:t> </a:t>
            </a:r>
            <a:r>
              <a:rPr dirty="0" err="1"/>
              <a:t>최대</a:t>
            </a:r>
            <a:r>
              <a:rPr dirty="0"/>
              <a:t>)</a:t>
            </a:r>
          </a:p>
          <a:p>
            <a:pPr lvl="1"/>
            <a:r>
              <a:rPr dirty="0" err="1"/>
              <a:t>누적분산</a:t>
            </a:r>
            <a:r>
              <a:rPr dirty="0"/>
              <a:t>: n=1 84.3%, n=2 94.8%, n=3 97.36%(chord-</a:t>
            </a:r>
            <a:r>
              <a:rPr dirty="0" err="1"/>
              <a:t>거리</a:t>
            </a:r>
            <a:r>
              <a:rPr dirty="0"/>
              <a:t> 0.611, </a:t>
            </a:r>
            <a:r>
              <a:rPr dirty="0" err="1"/>
              <a:t>최대</a:t>
            </a:r>
            <a:r>
              <a:rPr dirty="0"/>
              <a:t>), n=7 99.6%</a:t>
            </a:r>
          </a:p>
        </p:txBody>
      </p:sp>
      <p:pic>
        <p:nvPicPr>
          <p:cNvPr id="4" name="Picture 3" descr="fpca_component_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182" y="3623578"/>
            <a:ext cx="9023635" cy="311515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AEC</a:t>
            </a:r>
            <a:r>
              <a:rPr lang="ko-KR" altLang="en-US" dirty="0"/>
              <a:t> </a:t>
            </a:r>
            <a:r>
              <a:rPr lang="en-US" altLang="ko-KR" dirty="0"/>
              <a:t>Feature</a:t>
            </a:r>
            <a:r>
              <a:rPr lang="ko-KR" altLang="en-US" dirty="0"/>
              <a:t> </a:t>
            </a:r>
            <a:r>
              <a:rPr dirty="0" err="1"/>
              <a:t>후보별</a:t>
            </a:r>
            <a:r>
              <a:rPr dirty="0"/>
              <a:t> AUC </a:t>
            </a:r>
            <a:r>
              <a:rPr lang="ko-KR" altLang="en-US" dirty="0"/>
              <a:t>비교</a:t>
            </a:r>
            <a:endParaRPr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6B9F178-A999-D9EE-A624-4D55B3524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036" y="1958007"/>
            <a:ext cx="6815937" cy="4363279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EE77B89-6FC1-46C9-FCA8-D569F72C2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/>
          <a:lstStyle/>
          <a:p>
            <a:r>
              <a:rPr b="1" dirty="0"/>
              <a:t>AEC </a:t>
            </a:r>
            <a:r>
              <a:rPr b="1" dirty="0" err="1"/>
              <a:t>정보를</a:t>
            </a:r>
            <a:r>
              <a:rPr b="1" dirty="0"/>
              <a:t> </a:t>
            </a:r>
            <a:r>
              <a:rPr b="1" dirty="0" err="1"/>
              <a:t>더하면</a:t>
            </a:r>
            <a:r>
              <a:rPr b="1" dirty="0"/>
              <a:t> </a:t>
            </a:r>
            <a:r>
              <a:rPr b="1" dirty="0" err="1"/>
              <a:t>항상</a:t>
            </a:r>
            <a:r>
              <a:rPr b="1" dirty="0"/>
              <a:t> 더 </a:t>
            </a:r>
            <a:r>
              <a:rPr b="1" dirty="0" err="1"/>
              <a:t>좋아진다</a:t>
            </a:r>
            <a:endParaRPr b="1" dirty="0"/>
          </a:p>
          <a:p>
            <a:pPr lvl="1"/>
            <a:r>
              <a:rPr dirty="0"/>
              <a:t>4가지 </a:t>
            </a:r>
            <a:r>
              <a:rPr dirty="0" err="1"/>
              <a:t>방법</a:t>
            </a:r>
            <a:r>
              <a:rPr dirty="0"/>
              <a:t> </a:t>
            </a:r>
            <a:r>
              <a:rPr dirty="0" err="1"/>
              <a:t>모두</a:t>
            </a:r>
            <a:r>
              <a:rPr dirty="0"/>
              <a:t> clinic4보다 AUC </a:t>
            </a:r>
            <a:r>
              <a:rPr dirty="0" err="1"/>
              <a:t>높음</a:t>
            </a:r>
            <a:endParaRPr dirty="0"/>
          </a:p>
          <a:p>
            <a:pPr lvl="1"/>
            <a:r>
              <a:rPr dirty="0" err="1"/>
              <a:t>질환·병원</a:t>
            </a:r>
            <a:r>
              <a:rPr dirty="0"/>
              <a:t> </a:t>
            </a:r>
            <a:r>
              <a:rPr dirty="0" err="1"/>
              <a:t>상관없이</a:t>
            </a:r>
            <a:r>
              <a:rPr dirty="0"/>
              <a:t> </a:t>
            </a:r>
            <a:r>
              <a:rPr dirty="0" err="1"/>
              <a:t>동일한</a:t>
            </a:r>
            <a:r>
              <a:rPr dirty="0"/>
              <a:t> </a:t>
            </a:r>
            <a:r>
              <a:rPr dirty="0" err="1"/>
              <a:t>패턴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AUC 비교표 — Internal &amp; External (DeLong test)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Internal: </a:t>
            </a:r>
            <a:r>
              <a:rPr b="1" dirty="0" err="1"/>
              <a:t>DM만</a:t>
            </a:r>
            <a:r>
              <a:rPr b="1" dirty="0"/>
              <a:t> </a:t>
            </a:r>
            <a:r>
              <a:rPr b="1" dirty="0" err="1"/>
              <a:t>확실히</a:t>
            </a:r>
            <a:r>
              <a:rPr b="1" dirty="0"/>
              <a:t> </a:t>
            </a:r>
            <a:r>
              <a:rPr b="1" dirty="0" err="1"/>
              <a:t>개선</a:t>
            </a:r>
            <a:r>
              <a:rPr b="1" dirty="0"/>
              <a:t>, </a:t>
            </a:r>
            <a:r>
              <a:rPr b="1" dirty="0" err="1"/>
              <a:t>HTN·CKD는</a:t>
            </a:r>
            <a:r>
              <a:rPr b="1" dirty="0"/>
              <a:t> </a:t>
            </a:r>
            <a:r>
              <a:rPr b="1" dirty="0" err="1"/>
              <a:t>비유의</a:t>
            </a:r>
            <a:endParaRPr b="1" dirty="0"/>
          </a:p>
          <a:p>
            <a:pPr lvl="1"/>
            <a:r>
              <a:rPr dirty="0"/>
              <a:t>External: 3개 </a:t>
            </a:r>
            <a:r>
              <a:rPr dirty="0" err="1"/>
              <a:t>질환</a:t>
            </a:r>
            <a:r>
              <a:rPr dirty="0"/>
              <a:t> </a:t>
            </a:r>
            <a:r>
              <a:rPr dirty="0" err="1"/>
              <a:t>모두</a:t>
            </a:r>
            <a:r>
              <a:rPr dirty="0"/>
              <a:t> </a:t>
            </a:r>
            <a:r>
              <a:rPr dirty="0" err="1"/>
              <a:t>유의하게</a:t>
            </a:r>
            <a:r>
              <a:rPr dirty="0"/>
              <a:t> </a:t>
            </a:r>
            <a:r>
              <a:rPr dirty="0" err="1"/>
              <a:t>개선</a:t>
            </a:r>
            <a:endParaRPr dirty="0"/>
          </a:p>
          <a:p>
            <a:pPr lvl="1"/>
            <a:r>
              <a:rPr dirty="0" err="1"/>
              <a:t>다른</a:t>
            </a:r>
            <a:r>
              <a:rPr dirty="0"/>
              <a:t> </a:t>
            </a:r>
            <a:r>
              <a:rPr dirty="0" err="1"/>
              <a:t>병원</a:t>
            </a:r>
            <a:r>
              <a:rPr dirty="0"/>
              <a:t> </a:t>
            </a:r>
            <a:r>
              <a:rPr dirty="0" err="1"/>
              <a:t>데이터에서도</a:t>
            </a:r>
            <a:r>
              <a:rPr dirty="0"/>
              <a:t> AEC </a:t>
            </a:r>
            <a:r>
              <a:rPr dirty="0" err="1"/>
              <a:t>추가</a:t>
            </a:r>
            <a:r>
              <a:rPr dirty="0"/>
              <a:t> </a:t>
            </a:r>
            <a:r>
              <a:rPr dirty="0" err="1"/>
              <a:t>효과</a:t>
            </a:r>
            <a:r>
              <a:rPr dirty="0"/>
              <a:t> </a:t>
            </a:r>
            <a:r>
              <a:rPr dirty="0" err="1"/>
              <a:t>재현</a:t>
            </a:r>
            <a:endParaRPr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E1F5747-A0BE-D5B7-82C4-5EA459C27747}"/>
              </a:ext>
            </a:extLst>
          </p:cNvPr>
          <p:cNvGrpSpPr/>
          <p:nvPr/>
        </p:nvGrpSpPr>
        <p:grpSpPr>
          <a:xfrm>
            <a:off x="0" y="3216966"/>
            <a:ext cx="12192000" cy="2650435"/>
            <a:chOff x="0" y="3584713"/>
            <a:chExt cx="12192000" cy="2650435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BDE1ACDC-BAD8-F200-3D91-518B390490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584713"/>
              <a:ext cx="12192000" cy="2650435"/>
            </a:xfrm>
            <a:prstGeom prst="rect">
              <a:avLst/>
            </a:prstGeom>
          </p:spPr>
        </p:pic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6C11F562-D6E5-A8DD-B44E-E45D00B1A7E7}"/>
                </a:ext>
              </a:extLst>
            </p:cNvPr>
            <p:cNvGrpSpPr/>
            <p:nvPr/>
          </p:nvGrpSpPr>
          <p:grpSpPr>
            <a:xfrm>
              <a:off x="112642" y="4621696"/>
              <a:ext cx="11973341" cy="1250215"/>
              <a:chOff x="112642" y="4621696"/>
              <a:chExt cx="11973341" cy="1250215"/>
            </a:xfrm>
          </p:grpSpPr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FE4BA54B-CC5C-3574-6659-6C8E807DD199}"/>
                  </a:ext>
                </a:extLst>
              </p:cNvPr>
              <p:cNvSpPr/>
              <p:nvPr/>
            </p:nvSpPr>
            <p:spPr>
              <a:xfrm>
                <a:off x="119270" y="4621696"/>
                <a:ext cx="11966713" cy="248478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401F5E15-9BAD-EC84-B611-BE37CACA435B}"/>
                  </a:ext>
                </a:extLst>
              </p:cNvPr>
              <p:cNvSpPr/>
              <p:nvPr/>
            </p:nvSpPr>
            <p:spPr>
              <a:xfrm>
                <a:off x="112643" y="5127534"/>
                <a:ext cx="11966713" cy="248478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D2CC564D-7421-FDFC-4C92-338AAC00EC81}"/>
                  </a:ext>
                </a:extLst>
              </p:cNvPr>
              <p:cNvSpPr/>
              <p:nvPr/>
            </p:nvSpPr>
            <p:spPr>
              <a:xfrm>
                <a:off x="112642" y="5379141"/>
                <a:ext cx="11966713" cy="248478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F9F8BACD-CA19-B111-607F-E6A81DFE3DD0}"/>
                  </a:ext>
                </a:extLst>
              </p:cNvPr>
              <p:cNvSpPr/>
              <p:nvPr/>
            </p:nvSpPr>
            <p:spPr>
              <a:xfrm>
                <a:off x="112642" y="5623433"/>
                <a:ext cx="11966713" cy="248478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분류 Threshold 기준 — Youden's J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 err="1"/>
              <a:t>양성</a:t>
            </a:r>
            <a:r>
              <a:rPr b="1" dirty="0"/>
              <a:t>/</a:t>
            </a:r>
            <a:r>
              <a:rPr b="1" dirty="0" err="1"/>
              <a:t>음성을</a:t>
            </a:r>
            <a:r>
              <a:rPr b="1" dirty="0"/>
              <a:t> </a:t>
            </a:r>
            <a:r>
              <a:rPr b="1" dirty="0" err="1"/>
              <a:t>가르는</a:t>
            </a:r>
            <a:r>
              <a:rPr b="1" dirty="0"/>
              <a:t> </a:t>
            </a:r>
            <a:r>
              <a:rPr b="1" dirty="0" err="1"/>
              <a:t>기준</a:t>
            </a:r>
            <a:r>
              <a:rPr b="1" dirty="0"/>
              <a:t>: Youden's J</a:t>
            </a:r>
            <a:endParaRPr lang="en-US" altLang="ko-KR" dirty="0"/>
          </a:p>
          <a:p>
            <a:pPr lvl="1"/>
            <a:r>
              <a:rPr lang="en-US" altLang="ko-KR" b="1" dirty="0"/>
              <a:t>Youden's J = Sensitivity + Specificity − 1 </a:t>
            </a:r>
            <a:r>
              <a:rPr lang="ko-KR" altLang="en-US" b="1" dirty="0"/>
              <a:t>최대화 지점</a:t>
            </a:r>
            <a:endParaRPr b="1" dirty="0"/>
          </a:p>
          <a:p>
            <a:pPr lvl="1"/>
            <a:r>
              <a:rPr dirty="0" err="1"/>
              <a:t>민감도·특이도의</a:t>
            </a:r>
            <a:r>
              <a:rPr dirty="0"/>
              <a:t> </a:t>
            </a:r>
            <a:r>
              <a:rPr dirty="0" err="1"/>
              <a:t>균형점</a:t>
            </a:r>
            <a:r>
              <a:rPr dirty="0"/>
              <a:t> — </a:t>
            </a:r>
            <a:r>
              <a:rPr dirty="0" err="1"/>
              <a:t>민감도</a:t>
            </a:r>
            <a:r>
              <a:rPr dirty="0"/>
              <a:t> 90% </a:t>
            </a:r>
            <a:r>
              <a:rPr dirty="0" err="1"/>
              <a:t>고정</a:t>
            </a:r>
            <a:r>
              <a:rPr dirty="0"/>
              <a:t>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기준</a:t>
            </a:r>
            <a:r>
              <a:rPr dirty="0"/>
              <a:t> </a:t>
            </a:r>
            <a:r>
              <a:rPr dirty="0" err="1"/>
              <a:t>아님</a:t>
            </a:r>
            <a:endParaRPr dirty="0"/>
          </a:p>
          <a:p>
            <a:pPr lvl="1"/>
            <a:r>
              <a:rPr lang="en-US" altLang="ko-KR" dirty="0"/>
              <a:t>threshold </a:t>
            </a:r>
            <a:r>
              <a:rPr lang="ko-KR" altLang="en-US" dirty="0"/>
              <a:t>탐색</a:t>
            </a:r>
            <a:r>
              <a:rPr lang="en-US" altLang="ko-KR" dirty="0"/>
              <a:t>: internal OOF</a:t>
            </a:r>
            <a:r>
              <a:rPr lang="ko-KR" altLang="en-US" dirty="0"/>
              <a:t>에서만 → </a:t>
            </a:r>
            <a:r>
              <a:rPr lang="en-US" altLang="ko-KR" dirty="0"/>
              <a:t>external</a:t>
            </a:r>
            <a:r>
              <a:rPr lang="ko-KR" altLang="en-US" dirty="0"/>
              <a:t>은 </a:t>
            </a:r>
            <a:r>
              <a:rPr lang="ko-KR" altLang="en-US" dirty="0" err="1"/>
              <a:t>재탐색</a:t>
            </a:r>
            <a:r>
              <a:rPr lang="ko-KR" altLang="en-US" dirty="0"/>
              <a:t> 없이 동결 적용</a:t>
            </a:r>
          </a:p>
          <a:p>
            <a:pPr lvl="1"/>
            <a:r>
              <a:rPr lang="en-US" altLang="ko-KR" dirty="0"/>
              <a:t>clinic4 / clinic4+AEC(best)</a:t>
            </a:r>
            <a:r>
              <a:rPr lang="ko-KR" altLang="en-US" dirty="0"/>
              <a:t>는 각자 독립적으로 </a:t>
            </a:r>
            <a:r>
              <a:rPr lang="en-US" altLang="ko-KR" dirty="0"/>
              <a:t>threshold </a:t>
            </a:r>
            <a:r>
              <a:rPr lang="ko-KR" altLang="en-US" dirty="0"/>
              <a:t>산출</a:t>
            </a:r>
            <a:r>
              <a:rPr lang="en-US" altLang="ko-KR" dirty="0"/>
              <a:t>(</a:t>
            </a:r>
            <a:r>
              <a:rPr lang="ko-KR" altLang="en-US" dirty="0"/>
              <a:t>서로 다른 값</a:t>
            </a:r>
            <a:r>
              <a:rPr lang="en-US" altLang="ko-KR" dirty="0"/>
              <a:t>)</a:t>
            </a:r>
          </a:p>
          <a:p>
            <a:pPr lvl="1"/>
            <a:r>
              <a:rPr dirty="0" err="1"/>
              <a:t>대안</a:t>
            </a:r>
            <a:r>
              <a:rPr dirty="0"/>
              <a:t>: </a:t>
            </a:r>
            <a:r>
              <a:rPr dirty="0" err="1"/>
              <a:t>고정</a:t>
            </a:r>
            <a:r>
              <a:rPr dirty="0"/>
              <a:t> Sensitivity 90%(</a:t>
            </a:r>
            <a:r>
              <a:rPr dirty="0" err="1"/>
              <a:t>검진</a:t>
            </a:r>
            <a:r>
              <a:rPr dirty="0"/>
              <a:t> </a:t>
            </a:r>
            <a:r>
              <a:rPr dirty="0" err="1"/>
              <a:t>목적</a:t>
            </a:r>
            <a:r>
              <a:rPr dirty="0"/>
              <a:t>) — 본 </a:t>
            </a:r>
            <a:r>
              <a:rPr dirty="0" err="1"/>
              <a:t>분석은</a:t>
            </a:r>
            <a:r>
              <a:rPr dirty="0"/>
              <a:t> </a:t>
            </a:r>
            <a:r>
              <a:rPr dirty="0" err="1"/>
              <a:t>미채택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HTN — ROC Curve (Internal / External)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HTN: </a:t>
            </a:r>
            <a:r>
              <a:rPr b="1" dirty="0" err="1"/>
              <a:t>다른</a:t>
            </a:r>
            <a:r>
              <a:rPr b="1" dirty="0"/>
              <a:t> </a:t>
            </a:r>
            <a:r>
              <a:rPr b="1" dirty="0" err="1"/>
              <a:t>병원</a:t>
            </a:r>
            <a:r>
              <a:rPr b="1" dirty="0"/>
              <a:t>(External)</a:t>
            </a:r>
            <a:r>
              <a:rPr b="1" dirty="0" err="1"/>
              <a:t>에서</a:t>
            </a:r>
            <a:r>
              <a:rPr b="1" dirty="0"/>
              <a:t> </a:t>
            </a:r>
            <a:r>
              <a:rPr b="1" dirty="0" err="1"/>
              <a:t>개선</a:t>
            </a:r>
            <a:r>
              <a:rPr b="1" dirty="0"/>
              <a:t> </a:t>
            </a:r>
            <a:r>
              <a:rPr b="1" dirty="0" err="1"/>
              <a:t>효과가</a:t>
            </a:r>
            <a:r>
              <a:rPr b="1" dirty="0"/>
              <a:t> 더 </a:t>
            </a:r>
            <a:r>
              <a:rPr b="1" dirty="0" err="1"/>
              <a:t>뚜렷</a:t>
            </a:r>
            <a:endParaRPr b="1" dirty="0"/>
          </a:p>
          <a:p>
            <a:pPr lvl="1"/>
            <a:r>
              <a:rPr dirty="0" err="1"/>
              <a:t>Internal은</a:t>
            </a:r>
            <a:r>
              <a:rPr dirty="0"/>
              <a:t> </a:t>
            </a:r>
            <a:r>
              <a:rPr dirty="0" err="1"/>
              <a:t>근소한</a:t>
            </a:r>
            <a:r>
              <a:rPr dirty="0"/>
              <a:t> </a:t>
            </a:r>
            <a:r>
              <a:rPr dirty="0" err="1"/>
              <a:t>개선</a:t>
            </a:r>
            <a:r>
              <a:rPr dirty="0"/>
              <a:t>(</a:t>
            </a:r>
            <a:r>
              <a:rPr dirty="0" err="1"/>
              <a:t>경계선</a:t>
            </a:r>
            <a:r>
              <a:rPr dirty="0"/>
              <a:t> </a:t>
            </a:r>
            <a:r>
              <a:rPr dirty="0" err="1"/>
              <a:t>수준</a:t>
            </a:r>
            <a:r>
              <a:rPr dirty="0"/>
              <a:t>)</a:t>
            </a:r>
          </a:p>
          <a:p>
            <a:pPr lvl="1"/>
            <a:r>
              <a:rPr dirty="0"/>
              <a:t>Se/</a:t>
            </a:r>
            <a:r>
              <a:rPr dirty="0" err="1"/>
              <a:t>Sp</a:t>
            </a:r>
            <a:r>
              <a:rPr dirty="0"/>
              <a:t>/Acc(clinic4+AEC) — Internal 0.793/0.699/0.728, External 0.689/0.675/0.681</a:t>
            </a:r>
          </a:p>
          <a:p>
            <a:pPr lvl="1"/>
            <a:r>
              <a:rPr dirty="0"/>
              <a:t>cf. clinic4 — Internal 0.793/0.707/0.733, External 0.736/0.599/0.662</a:t>
            </a:r>
          </a:p>
        </p:txBody>
      </p:sp>
      <p:pic>
        <p:nvPicPr>
          <p:cNvPr id="4" name="Picture 3" descr="htn_roc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9139" y="3074336"/>
            <a:ext cx="7993722" cy="324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DM — ROC Curve (Internal / External)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DM: </a:t>
            </a:r>
            <a:r>
              <a:rPr b="1" dirty="0" err="1"/>
              <a:t>가장</a:t>
            </a:r>
            <a:r>
              <a:rPr b="1" dirty="0"/>
              <a:t> </a:t>
            </a:r>
            <a:r>
              <a:rPr b="1" dirty="0" err="1"/>
              <a:t>일관되고</a:t>
            </a:r>
            <a:r>
              <a:rPr b="1" dirty="0"/>
              <a:t> </a:t>
            </a:r>
            <a:r>
              <a:rPr b="1" dirty="0" err="1"/>
              <a:t>확실한</a:t>
            </a:r>
            <a:r>
              <a:rPr b="1" dirty="0"/>
              <a:t> </a:t>
            </a:r>
            <a:r>
              <a:rPr b="1" dirty="0" err="1"/>
              <a:t>개선</a:t>
            </a:r>
            <a:endParaRPr b="1" dirty="0"/>
          </a:p>
          <a:p>
            <a:pPr lvl="1"/>
            <a:r>
              <a:rPr dirty="0" err="1"/>
              <a:t>Internal·External</a:t>
            </a:r>
            <a:r>
              <a:rPr dirty="0"/>
              <a:t> 두 </a:t>
            </a:r>
            <a:r>
              <a:rPr dirty="0" err="1"/>
              <a:t>병원</a:t>
            </a:r>
            <a:r>
              <a:rPr dirty="0"/>
              <a:t> </a:t>
            </a:r>
            <a:r>
              <a:rPr dirty="0" err="1"/>
              <a:t>모두에서</a:t>
            </a:r>
            <a:r>
              <a:rPr dirty="0"/>
              <a:t> </a:t>
            </a:r>
            <a:r>
              <a:rPr dirty="0" err="1"/>
              <a:t>유의하게</a:t>
            </a:r>
            <a:r>
              <a:rPr dirty="0"/>
              <a:t> </a:t>
            </a:r>
            <a:r>
              <a:rPr dirty="0" err="1"/>
              <a:t>개선</a:t>
            </a:r>
            <a:endParaRPr dirty="0"/>
          </a:p>
          <a:p>
            <a:pPr lvl="1"/>
            <a:r>
              <a:rPr dirty="0"/>
              <a:t>Se/</a:t>
            </a:r>
            <a:r>
              <a:rPr dirty="0" err="1"/>
              <a:t>Sp</a:t>
            </a:r>
            <a:r>
              <a:rPr dirty="0"/>
              <a:t>/Acc(clinic4+AEC) — Internal 0.779/0.633/0.661, External 0.775/0.554/0.622</a:t>
            </a:r>
          </a:p>
          <a:p>
            <a:pPr lvl="1"/>
            <a:r>
              <a:rPr dirty="0"/>
              <a:t>cf. clinic4 — Internal 0.755/0.624/0.649, External 0.705/0.530/0.584</a:t>
            </a:r>
          </a:p>
        </p:txBody>
      </p:sp>
      <p:pic>
        <p:nvPicPr>
          <p:cNvPr id="4" name="Picture 3" descr="dm_roc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9139" y="3103329"/>
            <a:ext cx="7993722" cy="324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CKD — ROC Curve (Internal / External)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CKD: </a:t>
            </a:r>
            <a:r>
              <a:rPr b="1" dirty="0" err="1"/>
              <a:t>External에서만</a:t>
            </a:r>
            <a:r>
              <a:rPr b="1" dirty="0"/>
              <a:t> </a:t>
            </a:r>
            <a:r>
              <a:rPr b="1" dirty="0" err="1"/>
              <a:t>개선</a:t>
            </a:r>
            <a:r>
              <a:rPr b="1" dirty="0"/>
              <a:t>, </a:t>
            </a:r>
            <a:r>
              <a:rPr b="1" dirty="0" err="1"/>
              <a:t>환자</a:t>
            </a:r>
            <a:r>
              <a:rPr b="1" dirty="0"/>
              <a:t> </a:t>
            </a:r>
            <a:r>
              <a:rPr b="1" dirty="0" err="1"/>
              <a:t>수가</a:t>
            </a:r>
            <a:r>
              <a:rPr b="1" dirty="0"/>
              <a:t> </a:t>
            </a:r>
            <a:r>
              <a:rPr b="1" dirty="0" err="1"/>
              <a:t>적어</a:t>
            </a:r>
            <a:r>
              <a:rPr b="1" dirty="0"/>
              <a:t> </a:t>
            </a:r>
            <a:r>
              <a:rPr b="1" dirty="0" err="1"/>
              <a:t>판단에</a:t>
            </a:r>
            <a:r>
              <a:rPr b="1" dirty="0"/>
              <a:t> </a:t>
            </a:r>
            <a:r>
              <a:rPr b="1" dirty="0" err="1"/>
              <a:t>한계</a:t>
            </a:r>
            <a:endParaRPr b="1" dirty="0"/>
          </a:p>
          <a:p>
            <a:pPr lvl="1"/>
            <a:r>
              <a:rPr dirty="0" err="1"/>
              <a:t>유병률</a:t>
            </a:r>
            <a:r>
              <a:rPr dirty="0"/>
              <a:t> 7.6%(</a:t>
            </a:r>
            <a:r>
              <a:rPr dirty="0" err="1"/>
              <a:t>강남</a:t>
            </a:r>
            <a:r>
              <a:rPr dirty="0"/>
              <a:t>)·18.1%(</a:t>
            </a:r>
            <a:r>
              <a:rPr dirty="0" err="1"/>
              <a:t>신촌</a:t>
            </a:r>
            <a:r>
              <a:rPr dirty="0"/>
              <a:t>)로 </a:t>
            </a:r>
            <a:r>
              <a:rPr dirty="0" err="1"/>
              <a:t>양성</a:t>
            </a:r>
            <a:r>
              <a:rPr dirty="0"/>
              <a:t> </a:t>
            </a:r>
            <a:r>
              <a:rPr dirty="0" err="1"/>
              <a:t>표본이</a:t>
            </a:r>
            <a:r>
              <a:rPr dirty="0"/>
              <a:t> </a:t>
            </a:r>
            <a:r>
              <a:rPr dirty="0" err="1"/>
              <a:t>적음</a:t>
            </a:r>
            <a:endParaRPr dirty="0"/>
          </a:p>
          <a:p>
            <a:pPr lvl="1"/>
            <a:r>
              <a:rPr dirty="0"/>
              <a:t>Se/</a:t>
            </a:r>
            <a:r>
              <a:rPr dirty="0" err="1"/>
              <a:t>Sp</a:t>
            </a:r>
            <a:r>
              <a:rPr dirty="0"/>
              <a:t>/Acc(clinic4+AEC) — Internal 0.831/0.677/0.689, External 0.548/0.616/0.604</a:t>
            </a:r>
          </a:p>
          <a:p>
            <a:pPr lvl="1"/>
            <a:r>
              <a:rPr dirty="0"/>
              <a:t>cf. clinic4 — Internal 0.783/0.664/0.673, External 0.613/0.565/0.573</a:t>
            </a:r>
          </a:p>
        </p:txBody>
      </p:sp>
      <p:pic>
        <p:nvPicPr>
          <p:cNvPr id="4" name="Picture 3" descr="ckd_roc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9138" y="3076531"/>
            <a:ext cx="7993723" cy="324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스캐너별 서브그룹 AUC (n≥30)</a:t>
            </a:r>
          </a:p>
        </p:txBody>
      </p:sp>
      <p:pic>
        <p:nvPicPr>
          <p:cNvPr id="4" name="Picture 3" descr="scanner_subgroup_au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4016" y="897468"/>
            <a:ext cx="7203967" cy="54406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DD8B2-5B4E-48C8-EB8C-D84F520AC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E7455-4619-46A5-1D4E-BDEF16EED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스캐너별</a:t>
            </a:r>
            <a:r>
              <a:rPr dirty="0"/>
              <a:t> </a:t>
            </a:r>
            <a:r>
              <a:rPr dirty="0" err="1"/>
              <a:t>서브그룹</a:t>
            </a:r>
            <a:r>
              <a:rPr dirty="0"/>
              <a:t> </a:t>
            </a:r>
            <a:r>
              <a:rPr lang="en-US" dirty="0"/>
              <a:t>Sens/Spec/Acc </a:t>
            </a:r>
            <a:r>
              <a:rPr lang="ko-KR" altLang="en-US" dirty="0"/>
              <a:t>비교</a:t>
            </a:r>
            <a:endParaRPr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25C7C8D-EAAF-1F2D-762D-B3FAE0ABF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03937"/>
            <a:ext cx="12192000" cy="5165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7056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A73DD-745F-7193-DD8F-773E19BC7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4BC1582-A692-442B-93E2-1B1B246BA3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381"/>
          <a:stretch>
            <a:fillRect/>
          </a:stretch>
        </p:blipFill>
        <p:spPr>
          <a:xfrm>
            <a:off x="156000" y="192126"/>
            <a:ext cx="11880000" cy="6257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0542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D7A1E-04B6-D687-AAAA-04A975295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D6C8801E-F737-5A0D-38EE-51652B7D41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715"/>
          <a:stretch>
            <a:fillRect/>
          </a:stretch>
        </p:blipFill>
        <p:spPr>
          <a:xfrm>
            <a:off x="156000" y="188843"/>
            <a:ext cx="11880000" cy="6235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620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AEC </a:t>
            </a:r>
            <a:r>
              <a:rPr b="1" dirty="0" err="1"/>
              <a:t>정보</a:t>
            </a:r>
            <a:r>
              <a:rPr b="1" dirty="0"/>
              <a:t> </a:t>
            </a:r>
            <a:r>
              <a:rPr b="1" dirty="0" err="1"/>
              <a:t>추가는</a:t>
            </a:r>
            <a:r>
              <a:rPr b="1" dirty="0"/>
              <a:t> </a:t>
            </a:r>
            <a:r>
              <a:rPr b="1" dirty="0" err="1"/>
              <a:t>특히</a:t>
            </a:r>
            <a:r>
              <a:rPr b="1" dirty="0"/>
              <a:t> </a:t>
            </a:r>
            <a:r>
              <a:rPr b="1" dirty="0" err="1"/>
              <a:t>다른</a:t>
            </a:r>
            <a:r>
              <a:rPr b="1" dirty="0"/>
              <a:t> </a:t>
            </a:r>
            <a:r>
              <a:rPr b="1" dirty="0" err="1"/>
              <a:t>병원</a:t>
            </a:r>
            <a:r>
              <a:rPr b="1" dirty="0"/>
              <a:t>(External) </a:t>
            </a:r>
            <a:r>
              <a:rPr b="1" dirty="0" err="1"/>
              <a:t>데이터에서</a:t>
            </a:r>
            <a:r>
              <a:rPr b="1" dirty="0"/>
              <a:t> 3개 </a:t>
            </a:r>
            <a:r>
              <a:rPr b="1" dirty="0" err="1"/>
              <a:t>질환</a:t>
            </a:r>
            <a:r>
              <a:rPr b="1" dirty="0"/>
              <a:t> </a:t>
            </a:r>
            <a:r>
              <a:rPr b="1" dirty="0" err="1"/>
              <a:t>모두</a:t>
            </a:r>
            <a:r>
              <a:rPr b="1" dirty="0"/>
              <a:t> </a:t>
            </a:r>
            <a:r>
              <a:rPr b="1" dirty="0" err="1"/>
              <a:t>효과</a:t>
            </a:r>
            <a:r>
              <a:rPr b="1" dirty="0"/>
              <a:t> </a:t>
            </a:r>
            <a:r>
              <a:rPr b="1" dirty="0" err="1"/>
              <a:t>확인</a:t>
            </a:r>
            <a:endParaRPr b="1" dirty="0"/>
          </a:p>
          <a:p>
            <a:pPr lvl="1"/>
            <a:r>
              <a:rPr dirty="0"/>
              <a:t>External: HTN·DM·CKD </a:t>
            </a:r>
            <a:r>
              <a:rPr dirty="0" err="1"/>
              <a:t>모두</a:t>
            </a:r>
            <a:r>
              <a:rPr dirty="0"/>
              <a:t> </a:t>
            </a:r>
            <a:r>
              <a:rPr dirty="0" err="1"/>
              <a:t>유의개선</a:t>
            </a:r>
            <a:endParaRPr dirty="0"/>
          </a:p>
          <a:p>
            <a:pPr lvl="1"/>
            <a:r>
              <a:rPr dirty="0"/>
              <a:t>Internal: </a:t>
            </a:r>
            <a:r>
              <a:rPr dirty="0" err="1"/>
              <a:t>DM만</a:t>
            </a:r>
            <a:r>
              <a:rPr dirty="0"/>
              <a:t> </a:t>
            </a:r>
            <a:r>
              <a:rPr dirty="0" err="1"/>
              <a:t>확실</a:t>
            </a:r>
            <a:r>
              <a:rPr dirty="0"/>
              <a:t>, </a:t>
            </a:r>
            <a:r>
              <a:rPr dirty="0" err="1"/>
              <a:t>HTN은</a:t>
            </a:r>
            <a:r>
              <a:rPr dirty="0"/>
              <a:t> </a:t>
            </a:r>
            <a:r>
              <a:rPr dirty="0" err="1"/>
              <a:t>경계선</a:t>
            </a:r>
            <a:r>
              <a:rPr dirty="0"/>
              <a:t>, </a:t>
            </a:r>
            <a:r>
              <a:rPr dirty="0" err="1"/>
              <a:t>CKD는</a:t>
            </a:r>
            <a:r>
              <a:rPr dirty="0"/>
              <a:t> </a:t>
            </a:r>
            <a:r>
              <a:rPr dirty="0" err="1"/>
              <a:t>비유의</a:t>
            </a:r>
            <a:endParaRPr dirty="0"/>
          </a:p>
          <a:p>
            <a:pPr lvl="1"/>
            <a:r>
              <a:rPr dirty="0" err="1"/>
              <a:t>요약</a:t>
            </a:r>
            <a:r>
              <a:rPr dirty="0"/>
              <a:t> </a:t>
            </a:r>
            <a:r>
              <a:rPr dirty="0" err="1"/>
              <a:t>방법</a:t>
            </a:r>
            <a:r>
              <a:rPr dirty="0"/>
              <a:t>: </a:t>
            </a:r>
            <a:r>
              <a:rPr dirty="0" err="1"/>
              <a:t>곡선을</a:t>
            </a:r>
            <a:r>
              <a:rPr dirty="0"/>
              <a:t> </a:t>
            </a:r>
            <a:r>
              <a:rPr dirty="0" err="1"/>
              <a:t>숫자</a:t>
            </a:r>
            <a:r>
              <a:rPr dirty="0"/>
              <a:t> 3개(FPCA)로 </a:t>
            </a:r>
            <a:r>
              <a:rPr dirty="0" err="1"/>
              <a:t>압축</a:t>
            </a:r>
            <a:r>
              <a:rPr dirty="0"/>
              <a:t> — 3질환 </a:t>
            </a:r>
            <a:r>
              <a:rPr dirty="0" err="1"/>
              <a:t>모두</a:t>
            </a:r>
            <a:r>
              <a:rPr dirty="0"/>
              <a:t> </a:t>
            </a:r>
            <a:r>
              <a:rPr dirty="0" err="1"/>
              <a:t>동일</a:t>
            </a:r>
            <a:r>
              <a:rPr dirty="0"/>
              <a:t> </a:t>
            </a:r>
            <a:r>
              <a:rPr dirty="0" err="1"/>
              <a:t>방법</a:t>
            </a:r>
            <a:r>
              <a:rPr dirty="0"/>
              <a:t> </a:t>
            </a:r>
            <a:r>
              <a:rPr dirty="0" err="1"/>
              <a:t>채택</a:t>
            </a:r>
            <a:endParaRPr dirty="0"/>
          </a:p>
          <a:p>
            <a:pPr lvl="1"/>
            <a:r>
              <a:rPr dirty="0" err="1"/>
              <a:t>다만</a:t>
            </a:r>
            <a:r>
              <a:rPr dirty="0"/>
              <a:t> CT </a:t>
            </a:r>
            <a:r>
              <a:rPr dirty="0" err="1"/>
              <a:t>장비</a:t>
            </a:r>
            <a:r>
              <a:rPr dirty="0"/>
              <a:t> </a:t>
            </a:r>
            <a:r>
              <a:rPr dirty="0" err="1"/>
              <a:t>종류에</a:t>
            </a:r>
            <a:r>
              <a:rPr dirty="0"/>
              <a:t> </a:t>
            </a:r>
            <a:r>
              <a:rPr dirty="0" err="1"/>
              <a:t>따른</a:t>
            </a:r>
            <a:r>
              <a:rPr dirty="0"/>
              <a:t> </a:t>
            </a:r>
            <a:r>
              <a:rPr dirty="0" err="1"/>
              <a:t>성능</a:t>
            </a:r>
            <a:r>
              <a:rPr dirty="0"/>
              <a:t> </a:t>
            </a:r>
            <a:r>
              <a:rPr dirty="0" err="1"/>
              <a:t>편차는</a:t>
            </a:r>
            <a:r>
              <a:rPr dirty="0"/>
              <a:t> </a:t>
            </a:r>
            <a:r>
              <a:rPr dirty="0" err="1"/>
              <a:t>남아있어</a:t>
            </a:r>
            <a:r>
              <a:rPr dirty="0"/>
              <a:t> </a:t>
            </a:r>
            <a:r>
              <a:rPr dirty="0" err="1"/>
              <a:t>추가</a:t>
            </a:r>
            <a:r>
              <a:rPr dirty="0"/>
              <a:t> </a:t>
            </a:r>
            <a:r>
              <a:rPr dirty="0" err="1"/>
              <a:t>검증</a:t>
            </a:r>
            <a:r>
              <a:rPr dirty="0"/>
              <a:t> </a:t>
            </a:r>
            <a:r>
              <a:rPr dirty="0" err="1"/>
              <a:t>필요</a:t>
            </a:r>
            <a:endParaRPr dirty="0"/>
          </a:p>
          <a:p>
            <a:pPr lvl="1"/>
            <a:r>
              <a:rPr dirty="0"/>
              <a:t>External Δ: DM +0.037(p&lt;0.001) · HTN +0.016(p=0.005) · CKD +0.022(p=0.020) — 3질환 </a:t>
            </a:r>
            <a:r>
              <a:rPr dirty="0" err="1"/>
              <a:t>전부</a:t>
            </a:r>
            <a:r>
              <a:rPr dirty="0"/>
              <a:t> </a:t>
            </a:r>
            <a:r>
              <a:rPr dirty="0" err="1"/>
              <a:t>유의</a:t>
            </a:r>
            <a:endParaRPr dirty="0"/>
          </a:p>
          <a:p>
            <a:pPr lvl="1"/>
            <a:r>
              <a:rPr dirty="0"/>
              <a:t>Internal Δ: DM +0.025(p=0.007) · HTN +0.009(p=0.059) · CKD +0.016(p=0.181)</a:t>
            </a:r>
          </a:p>
          <a:p>
            <a:pPr lvl="1"/>
            <a:r>
              <a:rPr dirty="0" err="1"/>
              <a:t>모델선택</a:t>
            </a:r>
            <a:r>
              <a:rPr dirty="0"/>
              <a:t>: </a:t>
            </a:r>
            <a:r>
              <a:rPr dirty="0" err="1"/>
              <a:t>질환별</a:t>
            </a:r>
            <a:r>
              <a:rPr dirty="0"/>
              <a:t> internal OOF </a:t>
            </a:r>
            <a:r>
              <a:rPr dirty="0" err="1"/>
              <a:t>AUC만</a:t>
            </a:r>
            <a:r>
              <a:rPr dirty="0"/>
              <a:t> </a:t>
            </a:r>
            <a:r>
              <a:rPr dirty="0" err="1"/>
              <a:t>사용</a:t>
            </a:r>
            <a:r>
              <a:rPr dirty="0"/>
              <a:t>, </a:t>
            </a:r>
            <a:r>
              <a:rPr dirty="0" err="1"/>
              <a:t>external은</a:t>
            </a:r>
            <a:r>
              <a:rPr dirty="0"/>
              <a:t> </a:t>
            </a:r>
            <a:r>
              <a:rPr dirty="0" err="1"/>
              <a:t>동결모델</a:t>
            </a:r>
            <a:r>
              <a:rPr dirty="0"/>
              <a:t> 1회 </a:t>
            </a:r>
            <a:r>
              <a:rPr dirty="0" err="1"/>
              <a:t>검증</a:t>
            </a:r>
            <a:r>
              <a:rPr dirty="0"/>
              <a:t>(</a:t>
            </a:r>
            <a:r>
              <a:rPr dirty="0" err="1"/>
              <a:t>다중비교</a:t>
            </a:r>
            <a:r>
              <a:rPr dirty="0"/>
              <a:t> </a:t>
            </a:r>
            <a:r>
              <a:rPr dirty="0" err="1"/>
              <a:t>낙관편향</a:t>
            </a:r>
            <a:r>
              <a:rPr dirty="0"/>
              <a:t> </a:t>
            </a:r>
            <a:r>
              <a:rPr dirty="0" err="1"/>
              <a:t>방지</a:t>
            </a:r>
            <a:r>
              <a:rPr dirty="0"/>
              <a:t>)</a:t>
            </a:r>
          </a:p>
          <a:p>
            <a:pPr lvl="1"/>
            <a:r>
              <a:rPr dirty="0"/>
              <a:t>Se/</a:t>
            </a:r>
            <a:r>
              <a:rPr dirty="0" err="1"/>
              <a:t>Sp</a:t>
            </a:r>
            <a:r>
              <a:rPr dirty="0"/>
              <a:t>/Acc threshold: Youden's J(internal </a:t>
            </a:r>
            <a:r>
              <a:rPr dirty="0" err="1"/>
              <a:t>산출</a:t>
            </a:r>
            <a:r>
              <a:rPr dirty="0"/>
              <a:t> → external </a:t>
            </a:r>
            <a:r>
              <a:rPr dirty="0" err="1"/>
              <a:t>동결</a:t>
            </a:r>
            <a:r>
              <a:rPr dirty="0"/>
              <a:t> </a:t>
            </a:r>
            <a:r>
              <a:rPr dirty="0" err="1"/>
              <a:t>적용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atch_image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1A4B9BE-6ABB-4644-A858-A1BE01A7D227}">
  <we:reference id="wa200010725" version="1.0.0.1" store="ko-KR" storeType="OMEX"/>
  <we:alternateReferences>
    <we:reference id="WA200010725" version="1.0.0.1" store="WA200010725" storeType="OMEX"/>
  </we:alternateReferences>
  <we:properties>
    <we:property name="claude.fileId" value="&quot;b67ecc52-606c-4d9b-921c-389ac737e61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6947</TotalTime>
  <Words>716</Words>
  <Application>Microsoft Office PowerPoint</Application>
  <PresentationFormat>와이드스크린</PresentationFormat>
  <Paragraphs>61</Paragraphs>
  <Slides>15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KoPub돋움체 Medium</vt:lpstr>
      <vt:lpstr>Arial</vt:lpstr>
      <vt:lpstr>KoPub돋움체 Bold</vt:lpstr>
      <vt:lpstr>Office 테마</vt:lpstr>
      <vt:lpstr>PowerPoint 프레젠테이션</vt:lpstr>
      <vt:lpstr>Research Summary</vt:lpstr>
      <vt:lpstr>FPCA 컴포넌트 수 선택 근거 (n=3, elbow)</vt:lpstr>
      <vt:lpstr>AEC Feature 후보별 AUC 비교</vt:lpstr>
      <vt:lpstr>AUC 비교표 — Internal &amp; External (DeLong test)</vt:lpstr>
      <vt:lpstr>분류 Threshold 기준 — Youden's J</vt:lpstr>
      <vt:lpstr>HTN — ROC Curve (Internal / External)</vt:lpstr>
      <vt:lpstr>DM — ROC Curve (Internal / External)</vt:lpstr>
      <vt:lpstr>CKD — ROC Curve (Internal / External)</vt:lpstr>
      <vt:lpstr>스캐너별 서브그룹 AUC (n≥30)</vt:lpstr>
      <vt:lpstr>스캐너별 서브그룹 Sens/Spec/Acc 비교</vt:lpstr>
      <vt:lpstr>PowerPoint 프레젠테이션</vt:lpstr>
      <vt:lpstr>PowerPoint 프레젠테이션</vt:lpstr>
      <vt:lpstr>Summary &amp; Conclusion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전장훈</dc:creator>
  <cp:lastModifiedBy>전장훈</cp:lastModifiedBy>
  <cp:revision>686</cp:revision>
  <dcterms:created xsi:type="dcterms:W3CDTF">2026-04-09T07:05:16Z</dcterms:created>
  <dcterms:modified xsi:type="dcterms:W3CDTF">2026-08-14T07:06:28Z</dcterms:modified>
</cp:coreProperties>
</file>
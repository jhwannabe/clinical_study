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1616"/>
                </a:solidFill>
              </a:rPr>
              <a:t>FPCA Component Count Comparison (n=3 vs 6 vs 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61616"/>
                </a:solidFill>
              </a:rPr>
              <a:t>clinic4 vs clinic4+AEC(best feature) AUC — HTN / DM / CKD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61616"/>
                </a:solidFill>
              </a:rPr>
              <a:t>2026. 08. 14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</a:rPr>
              <a:t>Research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1616"/>
                </a:solidFill>
              </a:rPr>
              <a:t>clinic4+AEC(best) AUC 개선은 n=3/6/12 모두에서 유지되나, 통계적 유의성은 n에 따라 흔들린다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DM: n=3/6/12 전부 Internal·External 모두 유의(가장 견고) — AEC 정보의 진짜 효과에 가장 가까움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HTN: External은 n에 관계없이 항상 유의(Δ+0.013~+0.016, p&lt;0.05), Internal은 항상 경계선(p=0.059~0.088, 비유의)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CKD: External 유의성이 n에 따라 뒤집힘 — n=3 유의(p=0.020), n=6 비유의(p=0.139), n=12 유의(p=0.0006). Internal은 n=3/6/12 전부 비유의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최적 조합(aec_combo)도 n에 따라 달라짐 — n=3/12는 DM·CKD도 상하위50%비율/FPCA로 갈리고, n=6만 DM·CKD에서 FPCA가 선택됨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결론: 컴포넌트 수 선택 자체가 특히 CKD 결론에 민감 — 단일 n 채택본(v6, n=6) 결과를 해석할 때 이 민감성을 함께 고려해야 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</a:rPr>
              <a:t>AUC 비교 — Internal / External × n=3/6/12</a:t>
            </a:r>
          </a:p>
        </p:txBody>
      </p:sp>
      <p:pic>
        <p:nvPicPr>
          <p:cNvPr id="3" name="Picture 2" descr="n_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097280"/>
            <a:ext cx="11521440" cy="45521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</a:rPr>
              <a:t>상세 비교표 (AEC 조합·ΔAUC·DeLong p)</a:t>
            </a:r>
          </a:p>
        </p:txBody>
      </p:sp>
      <p:pic>
        <p:nvPicPr>
          <p:cNvPr id="3" name="Picture 2" descr="n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38" y="1097280"/>
            <a:ext cx="110282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1616"/>
                </a:solidFill>
              </a:rPr>
              <a:t>AEC 정보 추가 효과는 컴포넌트 수 선택과 무관하게 방향은 일관(항상 AUC 개선)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다만 유의성 여부는 질환·cohort·n 조합에 따라 달라짐 — 특히 CKD External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가장 견고한 신호: DM(Internal·External, n=3/6/12 전부 유의), HTN External(전부 유의)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가장 불안정한 신호: CKD External(n=3,12는 유의·n=6은 비유의), CKD·HTN Internal(전부 비유의)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현재 채택 기준(n=6)은 elbow 참고값(n=3)보다 넉넉하게 고정한 값 — 본 비교는 그 선택이 결론에 미치는 영향을 정량화하기 위한 민감도 분석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616"/>
                </a:solidFill>
              </a:rPr>
              <a:t>검증 원칙은 n=3/6/12 전부 동일하게 적용: 조합·threshold는 internal OOF로만 선택, external은 동결모델 1회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
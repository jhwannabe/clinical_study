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495" r:id="rId3"/>
    <p:sldId id="507" r:id="rId4"/>
    <p:sldId id="481" r:id="rId5"/>
    <p:sldId id="519" r:id="rId6"/>
    <p:sldId id="523" r:id="rId7"/>
    <p:sldId id="530" r:id="rId8"/>
    <p:sldId id="527" r:id="rId9"/>
    <p:sldId id="493" r:id="rId10"/>
    <p:sldId id="479" r:id="rId11"/>
    <p:sldId id="512" r:id="rId12"/>
    <p:sldId id="514" r:id="rId13"/>
    <p:sldId id="526" r:id="rId14"/>
    <p:sldId id="525" r:id="rId15"/>
    <p:sldId id="528" r:id="rId16"/>
    <p:sldId id="529" r:id="rId17"/>
  </p:sldIdLst>
  <p:sldSz cx="12192000" cy="6858000"/>
  <p:notesSz cx="6858000" cy="9144000"/>
  <p:embeddedFontLst>
    <p:embeddedFont>
      <p:font typeface="KoPub돋움체 Bold" panose="00000800000000000000" pitchFamily="2" charset="-127"/>
      <p:bold r:id="rId19"/>
    </p:embeddedFont>
    <p:embeddedFont>
      <p:font typeface="KoPub돋움체 Medium" panose="00000600000000000000" pitchFamily="2" charset="-127"/>
      <p:regular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495"/>
            <p14:sldId id="507"/>
            <p14:sldId id="481"/>
            <p14:sldId id="519"/>
            <p14:sldId id="523"/>
            <p14:sldId id="530"/>
            <p14:sldId id="527"/>
            <p14:sldId id="493"/>
            <p14:sldId id="479"/>
            <p14:sldId id="512"/>
            <p14:sldId id="514"/>
            <p14:sldId id="526"/>
            <p14:sldId id="525"/>
            <p14:sldId id="528"/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576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modSection">
      <pc:chgData name="janghoon jun" userId="056a5883350c2f5e" providerId="LiveId" clId="{6DA654A6-03B0-40F7-A259-B276216985A6}" dt="2026-07-08T06:46:14.575" v="5364"/>
      <pc:docMkLst>
        <pc:docMk/>
      </pc:docMkLst>
      <pc:sldChg chg="modSp mod">
        <pc:chgData name="janghoon jun" userId="056a5883350c2f5e" providerId="LiveId" clId="{6DA654A6-03B0-40F7-A259-B276216985A6}" dt="2026-07-08T05:33:53.531" v="3728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33:53.531" v="3728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 modNotesTx">
        <pc:chgData name="janghoon jun" userId="056a5883350c2f5e" providerId="LiveId" clId="{6DA654A6-03B0-40F7-A259-B276216985A6}" dt="2026-07-07T05:53:01.136" v="2952" actId="20577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7T05:52:56.148" v="2948" actId="2057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7T05:53:01.136" v="2952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addSp delSp modSp mod">
        <pc:chgData name="janghoon jun" userId="056a5883350c2f5e" providerId="LiveId" clId="{6DA654A6-03B0-40F7-A259-B276216985A6}" dt="2026-07-08T05:43:45.659" v="4097" actId="15"/>
        <pc:sldMkLst>
          <pc:docMk/>
          <pc:sldMk cId="0" sldId="257"/>
        </pc:sldMkLst>
        <pc:spChg chg="mod">
          <ac:chgData name="janghoon jun" userId="056a5883350c2f5e" providerId="LiveId" clId="{6DA654A6-03B0-40F7-A259-B276216985A6}" dt="2026-07-08T05:34:40.941" v="3768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32.979" v="3753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34:29.459" v="3752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janghoon jun" userId="056a5883350c2f5e" providerId="LiveId" clId="{6DA654A6-03B0-40F7-A259-B276216985A6}" dt="2026-07-08T05:43:45.659" v="4097" actId="15"/>
          <ac:spMkLst>
            <pc:docMk/>
            <pc:sldMk cId="0" sldId="257"/>
            <ac:spMk id="9" creationId="{CDE98734-B61B-52A9-4AC8-3A3A0C7E6EAE}"/>
          </ac:spMkLst>
        </pc:spChg>
      </pc:sldChg>
      <pc:sldChg chg="addSp delSp modSp del mod">
        <pc:chgData name="janghoon jun" userId="056a5883350c2f5e" providerId="LiveId" clId="{6DA654A6-03B0-40F7-A259-B276216985A6}" dt="2026-07-08T05:51:26.233" v="4277" actId="47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7-08T05:45:13.417" v="4173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5:51:16.445" v="4274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23.393" v="4276" actId="1076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5:51:18.243" v="4275" actId="478"/>
          <ac:spMkLst>
            <pc:docMk/>
            <pc:sldMk cId="0" sldId="258"/>
            <ac:spMk id="9" creationId="{EC8AC9C5-BC86-B8DF-827C-DAFEE8EE56B9}"/>
          </ac:spMkLst>
        </pc:spChg>
        <pc:graphicFrameChg chg="mod">
          <ac:chgData name="janghoon jun" userId="056a5883350c2f5e" providerId="LiveId" clId="{6DA654A6-03B0-40F7-A259-B276216985A6}" dt="2026-07-08T05:51:23.393" v="4276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add del mod">
        <pc:chgData name="janghoon jun" userId="056a5883350c2f5e" providerId="LiveId" clId="{6DA654A6-03B0-40F7-A259-B276216985A6}" dt="2026-07-08T05:45:43.786" v="4178" actId="47"/>
        <pc:sldMkLst>
          <pc:docMk/>
          <pc:sldMk cId="0" sldId="259"/>
        </pc:sldMkLst>
        <pc:spChg chg="mod">
          <ac:chgData name="janghoon jun" userId="056a5883350c2f5e" providerId="LiveId" clId="{6DA654A6-03B0-40F7-A259-B276216985A6}" dt="2026-07-08T05:45:29.838" v="4175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5:46:52.228" v="4185" actId="47"/>
        <pc:sldMkLst>
          <pc:docMk/>
          <pc:sldMk cId="0" sldId="260"/>
        </pc:sldMkLst>
        <pc:spChg chg="mod">
          <ac:chgData name="janghoon jun" userId="056a5883350c2f5e" providerId="LiveId" clId="{6DA654A6-03B0-40F7-A259-B276216985A6}" dt="2026-07-08T05:45:49.064" v="418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11.423" v="4184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6:06.972" v="4183" actId="1076"/>
          <ac:spMkLst>
            <pc:docMk/>
            <pc:sldMk cId="0" sldId="260"/>
            <ac:spMk id="15" creationId="{00000000-0000-0000-0000-000000000000}"/>
          </ac:spMkLst>
        </pc:spChg>
      </pc:sldChg>
      <pc:sldChg chg="addSp delSp modSp mod">
        <pc:chgData name="janghoon jun" userId="056a5883350c2f5e" providerId="LiveId" clId="{6DA654A6-03B0-40F7-A259-B276216985A6}" dt="2026-07-08T06:00:00.079" v="4418" actId="2057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7-08T06:00:00.079" v="441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47.021" v="4222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1:44.611" v="4278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3.941" v="4215" actId="1076"/>
          <ac:spMkLst>
            <pc:docMk/>
            <pc:sldMk cId="0" sldId="261"/>
            <ac:spMk id="1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48:11.777" v="4212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8:20.454" v="4214" actId="1076"/>
          <ac:spMkLst>
            <pc:docMk/>
            <pc:sldMk cId="0" sldId="261"/>
            <ac:spMk id="14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1:55.537" v="4280" actId="1076"/>
          <ac:grpSpMkLst>
            <pc:docMk/>
            <pc:sldMk cId="0" sldId="261"/>
            <ac:grpSpMk id="15" creationId="{8225C597-6B75-9D97-650E-7B4F65A7A9DF}"/>
          </ac:grpSpMkLst>
        </pc:grpChg>
      </pc:sldChg>
      <pc:sldChg chg="addSp modSp mod">
        <pc:chgData name="janghoon jun" userId="056a5883350c2f5e" providerId="LiveId" clId="{6DA654A6-03B0-40F7-A259-B276216985A6}" dt="2026-07-08T06:00:08.652" v="4442" actId="2057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7-08T06:00:08.652" v="4442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44.035" v="4253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49:40.729" v="4233" actId="164"/>
          <ac:spMkLst>
            <pc:docMk/>
            <pc:sldMk cId="0" sldId="26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05.153" v="4240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0.135" v="4242" actId="164"/>
          <ac:spMkLst>
            <pc:docMk/>
            <pc:sldMk cId="0" sldId="26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5.213" v="4244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18.768" v="4246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0:22.367" v="4248" actId="164"/>
          <ac:spMkLst>
            <pc:docMk/>
            <pc:sldMk cId="0" sldId="262"/>
            <ac:spMk id="15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6" creationId="{3A29F5B8-D1C5-25C1-4019-E66D4D1DB8F8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7" creationId="{E075743F-97EA-F673-8801-05CDDD711D66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8" creationId="{E46E2EE2-AC54-9926-16F3-618116102200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19" creationId="{8B7A0DFD-AD14-A910-3A97-B14AE80A740D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0" creationId="{A7102F49-B215-59FC-E07F-7F7931BAEA32}"/>
          </ac:grpSpMkLst>
        </pc:grpChg>
        <pc:grpChg chg="add mod">
          <ac:chgData name="janghoon jun" userId="056a5883350c2f5e" providerId="LiveId" clId="{6DA654A6-03B0-40F7-A259-B276216985A6}" dt="2026-07-08T05:50:40.974" v="4251" actId="1076"/>
          <ac:grpSpMkLst>
            <pc:docMk/>
            <pc:sldMk cId="0" sldId="262"/>
            <ac:grpSpMk id="21" creationId="{28228C55-A1D9-5786-00C9-90F6880B21EA}"/>
          </ac:grpSpMkLst>
        </pc:grpChg>
      </pc:sldChg>
      <pc:sldChg chg="modSp mod">
        <pc:chgData name="janghoon jun" userId="056a5883350c2f5e" providerId="LiveId" clId="{6DA654A6-03B0-40F7-A259-B276216985A6}" dt="2026-07-08T06:12:06.137" v="4457" actId="6549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7-08T06:12:06.137" v="4457" actId="65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15.638" v="4353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7.414" v="433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25.067" v="4335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4:15.690" v="433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3:47.129" v="431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5:39.223" v="4346" actId="403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15.086" v="4460" actId="6549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7-08T06:12:15.086" v="4460" actId="6549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33.196" v="4488" actId="403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7-08T05:58:26.645" v="4403" actId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33.196" v="4488" actId="4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8:45.261" v="4411" actId="1076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2:30.207" v="4466" actId="6549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7-08T06:12:30.207" v="4466" actId="6549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3:10.717" v="4485" actId="107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7-08T06:12:58.529" v="447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05.102" v="4484" actId="403"/>
          <ac:spMkLst>
            <pc:docMk/>
            <pc:sldMk cId="0" sldId="267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10.717" v="4485" actId="1076"/>
          <ac:spMkLst>
            <pc:docMk/>
            <pc:sldMk cId="0" sldId="267"/>
            <ac:spMk id="13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15:18.875" v="4513" actId="20577"/>
        <pc:sldMkLst>
          <pc:docMk/>
          <pc:sldMk cId="0" sldId="268"/>
        </pc:sldMkLst>
        <pc:spChg chg="mod">
          <ac:chgData name="janghoon jun" userId="056a5883350c2f5e" providerId="LiveId" clId="{6DA654A6-03B0-40F7-A259-B276216985A6}" dt="2026-07-08T06:13:46.853" v="4492" actId="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3:59.199" v="4500" actId="403"/>
          <ac:spMkLst>
            <pc:docMk/>
            <pc:sldMk cId="0" sldId="268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18.875" v="4513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6.442" v="4509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5:02.593" v="4508" actId="1076"/>
          <ac:spMkLst>
            <pc:docMk/>
            <pc:sldMk cId="0" sldId="268"/>
            <ac:spMk id="10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4:40.272" v="4506" actId="478"/>
          <ac:spMkLst>
            <pc:docMk/>
            <pc:sldMk cId="0" sldId="268"/>
            <ac:spMk id="1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12.063" v="4530" actId="20577"/>
        <pc:sldMkLst>
          <pc:docMk/>
          <pc:sldMk cId="0" sldId="269"/>
        </pc:sldMkLst>
        <pc:spChg chg="mod">
          <ac:chgData name="janghoon jun" userId="056a5883350c2f5e" providerId="LiveId" clId="{6DA654A6-03B0-40F7-A259-B276216985A6}" dt="2026-07-08T06:16:12.063" v="4530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16:30.386" v="4541" actId="20577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7-08T06:16:30.386" v="4541" actId="20577"/>
          <ac:spMkLst>
            <pc:docMk/>
            <pc:sldMk cId="0" sldId="270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2:15.352" v="4772" actId="1410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7-08T06:21:52.005" v="4770" actId="6549"/>
          <ac:spMkLst>
            <pc:docMk/>
            <pc:sldMk cId="0" sldId="27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2:09.905" v="4771" actId="478"/>
          <ac:spMkLst>
            <pc:docMk/>
            <pc:sldMk cId="0" sldId="271"/>
            <ac:spMk id="8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7-08T06:22:15.352" v="4772" actId="14100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modSp del mod">
        <pc:chgData name="janghoon jun" userId="056a5883350c2f5e" providerId="LiveId" clId="{6DA654A6-03B0-40F7-A259-B276216985A6}" dt="2026-07-08T06:30:34.289" v="5114" actId="47"/>
        <pc:sldMkLst>
          <pc:docMk/>
          <pc:sldMk cId="0" sldId="272"/>
        </pc:sldMkLst>
        <pc:spChg chg="mod">
          <ac:chgData name="janghoon jun" userId="056a5883350c2f5e" providerId="LiveId" clId="{6DA654A6-03B0-40F7-A259-B276216985A6}" dt="2026-07-08T06:29:53.099" v="5113" actId="20577"/>
          <ac:spMkLst>
            <pc:docMk/>
            <pc:sldMk cId="0" sldId="272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0:35.450" v="5115" actId="47"/>
        <pc:sldMkLst>
          <pc:docMk/>
          <pc:sldMk cId="0" sldId="273"/>
        </pc:sldMkLst>
      </pc:sldChg>
      <pc:sldChg chg="modSp del mod">
        <pc:chgData name="janghoon jun" userId="056a5883350c2f5e" providerId="LiveId" clId="{6DA654A6-03B0-40F7-A259-B276216985A6}" dt="2026-07-08T06:31:08.620" v="5160" actId="2696"/>
        <pc:sldMkLst>
          <pc:docMk/>
          <pc:sldMk cId="0" sldId="274"/>
        </pc:sldMkLst>
        <pc:spChg chg="mod">
          <ac:chgData name="janghoon jun" userId="056a5883350c2f5e" providerId="LiveId" clId="{6DA654A6-03B0-40F7-A259-B276216985A6}" dt="2026-07-08T06:31:04.889" v="5159" actId="6549"/>
          <ac:spMkLst>
            <pc:docMk/>
            <pc:sldMk cId="0" sldId="27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0:57.206" v="5116" actId="20577"/>
          <ac:spMkLst>
            <pc:docMk/>
            <pc:sldMk cId="0" sldId="274"/>
            <ac:spMk id="6" creationId="{00000000-0000-0000-0000-000000000000}"/>
          </ac:spMkLst>
        </pc:spChg>
      </pc:sldChg>
      <pc:sldChg chg="add del">
        <pc:chgData name="janghoon jun" userId="056a5883350c2f5e" providerId="LiveId" clId="{6DA654A6-03B0-40F7-A259-B276216985A6}" dt="2026-07-08T06:31:56.362" v="5162" actId="47"/>
        <pc:sldMkLst>
          <pc:docMk/>
          <pc:sldMk cId="2204465617" sldId="274"/>
        </pc:sldMkLst>
      </pc:sldChg>
      <pc:sldChg chg="modSp mod">
        <pc:chgData name="janghoon jun" userId="056a5883350c2f5e" providerId="LiveId" clId="{6DA654A6-03B0-40F7-A259-B276216985A6}" dt="2026-07-08T06:36:05.251" v="5259" actId="6549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7-08T06:36:05.251" v="5259" actId="6549"/>
          <ac:spMkLst>
            <pc:docMk/>
            <pc:sldMk cId="0" sldId="275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4:55.107" v="5229" actId="403"/>
          <ac:spMkLst>
            <pc:docMk/>
            <pc:sldMk cId="0" sldId="275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11:42.349" v="4456" actId="2710"/>
          <ac:spMkLst>
            <pc:docMk/>
            <pc:sldMk cId="0" sldId="275"/>
            <ac:spMk id="6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6:41.780" v="5282" actId="6549"/>
        <pc:sldMkLst>
          <pc:docMk/>
          <pc:sldMk cId="0" sldId="276"/>
        </pc:sldMkLst>
        <pc:spChg chg="mod">
          <ac:chgData name="janghoon jun" userId="056a5883350c2f5e" providerId="LiveId" clId="{6DA654A6-03B0-40F7-A259-B276216985A6}" dt="2026-07-08T06:36:41.780" v="5282" actId="6549"/>
          <ac:spMkLst>
            <pc:docMk/>
            <pc:sldMk cId="0" sldId="27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4.851" v="5236" actId="408"/>
          <ac:spMkLst>
            <pc:docMk/>
            <pc:sldMk cId="0" sldId="276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32.213" v="5235" actId="12789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53.551" v="5241" actId="14100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5:45.853" v="5240" actId="5793"/>
          <ac:spMkLst>
            <pc:docMk/>
            <pc:sldMk cId="0" sldId="276"/>
            <ac:spMk id="12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7-08T06:36:55.041" v="5301" actId="47"/>
        <pc:sldMkLst>
          <pc:docMk/>
          <pc:sldMk cId="0" sldId="277"/>
        </pc:sldMkLst>
        <pc:spChg chg="mod">
          <ac:chgData name="janghoon jun" userId="056a5883350c2f5e" providerId="LiveId" clId="{6DA654A6-03B0-40F7-A259-B276216985A6}" dt="2026-07-08T06:36:49.167" v="5300" actId="6549"/>
          <ac:spMkLst>
            <pc:docMk/>
            <pc:sldMk cId="0" sldId="277"/>
            <ac:spMk id="2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7-08T06:37:02.521" v="5302" actId="47"/>
        <pc:sldMkLst>
          <pc:docMk/>
          <pc:sldMk cId="0" sldId="278"/>
        </pc:sldMkLst>
      </pc:sldChg>
      <pc:sldChg chg="del">
        <pc:chgData name="janghoon jun" userId="056a5883350c2f5e" providerId="LiveId" clId="{6DA654A6-03B0-40F7-A259-B276216985A6}" dt="2026-07-08T06:37:15.023" v="5303" actId="47"/>
        <pc:sldMkLst>
          <pc:docMk/>
          <pc:sldMk cId="0" sldId="279"/>
        </pc:sldMkLst>
      </pc:sldChg>
      <pc:sldChg chg="del">
        <pc:chgData name="janghoon jun" userId="056a5883350c2f5e" providerId="LiveId" clId="{6DA654A6-03B0-40F7-A259-B276216985A6}" dt="2026-07-08T06:37:30.780" v="5304" actId="47"/>
        <pc:sldMkLst>
          <pc:docMk/>
          <pc:sldMk cId="0" sldId="280"/>
        </pc:sldMkLst>
      </pc:sldChg>
      <pc:sldChg chg="del">
        <pc:chgData name="janghoon jun" userId="056a5883350c2f5e" providerId="LiveId" clId="{6DA654A6-03B0-40F7-A259-B276216985A6}" dt="2026-07-08T06:38:06.004" v="5305" actId="47"/>
        <pc:sldMkLst>
          <pc:docMk/>
          <pc:sldMk cId="0" sldId="281"/>
        </pc:sldMkLst>
      </pc:sldChg>
      <pc:sldChg chg="modSp mod">
        <pc:chgData name="janghoon jun" userId="056a5883350c2f5e" providerId="LiveId" clId="{6DA654A6-03B0-40F7-A259-B276216985A6}" dt="2026-07-08T06:41:08.663" v="5342"/>
        <pc:sldMkLst>
          <pc:docMk/>
          <pc:sldMk cId="0" sldId="282"/>
        </pc:sldMkLst>
        <pc:spChg chg="mod">
          <ac:chgData name="janghoon jun" userId="056a5883350c2f5e" providerId="LiveId" clId="{6DA654A6-03B0-40F7-A259-B276216985A6}" dt="2026-07-08T06:41:08.663" v="5342"/>
          <ac:spMkLst>
            <pc:docMk/>
            <pc:sldMk cId="0" sldId="282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41.232" v="5311" actId="403"/>
          <ac:spMkLst>
            <pc:docMk/>
            <pc:sldMk cId="0" sldId="282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8:33.897" v="5307" actId="1076"/>
          <ac:spMkLst>
            <pc:docMk/>
            <pc:sldMk cId="0" sldId="282"/>
            <ac:spMk id="10" creationId="{00000000-0000-0000-0000-000000000000}"/>
          </ac:spMkLst>
        </pc:spChg>
      </pc:sldChg>
      <pc:sldChg chg="addSp modSp mod">
        <pc:chgData name="janghoon jun" userId="056a5883350c2f5e" providerId="LiveId" clId="{6DA654A6-03B0-40F7-A259-B276216985A6}" dt="2026-07-08T06:40:59.091" v="5338"/>
        <pc:sldMkLst>
          <pc:docMk/>
          <pc:sldMk cId="0" sldId="283"/>
        </pc:sldMkLst>
        <pc:spChg chg="mod">
          <ac:chgData name="janghoon jun" userId="056a5883350c2f5e" providerId="LiveId" clId="{6DA654A6-03B0-40F7-A259-B276216985A6}" dt="2026-07-08T06:40:59.091" v="5338"/>
          <ac:spMkLst>
            <pc:docMk/>
            <pc:sldMk cId="0" sldId="283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55.884" v="5315" actId="164"/>
          <ac:spMkLst>
            <pc:docMk/>
            <pc:sldMk cId="0" sldId="283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0.187" v="5317" actId="164"/>
          <ac:spMkLst>
            <pc:docMk/>
            <pc:sldMk cId="0" sldId="283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3.737" v="5319" actId="164"/>
          <ac:spMkLst>
            <pc:docMk/>
            <pc:sldMk cId="0" sldId="283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0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09.808" v="5321" actId="16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39:36.356" v="5312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40:41.737" v="5326" actId="20577"/>
          <ac:spMkLst>
            <pc:docMk/>
            <pc:sldMk cId="0" sldId="283"/>
            <ac:spMk id="13" creationId="{00000000-0000-0000-0000-000000000000}"/>
          </ac:spMkLst>
        </pc:spChg>
        <pc:grpChg chg="add mod">
          <ac:chgData name="janghoon jun" userId="056a5883350c2f5e" providerId="LiveId" clId="{6DA654A6-03B0-40F7-A259-B276216985A6}" dt="2026-07-08T06:40:20.569" v="5323" actId="1076"/>
          <ac:grpSpMkLst>
            <pc:docMk/>
            <pc:sldMk cId="0" sldId="283"/>
            <ac:grpSpMk id="14" creationId="{1526DC77-B94F-5DC1-77AA-EB37A21DD695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5" creationId="{D89762BC-1660-7353-3BA2-1C09994F8069}"/>
          </ac:grpSpMkLst>
        </pc:grpChg>
        <pc:grpChg chg="add mod">
          <ac:chgData name="janghoon jun" userId="056a5883350c2f5e" providerId="LiveId" clId="{6DA654A6-03B0-40F7-A259-B276216985A6}" dt="2026-07-08T06:40:28.066" v="5324" actId="465"/>
          <ac:grpSpMkLst>
            <pc:docMk/>
            <pc:sldMk cId="0" sldId="283"/>
            <ac:grpSpMk id="16" creationId="{BA5ACF98-7484-5EE4-B39C-702A950D75BB}"/>
          </ac:grpSpMkLst>
        </pc:grpChg>
        <pc:grpChg chg="add mod">
          <ac:chgData name="janghoon jun" userId="056a5883350c2f5e" providerId="LiveId" clId="{6DA654A6-03B0-40F7-A259-B276216985A6}" dt="2026-07-08T06:40:17.822" v="5322" actId="1076"/>
          <ac:grpSpMkLst>
            <pc:docMk/>
            <pc:sldMk cId="0" sldId="283"/>
            <ac:grpSpMk id="17" creationId="{8AE7EEDC-7CE2-D441-BDB3-00FE91FA3918}"/>
          </ac:grpSpMkLst>
        </pc:grpChg>
      </pc:sldChg>
      <pc:sldChg chg="modSp mod">
        <pc:chgData name="janghoon jun" userId="056a5883350c2f5e" providerId="LiveId" clId="{6DA654A6-03B0-40F7-A259-B276216985A6}" dt="2026-07-08T06:45:01.692" v="5359" actId="20577"/>
        <pc:sldMkLst>
          <pc:docMk/>
          <pc:sldMk cId="0" sldId="285"/>
        </pc:sldMkLst>
        <pc:spChg chg="mod">
          <ac:chgData name="janghoon jun" userId="056a5883350c2f5e" providerId="LiveId" clId="{6DA654A6-03B0-40F7-A259-B276216985A6}" dt="2026-07-08T06:45:01.692" v="5359" actId="20577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5:55.135" v="5362"/>
        <pc:sldMkLst>
          <pc:docMk/>
          <pc:sldMk cId="0" sldId="286"/>
        </pc:sldMkLst>
        <pc:spChg chg="mod">
          <ac:chgData name="janghoon jun" userId="056a5883350c2f5e" providerId="LiveId" clId="{6DA654A6-03B0-40F7-A259-B276216985A6}" dt="2026-07-08T06:45:55.135" v="5362"/>
          <ac:spMkLst>
            <pc:docMk/>
            <pc:sldMk cId="0" sldId="286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19.372" v="5344"/>
        <pc:sldMkLst>
          <pc:docMk/>
          <pc:sldMk cId="0" sldId="287"/>
        </pc:sldMkLst>
        <pc:spChg chg="mod">
          <ac:chgData name="janghoon jun" userId="056a5883350c2f5e" providerId="LiveId" clId="{6DA654A6-03B0-40F7-A259-B276216985A6}" dt="2026-07-08T06:42:19.372" v="5344"/>
          <ac:spMkLst>
            <pc:docMk/>
            <pc:sldMk cId="0" sldId="287"/>
            <ac:spMk id="3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2:42.763" v="5345"/>
        <pc:sldMkLst>
          <pc:docMk/>
          <pc:sldMk cId="0" sldId="288"/>
        </pc:sldMkLst>
        <pc:spChg chg="mod">
          <ac:chgData name="janghoon jun" userId="056a5883350c2f5e" providerId="LiveId" clId="{6DA654A6-03B0-40F7-A259-B276216985A6}" dt="2026-07-08T06:42:42.763" v="5345"/>
          <ac:spMkLst>
            <pc:docMk/>
            <pc:sldMk cId="0" sldId="288"/>
            <ac:spMk id="8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45:07.791" v="5361" actId="20577"/>
        <pc:sldMkLst>
          <pc:docMk/>
          <pc:sldMk cId="0" sldId="289"/>
        </pc:sldMkLst>
        <pc:spChg chg="mod">
          <ac:chgData name="janghoon jun" userId="056a5883350c2f5e" providerId="LiveId" clId="{6DA654A6-03B0-40F7-A259-B276216985A6}" dt="2026-07-08T06:45:07.791" v="5361" actId="20577"/>
          <ac:spMkLst>
            <pc:docMk/>
            <pc:sldMk cId="0" sldId="28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0:24.633" v="4446" actId="478"/>
          <ac:spMkLst>
            <pc:docMk/>
            <pc:sldMk cId="0" sldId="289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10:57.158" v="4448" actId="1076"/>
          <ac:picMkLst>
            <pc:docMk/>
            <pc:sldMk cId="0" sldId="289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7-08T06:46:01.241" v="5363"/>
        <pc:sldMkLst>
          <pc:docMk/>
          <pc:sldMk cId="0" sldId="290"/>
        </pc:sldMkLst>
        <pc:spChg chg="mod">
          <ac:chgData name="janghoon jun" userId="056a5883350c2f5e" providerId="LiveId" clId="{6DA654A6-03B0-40F7-A259-B276216985A6}" dt="2026-07-08T06:46:01.241" v="5363"/>
          <ac:spMkLst>
            <pc:docMk/>
            <pc:sldMk cId="0" sldId="290"/>
            <ac:spMk id="2" creationId="{00000000-0000-0000-0000-000000000000}"/>
          </ac:spMkLst>
        </pc:spChg>
      </pc:sldChg>
      <pc:sldChg chg="modSp">
        <pc:chgData name="janghoon jun" userId="056a5883350c2f5e" providerId="LiveId" clId="{6DA654A6-03B0-40F7-A259-B276216985A6}" dt="2026-07-08T06:43:20.110" v="5347"/>
        <pc:sldMkLst>
          <pc:docMk/>
          <pc:sldMk cId="0" sldId="291"/>
        </pc:sldMkLst>
        <pc:spChg chg="mod">
          <ac:chgData name="janghoon jun" userId="056a5883350c2f5e" providerId="LiveId" clId="{6DA654A6-03B0-40F7-A259-B276216985A6}" dt="2026-07-08T06:43:20.110" v="5347"/>
          <ac:spMkLst>
            <pc:docMk/>
            <pc:sldMk cId="0" sldId="291"/>
            <ac:spMk id="3" creationId="{00000000-0000-0000-0000-000000000000}"/>
          </ac:spMkLst>
        </pc:spChg>
      </pc:sldChg>
      <pc:sldChg chg="delSp mod">
        <pc:chgData name="janghoon jun" userId="056a5883350c2f5e" providerId="LiveId" clId="{6DA654A6-03B0-40F7-A259-B276216985A6}" dt="2026-07-08T06:10:32.573" v="4447" actId="478"/>
        <pc:sldMkLst>
          <pc:docMk/>
          <pc:sldMk cId="0" sldId="292"/>
        </pc:sldMkLst>
        <pc:spChg chg="del">
          <ac:chgData name="janghoon jun" userId="056a5883350c2f5e" providerId="LiveId" clId="{6DA654A6-03B0-40F7-A259-B276216985A6}" dt="2026-07-08T06:10:32.573" v="4447" actId="478"/>
          <ac:spMkLst>
            <pc:docMk/>
            <pc:sldMk cId="0" sldId="292"/>
            <ac:spMk id="9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46:14.575" v="5364"/>
        <pc:sldMkLst>
          <pc:docMk/>
          <pc:sldMk cId="0" sldId="293"/>
        </pc:sldMkLst>
        <pc:spChg chg="mod">
          <ac:chgData name="janghoon jun" userId="056a5883350c2f5e" providerId="LiveId" clId="{6DA654A6-03B0-40F7-A259-B276216985A6}" dt="2026-07-08T06:46:14.575" v="5364"/>
          <ac:spMkLst>
            <pc:docMk/>
            <pc:sldMk cId="0" sldId="293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09:52.283" v="4445" actId="2710"/>
        <pc:sldMkLst>
          <pc:docMk/>
          <pc:sldMk cId="0" sldId="296"/>
        </pc:sldMkLst>
        <pc:spChg chg="del">
          <ac:chgData name="janghoon jun" userId="056a5883350c2f5e" providerId="LiveId" clId="{6DA654A6-03B0-40F7-A259-B276216985A6}" dt="2026-07-08T06:09:42.529" v="4443" actId="478"/>
          <ac:spMkLst>
            <pc:docMk/>
            <pc:sldMk cId="0" sldId="296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09:52.283" v="4445" actId="2710"/>
          <ac:spMkLst>
            <pc:docMk/>
            <pc:sldMk cId="0" sldId="296"/>
            <ac:spMk id="7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5:57:14.406" v="4396" actId="14100"/>
        <pc:sldMkLst>
          <pc:docMk/>
          <pc:sldMk cId="0" sldId="301"/>
        </pc:sldMkLst>
        <pc:spChg chg="mod">
          <ac:chgData name="janghoon jun" userId="056a5883350c2f5e" providerId="LiveId" clId="{6DA654A6-03B0-40F7-A259-B276216985A6}" dt="2026-07-08T05:56:39.966" v="4378" actId="20577"/>
          <ac:spMkLst>
            <pc:docMk/>
            <pc:sldMk cId="0" sldId="301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5:56:48.318" v="4394" actId="20577"/>
          <ac:spMkLst>
            <pc:docMk/>
            <pc:sldMk cId="0" sldId="301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5:57:08.602" v="4395" actId="478"/>
          <ac:spMkLst>
            <pc:docMk/>
            <pc:sldMk cId="0" sldId="301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5:57:14.406" v="4396" actId="14100"/>
          <ac:picMkLst>
            <pc:docMk/>
            <pc:sldMk cId="0" sldId="301"/>
            <ac:picMk id="4" creationId="{00000000-0000-0000-0000-000000000000}"/>
          </ac:picMkLst>
        </pc:picChg>
      </pc:sldChg>
      <pc:sldChg chg="addSp delSp modSp del mod">
        <pc:chgData name="janghoon jun" userId="056a5883350c2f5e" providerId="LiveId" clId="{6DA654A6-03B0-40F7-A259-B276216985A6}" dt="2026-07-08T06:27:45.584" v="4932" actId="47"/>
        <pc:sldMkLst>
          <pc:docMk/>
          <pc:sldMk cId="0" sldId="302"/>
        </pc:sldMkLst>
        <pc:spChg chg="mod">
          <ac:chgData name="janghoon jun" userId="056a5883350c2f5e" providerId="LiveId" clId="{6DA654A6-03B0-40F7-A259-B276216985A6}" dt="2026-07-08T06:19:24.013" v="4637" actId="6549"/>
          <ac:spMkLst>
            <pc:docMk/>
            <pc:sldMk cId="0" sldId="302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08.485" v="4618" actId="478"/>
          <ac:spMkLst>
            <pc:docMk/>
            <pc:sldMk cId="0" sldId="302"/>
            <ac:spMk id="3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19:00.023" v="4617" actId="478"/>
          <ac:spMkLst>
            <pc:docMk/>
            <pc:sldMk cId="0" sldId="302"/>
            <ac:spMk id="5" creationId="{00000000-0000-0000-0000-000000000000}"/>
          </ac:spMkLst>
        </pc:spChg>
        <pc:spChg chg="add del">
          <ac:chgData name="janghoon jun" userId="056a5883350c2f5e" providerId="LiveId" clId="{6DA654A6-03B0-40F7-A259-B276216985A6}" dt="2026-07-08T06:18:01.855" v="4596" actId="22"/>
          <ac:spMkLst>
            <pc:docMk/>
            <pc:sldMk cId="0" sldId="302"/>
            <ac:spMk id="7" creationId="{4D0B7067-2F2C-B4D1-B964-BB3091F7100E}"/>
          </ac:spMkLst>
        </pc:spChg>
        <pc:spChg chg="add del">
          <ac:chgData name="janghoon jun" userId="056a5883350c2f5e" providerId="LiveId" clId="{6DA654A6-03B0-40F7-A259-B276216985A6}" dt="2026-07-08T06:18:05.174" v="4598" actId="22"/>
          <ac:spMkLst>
            <pc:docMk/>
            <pc:sldMk cId="0" sldId="302"/>
            <ac:spMk id="9" creationId="{90AE4397-6E88-EF55-6058-CECD6E1B22B1}"/>
          </ac:spMkLst>
        </pc:spChg>
        <pc:spChg chg="add del">
          <ac:chgData name="janghoon jun" userId="056a5883350c2f5e" providerId="LiveId" clId="{6DA654A6-03B0-40F7-A259-B276216985A6}" dt="2026-07-08T06:18:09.004" v="4600" actId="22"/>
          <ac:spMkLst>
            <pc:docMk/>
            <pc:sldMk cId="0" sldId="302"/>
            <ac:spMk id="11" creationId="{EB0726DC-1879-C3B5-03DE-5D7285B59570}"/>
          </ac:spMkLst>
        </pc:spChg>
        <pc:spChg chg="add del mod">
          <ac:chgData name="janghoon jun" userId="056a5883350c2f5e" providerId="LiveId" clId="{6DA654A6-03B0-40F7-A259-B276216985A6}" dt="2026-07-08T06:19:10.303" v="4619" actId="478"/>
          <ac:spMkLst>
            <pc:docMk/>
            <pc:sldMk cId="0" sldId="302"/>
            <ac:spMk id="15" creationId="{DE602069-E841-6843-0251-C1E838FA0448}"/>
          </ac:spMkLst>
        </pc:spChg>
        <pc:picChg chg="del mod">
          <ac:chgData name="janghoon jun" userId="056a5883350c2f5e" providerId="LiveId" clId="{6DA654A6-03B0-40F7-A259-B276216985A6}" dt="2026-07-08T06:18:00.114" v="4594" actId="478"/>
          <ac:picMkLst>
            <pc:docMk/>
            <pc:sldMk cId="0" sldId="302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7-08T06:18:54.186" v="4616" actId="1036"/>
          <ac:picMkLst>
            <pc:docMk/>
            <pc:sldMk cId="0" sldId="302"/>
            <ac:picMk id="13" creationId="{7BE12C74-C17F-507A-605A-AAC7B24D561A}"/>
          </ac:picMkLst>
        </pc:picChg>
      </pc:sldChg>
      <pc:sldChg chg="delSp modSp mod">
        <pc:chgData name="janghoon jun" userId="056a5883350c2f5e" providerId="LiveId" clId="{6DA654A6-03B0-40F7-A259-B276216985A6}" dt="2026-07-08T06:20:38.445" v="4699" actId="1076"/>
        <pc:sldMkLst>
          <pc:docMk/>
          <pc:sldMk cId="0" sldId="303"/>
        </pc:sldMkLst>
        <pc:spChg chg="mod">
          <ac:chgData name="janghoon jun" userId="056a5883350c2f5e" providerId="LiveId" clId="{6DA654A6-03B0-40F7-A259-B276216985A6}" dt="2026-07-08T06:20:28.929" v="4693" actId="21"/>
          <ac:spMkLst>
            <pc:docMk/>
            <pc:sldMk cId="0" sldId="303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35.369" v="4698" actId="403"/>
          <ac:spMkLst>
            <pc:docMk/>
            <pc:sldMk cId="0" sldId="303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19:52.897" v="4644" actId="478"/>
          <ac:spMkLst>
            <pc:docMk/>
            <pc:sldMk cId="0" sldId="303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0:38.445" v="4699" actId="1076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7-08T06:21:02.551" v="4712" actId="478"/>
        <pc:sldMkLst>
          <pc:docMk/>
          <pc:sldMk cId="0" sldId="304"/>
        </pc:sldMkLst>
        <pc:spChg chg="mod">
          <ac:chgData name="janghoon jun" userId="056a5883350c2f5e" providerId="LiveId" clId="{6DA654A6-03B0-40F7-A259-B276216985A6}" dt="2026-07-08T06:20:42.676" v="4700" actId="21"/>
          <ac:spMkLst>
            <pc:docMk/>
            <pc:sldMk cId="0" sldId="304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7-08T06:20:50.584" v="4708" actId="404"/>
          <ac:spMkLst>
            <pc:docMk/>
            <pc:sldMk cId="0" sldId="304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0:07.089" v="4646" actId="478"/>
          <ac:spMkLst>
            <pc:docMk/>
            <pc:sldMk cId="0" sldId="304"/>
            <ac:spMk id="5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1:00.065" v="4711" actId="1076"/>
          <ac:picMkLst>
            <pc:docMk/>
            <pc:sldMk cId="0" sldId="304"/>
            <ac:picMk id="4" creationId="{00000000-0000-0000-0000-000000000000}"/>
          </ac:picMkLst>
        </pc:picChg>
        <pc:picChg chg="add del">
          <ac:chgData name="janghoon jun" userId="056a5883350c2f5e" providerId="LiveId" clId="{6DA654A6-03B0-40F7-A259-B276216985A6}" dt="2026-07-08T06:21:02.551" v="4712" actId="478"/>
          <ac:picMkLst>
            <pc:docMk/>
            <pc:sldMk cId="0" sldId="304"/>
            <ac:picMk id="7" creationId="{FCCDCE3F-2C84-6C25-5A22-31E5576DE7BE}"/>
          </ac:picMkLst>
        </pc:picChg>
      </pc:sldChg>
      <pc:sldChg chg="delSp modSp del mod">
        <pc:chgData name="janghoon jun" userId="056a5883350c2f5e" providerId="LiveId" clId="{6DA654A6-03B0-40F7-A259-B276216985A6}" dt="2026-07-08T06:23:20.432" v="4820" actId="47"/>
        <pc:sldMkLst>
          <pc:docMk/>
          <pc:sldMk cId="0" sldId="305"/>
        </pc:sldMkLst>
        <pc:spChg chg="mod">
          <ac:chgData name="janghoon jun" userId="056a5883350c2f5e" providerId="LiveId" clId="{6DA654A6-03B0-40F7-A259-B276216985A6}" dt="2026-07-08T06:22:56.584" v="4814" actId="6549"/>
          <ac:spMkLst>
            <pc:docMk/>
            <pc:sldMk cId="0" sldId="30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00.678" v="4815" actId="478"/>
          <ac:spMkLst>
            <pc:docMk/>
            <pc:sldMk cId="0" sldId="305"/>
            <ac:spMk id="6" creationId="{00000000-0000-0000-0000-000000000000}"/>
          </ac:spMkLst>
        </pc:spChg>
        <pc:picChg chg="mod">
          <ac:chgData name="janghoon jun" userId="056a5883350c2f5e" providerId="LiveId" clId="{6DA654A6-03B0-40F7-A259-B276216985A6}" dt="2026-07-08T06:23:04.129" v="4816" actId="14100"/>
          <ac:picMkLst>
            <pc:docMk/>
            <pc:sldMk cId="0" sldId="305"/>
            <ac:picMk id="4" creationId="{00000000-0000-0000-0000-000000000000}"/>
          </ac:picMkLst>
        </pc:picChg>
        <pc:picChg chg="mod">
          <ac:chgData name="janghoon jun" userId="056a5883350c2f5e" providerId="LiveId" clId="{6DA654A6-03B0-40F7-A259-B276216985A6}" dt="2026-07-08T06:23:10.546" v="4819" actId="14100"/>
          <ac:picMkLst>
            <pc:docMk/>
            <pc:sldMk cId="0" sldId="305"/>
            <ac:picMk id="5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7-08T06:28:25.796" v="4936" actId="20577"/>
        <pc:sldMkLst>
          <pc:docMk/>
          <pc:sldMk cId="0" sldId="306"/>
        </pc:sldMkLst>
        <pc:spChg chg="mod">
          <ac:chgData name="janghoon jun" userId="056a5883350c2f5e" providerId="LiveId" clId="{6DA654A6-03B0-40F7-A259-B276216985A6}" dt="2026-07-08T06:28:25.796" v="4936" actId="20577"/>
          <ac:spMkLst>
            <pc:docMk/>
            <pc:sldMk cId="0" sldId="306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3:33.656" v="4821" actId="478"/>
          <ac:spMkLst>
            <pc:docMk/>
            <pc:sldMk cId="0" sldId="306"/>
            <ac:spMk id="5" creationId="{00000000-0000-0000-0000-000000000000}"/>
          </ac:spMkLst>
        </pc:spChg>
      </pc:sldChg>
      <pc:sldChg chg="addSp delSp modSp del mod">
        <pc:chgData name="janghoon jun" userId="056a5883350c2f5e" providerId="LiveId" clId="{6DA654A6-03B0-40F7-A259-B276216985A6}" dt="2026-07-08T06:25:18.838" v="4929" actId="47"/>
        <pc:sldMkLst>
          <pc:docMk/>
          <pc:sldMk cId="0" sldId="307"/>
        </pc:sldMkLst>
        <pc:spChg chg="mod">
          <ac:chgData name="janghoon jun" userId="056a5883350c2f5e" providerId="LiveId" clId="{6DA654A6-03B0-40F7-A259-B276216985A6}" dt="2026-07-08T06:23:52.993" v="4907" actId="6549"/>
          <ac:spMkLst>
            <pc:docMk/>
            <pc:sldMk cId="0" sldId="307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7-08T06:24:01.441" v="4918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4:03.555" v="4920" actId="478"/>
          <ac:spMkLst>
            <pc:docMk/>
            <pc:sldMk cId="0" sldId="307"/>
            <ac:spMk id="5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7-08T06:24:02.292" v="4919" actId="478"/>
          <ac:spMkLst>
            <pc:docMk/>
            <pc:sldMk cId="0" sldId="307"/>
            <ac:spMk id="7" creationId="{80589D9D-D937-A28F-F45F-6161331CE005}"/>
          </ac:spMkLst>
        </pc:spChg>
        <pc:picChg chg="mod">
          <ac:chgData name="janghoon jun" userId="056a5883350c2f5e" providerId="LiveId" clId="{6DA654A6-03B0-40F7-A259-B276216985A6}" dt="2026-07-08T06:24:12.513" v="4922" actId="1076"/>
          <ac:picMkLst>
            <pc:docMk/>
            <pc:sldMk cId="0" sldId="307"/>
            <ac:picMk id="4" creationId="{00000000-0000-0000-0000-000000000000}"/>
          </ac:picMkLst>
        </pc:picChg>
        <pc:picChg chg="add mod modCrop">
          <ac:chgData name="janghoon jun" userId="056a5883350c2f5e" providerId="LiveId" clId="{6DA654A6-03B0-40F7-A259-B276216985A6}" dt="2026-07-08T06:25:00.478" v="4928" actId="1076"/>
          <ac:picMkLst>
            <pc:docMk/>
            <pc:sldMk cId="0" sldId="307"/>
            <ac:picMk id="9" creationId="{DF9DC526-FEAB-8E33-98AD-AB55ED1274EE}"/>
          </ac:picMkLst>
        </pc:picChg>
      </pc:sldChg>
      <pc:sldChg chg="modSp del mod">
        <pc:chgData name="janghoon jun" userId="056a5883350c2f5e" providerId="LiveId" clId="{6DA654A6-03B0-40F7-A259-B276216985A6}" dt="2026-07-08T06:25:20.532" v="4930" actId="47"/>
        <pc:sldMkLst>
          <pc:docMk/>
          <pc:sldMk cId="0" sldId="308"/>
        </pc:sldMkLst>
        <pc:spChg chg="mod">
          <ac:chgData name="janghoon jun" userId="056a5883350c2f5e" providerId="LiveId" clId="{6DA654A6-03B0-40F7-A259-B276216985A6}" dt="2026-07-08T05:34:25.445" v="3746" actId="27636"/>
          <ac:spMkLst>
            <pc:docMk/>
            <pc:sldMk cId="0" sldId="308"/>
            <ac:spMk id="2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34.549" v="4939" actId="20577"/>
        <pc:sldMkLst>
          <pc:docMk/>
          <pc:sldMk cId="0" sldId="309"/>
        </pc:sldMkLst>
        <pc:spChg chg="mod">
          <ac:chgData name="janghoon jun" userId="056a5883350c2f5e" providerId="LiveId" clId="{6DA654A6-03B0-40F7-A259-B276216985A6}" dt="2026-07-08T06:28:34.549" v="4939" actId="20577"/>
          <ac:spMkLst>
            <pc:docMk/>
            <pc:sldMk cId="0" sldId="309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6:01.838" v="4931" actId="478"/>
          <ac:spMkLst>
            <pc:docMk/>
            <pc:sldMk cId="0" sldId="309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8.742" v="5021" actId="478"/>
        <pc:sldMkLst>
          <pc:docMk/>
          <pc:sldMk cId="0" sldId="310"/>
        </pc:sldMkLst>
        <pc:spChg chg="mod">
          <ac:chgData name="janghoon jun" userId="056a5883350c2f5e" providerId="LiveId" clId="{6DA654A6-03B0-40F7-A259-B276216985A6}" dt="2026-07-08T06:28:41.357" v="4979" actId="6549"/>
          <ac:spMkLst>
            <pc:docMk/>
            <pc:sldMk cId="0" sldId="310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8.742" v="5021" actId="478"/>
          <ac:spMkLst>
            <pc:docMk/>
            <pc:sldMk cId="0" sldId="310"/>
            <ac:spMk id="5" creationId="{00000000-0000-0000-0000-000000000000}"/>
          </ac:spMkLst>
        </pc:spChg>
      </pc:sldChg>
      <pc:sldChg chg="delSp modSp mod">
        <pc:chgData name="janghoon jun" userId="056a5883350c2f5e" providerId="LiveId" clId="{6DA654A6-03B0-40F7-A259-B276216985A6}" dt="2026-07-08T06:28:56.236" v="5020" actId="478"/>
        <pc:sldMkLst>
          <pc:docMk/>
          <pc:sldMk cId="0" sldId="311"/>
        </pc:sldMkLst>
        <pc:spChg chg="mod">
          <ac:chgData name="janghoon jun" userId="056a5883350c2f5e" providerId="LiveId" clId="{6DA654A6-03B0-40F7-A259-B276216985A6}" dt="2026-07-08T06:28:52.390" v="5019" actId="6549"/>
          <ac:spMkLst>
            <pc:docMk/>
            <pc:sldMk cId="0" sldId="311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7-08T06:28:56.236" v="5020" actId="478"/>
          <ac:spMkLst>
            <pc:docMk/>
            <pc:sldMk cId="0" sldId="311"/>
            <ac:spMk id="5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29:38.996" v="5061" actId="6549"/>
        <pc:sldMkLst>
          <pc:docMk/>
          <pc:sldMk cId="0" sldId="312"/>
        </pc:sldMkLst>
        <pc:spChg chg="mod">
          <ac:chgData name="janghoon jun" userId="056a5883350c2f5e" providerId="LiveId" clId="{6DA654A6-03B0-40F7-A259-B276216985A6}" dt="2026-07-08T06:29:38.996" v="5061" actId="6549"/>
          <ac:spMkLst>
            <pc:docMk/>
            <pc:sldMk cId="0" sldId="312"/>
            <ac:spMk id="2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7-08T06:33:14.694" v="5223" actId="2711"/>
        <pc:sldMkLst>
          <pc:docMk/>
          <pc:sldMk cId="0" sldId="313"/>
        </pc:sldMkLst>
        <pc:graphicFrameChg chg="modGraphic">
          <ac:chgData name="janghoon jun" userId="056a5883350c2f5e" providerId="LiveId" clId="{6DA654A6-03B0-40F7-A259-B276216985A6}" dt="2026-07-08T06:33:14.694" v="5223" actId="2711"/>
          <ac:graphicFrameMkLst>
            <pc:docMk/>
            <pc:sldMk cId="0" sldId="313"/>
            <ac:graphicFrameMk id="4" creationId="{00000000-0000-0000-0000-000000000000}"/>
          </ac:graphicFrameMkLst>
        </pc:graphicFrameChg>
      </pc:sldChg>
      <pc:sldChg chg="delSp modSp mod">
        <pc:chgData name="janghoon jun" userId="056a5883350c2f5e" providerId="LiveId" clId="{6DA654A6-03B0-40F7-A259-B276216985A6}" dt="2026-07-08T06:33:44.719" v="5228" actId="478"/>
        <pc:sldMkLst>
          <pc:docMk/>
          <pc:sldMk cId="0" sldId="314"/>
        </pc:sldMkLst>
        <pc:spChg chg="del mod">
          <ac:chgData name="janghoon jun" userId="056a5883350c2f5e" providerId="LiveId" clId="{6DA654A6-03B0-40F7-A259-B276216985A6}" dt="2026-07-08T06:33:44.719" v="5228" actId="478"/>
          <ac:spMkLst>
            <pc:docMk/>
            <pc:sldMk cId="0" sldId="314"/>
            <ac:spMk id="5" creationId="{00000000-0000-0000-0000-000000000000}"/>
          </ac:spMkLst>
        </pc:spChg>
      </pc:sldChg>
      <pc:sldChg chg="addSp delSp modSp add del mod">
        <pc:chgData name="janghoon jun" userId="056a5883350c2f5e" providerId="LiveId" clId="{6DA654A6-03B0-40F7-A259-B276216985A6}" dt="2026-07-08T05:44:53.427" v="4108" actId="47"/>
        <pc:sldMkLst>
          <pc:docMk/>
          <pc:sldMk cId="3040168571" sldId="315"/>
        </pc:sldMkLst>
        <pc:spChg chg="mod">
          <ac:chgData name="janghoon jun" userId="056a5883350c2f5e" providerId="LiveId" clId="{6DA654A6-03B0-40F7-A259-B276216985A6}" dt="2026-07-08T05:44:36.150" v="4104" actId="20577"/>
          <ac:spMkLst>
            <pc:docMk/>
            <pc:sldMk cId="3040168571" sldId="315"/>
            <ac:spMk id="4" creationId="{5C1159C3-0DBA-3776-19CD-A028CCA8A5B5}"/>
          </ac:spMkLst>
        </pc:spChg>
        <pc:spChg chg="mod">
          <ac:chgData name="janghoon jun" userId="056a5883350c2f5e" providerId="LiveId" clId="{6DA654A6-03B0-40F7-A259-B276216985A6}" dt="2026-07-08T05:44:37.631" v="4106" actId="20577"/>
          <ac:spMkLst>
            <pc:docMk/>
            <pc:sldMk cId="3040168571" sldId="315"/>
            <ac:spMk id="5" creationId="{ED61727B-1D68-D0AE-A162-78CFCF7DCEAD}"/>
          </ac:spMkLst>
        </pc:spChg>
        <pc:spChg chg="mod">
          <ac:chgData name="janghoon jun" userId="056a5883350c2f5e" providerId="LiveId" clId="{6DA654A6-03B0-40F7-A259-B276216985A6}" dt="2026-07-08T05:44:25.185" v="4101" actId="164"/>
          <ac:spMkLst>
            <pc:docMk/>
            <pc:sldMk cId="3040168571" sldId="315"/>
            <ac:spMk id="6" creationId="{197E1DD0-7F36-5BE9-1551-B6C6D0980C6C}"/>
          </ac:spMkLst>
        </pc:spChg>
        <pc:spChg chg="del">
          <ac:chgData name="janghoon jun" userId="056a5883350c2f5e" providerId="LiveId" clId="{6DA654A6-03B0-40F7-A259-B276216985A6}" dt="2026-07-08T05:44:06.128" v="4098" actId="478"/>
          <ac:spMkLst>
            <pc:docMk/>
            <pc:sldMk cId="3040168571" sldId="315"/>
            <ac:spMk id="7" creationId="{5737FCF3-0772-0AB4-9091-4164478F3A0F}"/>
          </ac:spMkLst>
        </pc:spChg>
        <pc:grpChg chg="add mod">
          <ac:chgData name="janghoon jun" userId="056a5883350c2f5e" providerId="LiveId" clId="{6DA654A6-03B0-40F7-A259-B276216985A6}" dt="2026-07-08T05:44:42.768" v="4107" actId="1076"/>
          <ac:grpSpMkLst>
            <pc:docMk/>
            <pc:sldMk cId="3040168571" sldId="315"/>
            <ac:grpSpMk id="8" creationId="{4D48FF70-B7C3-7DD0-7C99-EBB6B4EF433D}"/>
          </ac:grpSpMkLst>
        </pc:grpChg>
      </pc:sldChg>
      <pc:sldChg chg="modSp mod modNotesTx">
        <pc:chgData name="janghoon jun" userId="056a5883350c2f5e" providerId="LiveId" clId="{6DA654A6-03B0-40F7-A259-B276216985A6}" dt="2026-07-07T05:53:07.441" v="2954" actId="27636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7T05:53:07.441" v="2954" actId="2763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7T06:20:30.284" v="3349" actId="20577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7T06:20:30.284" v="3349" actId="20577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7T06:27:42.391" v="3726" actId="20577"/>
        <pc:sldMkLst>
          <pc:docMk/>
          <pc:sldMk cId="862864859" sldId="584"/>
        </pc:sldMkLst>
        <pc:spChg chg="add del mod">
          <ac:chgData name="janghoon jun" userId="056a5883350c2f5e" providerId="LiveId" clId="{6DA654A6-03B0-40F7-A259-B276216985A6}" dt="2026-07-07T06:02:23.247" v="3232" actId="478"/>
          <ac:spMkLst>
            <pc:docMk/>
            <pc:sldMk cId="862864859" sldId="584"/>
            <ac:spMk id="5" creationId="{28370CC8-5180-4116-2C69-517CC8C77A8D}"/>
          </ac:spMkLst>
        </pc:spChg>
        <pc:spChg chg="add mod">
          <ac:chgData name="janghoon jun" userId="056a5883350c2f5e" providerId="LiveId" clId="{6DA654A6-03B0-40F7-A259-B276216985A6}" dt="2026-07-07T06:21:01.467" v="3352" actId="20577"/>
          <ac:spMkLst>
            <pc:docMk/>
            <pc:sldMk cId="862864859" sldId="584"/>
            <ac:spMk id="6" creationId="{D62C2986-0880-73A6-0030-011944A6C073}"/>
          </ac:spMkLst>
        </pc:spChg>
        <pc:spChg chg="add mod">
          <ac:chgData name="janghoon jun" userId="056a5883350c2f5e" providerId="LiveId" clId="{6DA654A6-03B0-40F7-A259-B276216985A6}" dt="2026-07-07T06:21:59.539" v="3433" actId="20577"/>
          <ac:spMkLst>
            <pc:docMk/>
            <pc:sldMk cId="862864859" sldId="584"/>
            <ac:spMk id="7" creationId="{1BB855DF-B6D6-F963-7960-07D55D35BC6B}"/>
          </ac:spMkLst>
        </pc:spChg>
        <pc:spChg chg="add mod">
          <ac:chgData name="janghoon jun" userId="056a5883350c2f5e" providerId="LiveId" clId="{6DA654A6-03B0-40F7-A259-B276216985A6}" dt="2026-07-07T06:27:13.315" v="3577" actId="1076"/>
          <ac:spMkLst>
            <pc:docMk/>
            <pc:sldMk cId="862864859" sldId="584"/>
            <ac:spMk id="8" creationId="{40F74CA7-2F41-1E0A-0766-642D831862A7}"/>
          </ac:spMkLst>
        </pc:spChg>
        <pc:spChg chg="add mod">
          <ac:chgData name="janghoon jun" userId="056a5883350c2f5e" providerId="LiveId" clId="{6DA654A6-03B0-40F7-A259-B276216985A6}" dt="2026-07-07T06:27:42.391" v="3726" actId="20577"/>
          <ac:spMkLst>
            <pc:docMk/>
            <pc:sldMk cId="862864859" sldId="584"/>
            <ac:spMk id="9" creationId="{E233841F-ECA5-7C95-3F36-3EC2D4BA9590}"/>
          </ac:spMkLst>
        </pc:spChg>
      </pc:sldChg>
      <pc:sldChg chg="addSp delSp modSp add del mod modNotesTx">
        <pc:chgData name="janghoon jun" userId="056a5883350c2f5e" providerId="LiveId" clId="{6DA654A6-03B0-40F7-A259-B276216985A6}" dt="2026-07-07T06:02:24.296" v="3233" actId="47"/>
        <pc:sldMkLst>
          <pc:docMk/>
          <pc:sldMk cId="789029597" sldId="585"/>
        </pc:sldMkLst>
      </pc:sldChg>
      <pc:sldChg chg="addSp delSp modSp add del mod modNotesTx">
        <pc:chgData name="janghoon jun" userId="056a5883350c2f5e" providerId="LiveId" clId="{6DA654A6-03B0-40F7-A259-B276216985A6}" dt="2026-07-07T06:02:26.061" v="3235" actId="47"/>
        <pc:sldMkLst>
          <pc:docMk/>
          <pc:sldMk cId="2035868554" sldId="586"/>
        </pc:sldMkLst>
      </pc:sldChg>
      <pc:sldChg chg="addSp delSp modSp add del mod modNotesTx">
        <pc:chgData name="janghoon jun" userId="056a5883350c2f5e" providerId="LiveId" clId="{6DA654A6-03B0-40F7-A259-B276216985A6}" dt="2026-07-07T06:02:26.715" v="3236" actId="47"/>
        <pc:sldMkLst>
          <pc:docMk/>
          <pc:sldMk cId="3194503239" sldId="587"/>
        </pc:sldMkLst>
      </pc:sldChg>
      <pc:sldChg chg="addSp delSp modSp add del mod modNotesTx">
        <pc:chgData name="janghoon jun" userId="056a5883350c2f5e" providerId="LiveId" clId="{6DA654A6-03B0-40F7-A259-B276216985A6}" dt="2026-07-07T06:02:27.390" v="3237" actId="47"/>
        <pc:sldMkLst>
          <pc:docMk/>
          <pc:sldMk cId="1704474408" sldId="588"/>
        </pc:sldMkLst>
      </pc:sldChg>
      <pc:sldChg chg="addSp modSp add del mod modNotesTx">
        <pc:chgData name="janghoon jun" userId="056a5883350c2f5e" providerId="LiveId" clId="{6DA654A6-03B0-40F7-A259-B276216985A6}" dt="2026-07-07T06:02:28.071" v="3238" actId="47"/>
        <pc:sldMkLst>
          <pc:docMk/>
          <pc:sldMk cId="2813930619" sldId="589"/>
        </pc:sldMkLst>
      </pc:sldChg>
      <pc:sldChg chg="modSp add del mod modNotesTx">
        <pc:chgData name="janghoon jun" userId="056a5883350c2f5e" providerId="LiveId" clId="{6DA654A6-03B0-40F7-A259-B276216985A6}" dt="2026-07-07T06:02:28.703" v="3239" actId="47"/>
        <pc:sldMkLst>
          <pc:docMk/>
          <pc:sldMk cId="397103809" sldId="590"/>
        </pc:sldMkLst>
      </pc:sldChg>
      <pc:sldChg chg="addSp modSp add del mod modNotesTx">
        <pc:chgData name="janghoon jun" userId="056a5883350c2f5e" providerId="LiveId" clId="{6DA654A6-03B0-40F7-A259-B276216985A6}" dt="2026-07-07T06:02:29.327" v="3240" actId="47"/>
        <pc:sldMkLst>
          <pc:docMk/>
          <pc:sldMk cId="1793991331" sldId="591"/>
        </pc:sldMkLst>
      </pc:sldChg>
      <pc:sldChg chg="addSp delSp modSp add del mod modNotesTx">
        <pc:chgData name="janghoon jun" userId="056a5883350c2f5e" providerId="LiveId" clId="{6DA654A6-03B0-40F7-A259-B276216985A6}" dt="2026-07-07T06:02:29.958" v="3241" actId="47"/>
        <pc:sldMkLst>
          <pc:docMk/>
          <pc:sldMk cId="2857516297" sldId="592"/>
        </pc:sldMkLst>
      </pc:sldChg>
      <pc:sldChg chg="addSp delSp modSp add del mod modNotesTx">
        <pc:chgData name="janghoon jun" userId="056a5883350c2f5e" providerId="LiveId" clId="{6DA654A6-03B0-40F7-A259-B276216985A6}" dt="2026-07-07T06:02:30.666" v="3242" actId="47"/>
        <pc:sldMkLst>
          <pc:docMk/>
          <pc:sldMk cId="264417426" sldId="593"/>
        </pc:sldMkLst>
      </pc:sldChg>
      <pc:sldChg chg="addSp modSp add del mod modNotesTx">
        <pc:chgData name="janghoon jun" userId="056a5883350c2f5e" providerId="LiveId" clId="{6DA654A6-03B0-40F7-A259-B276216985A6}" dt="2026-07-07T06:02:31.412" v="3243" actId="47"/>
        <pc:sldMkLst>
          <pc:docMk/>
          <pc:sldMk cId="1066384288" sldId="594"/>
        </pc:sldMkLst>
      </pc:sldChg>
      <pc:sldChg chg="addSp modSp add del mod modNotesTx">
        <pc:chgData name="janghoon jun" userId="056a5883350c2f5e" providerId="LiveId" clId="{6DA654A6-03B0-40F7-A259-B276216985A6}" dt="2026-07-07T06:02:32.098" v="3244" actId="47"/>
        <pc:sldMkLst>
          <pc:docMk/>
          <pc:sldMk cId="3674311941" sldId="595"/>
        </pc:sldMkLst>
      </pc:sldChg>
      <pc:sldChg chg="modSp add del mod modNotesTx">
        <pc:chgData name="janghoon jun" userId="056a5883350c2f5e" providerId="LiveId" clId="{6DA654A6-03B0-40F7-A259-B276216985A6}" dt="2026-07-07T06:02:32.801" v="3245" actId="47"/>
        <pc:sldMkLst>
          <pc:docMk/>
          <pc:sldMk cId="1262180545" sldId="596"/>
        </pc:sldMkLst>
      </pc:sldChg>
      <pc:sldChg chg="addSp delSp modSp add mod modNotesTx">
        <pc:chgData name="janghoon jun" userId="056a5883350c2f5e" providerId="LiveId" clId="{6DA654A6-03B0-40F7-A259-B276216985A6}" dt="2026-07-07T06:02:36.272" v="3246" actId="478"/>
        <pc:sldMkLst>
          <pc:docMk/>
          <pc:sldMk cId="2313877190" sldId="597"/>
        </pc:sldMkLst>
        <pc:spChg chg="del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5" creationId="{47F256C7-7695-EA58-29A7-614CC7465766}"/>
          </ac:spMkLst>
        </pc:spChg>
        <pc:spChg chg="add mod">
          <ac:chgData name="janghoon jun" userId="056a5883350c2f5e" providerId="LiveId" clId="{6DA654A6-03B0-40F7-A259-B276216985A6}" dt="2026-07-07T06:02:36.272" v="3246" actId="478"/>
          <ac:spMkLst>
            <pc:docMk/>
            <pc:sldMk cId="2313877190" sldId="597"/>
            <ac:spMk id="6" creationId="{2277A352-DBDD-00CE-BE2E-4167D2776516}"/>
          </ac:spMkLst>
        </pc:spChg>
      </pc:sldChg>
      <pc:sldChg chg="modSp add del mod modNotesTx">
        <pc:chgData name="janghoon jun" userId="056a5883350c2f5e" providerId="LiveId" clId="{6DA654A6-03B0-40F7-A259-B276216985A6}" dt="2026-07-07T05:52:26.398" v="2919" actId="47"/>
        <pc:sldMkLst>
          <pc:docMk/>
          <pc:sldMk cId="1376043223" sldId="598"/>
        </pc:sldMkLst>
      </pc:sldChg>
      <pc:sldChg chg="addSp modSp add del mod modNotesTx">
        <pc:chgData name="janghoon jun" userId="056a5883350c2f5e" providerId="LiveId" clId="{6DA654A6-03B0-40F7-A259-B276216985A6}" dt="2026-07-07T06:02:25.336" v="3234" actId="47"/>
        <pc:sldMkLst>
          <pc:docMk/>
          <pc:sldMk cId="1647113666" sldId="5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표지. 발표자: 전장훈(JangHoon Chun), 강남세브란스병원 의료기기산업학과. Residual Algorithm(잔차화 기반 Stage-2 재분류) 진행 결과 발표.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CF4F-F5BA-0BAA-6BD8-0A6D4A79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F49AB-9E40-1106-AC27-BF1890BFA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6316-0BEA-18C3-CCE3-8220627C3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[Intro] </a:t>
            </a:r>
            <a:r>
              <a:rPr dirty="0" err="1"/>
              <a:t>저근감</a:t>
            </a:r>
            <a:r>
              <a:rPr dirty="0"/>
              <a:t>(Low-SMI)은 </a:t>
            </a:r>
            <a:r>
              <a:rPr dirty="0" err="1"/>
              <a:t>노쇠·수술</a:t>
            </a:r>
            <a:r>
              <a:rPr dirty="0"/>
              <a:t> 후 </a:t>
            </a:r>
            <a:r>
              <a:rPr dirty="0" err="1"/>
              <a:t>합병증·사망률과</a:t>
            </a:r>
            <a:r>
              <a:rPr dirty="0"/>
              <a:t> </a:t>
            </a:r>
            <a:r>
              <a:rPr dirty="0" err="1"/>
              <a:t>연관되어</a:t>
            </a:r>
            <a:r>
              <a:rPr dirty="0"/>
              <a:t>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스크리닝의</a:t>
            </a:r>
            <a:r>
              <a:rPr dirty="0"/>
              <a:t> </a:t>
            </a:r>
            <a:r>
              <a:rPr dirty="0" err="1"/>
              <a:t>임상적</a:t>
            </a:r>
            <a:r>
              <a:rPr dirty="0"/>
              <a:t> </a:t>
            </a:r>
            <a:r>
              <a:rPr dirty="0" err="1"/>
              <a:t>가치가</a:t>
            </a:r>
            <a:r>
              <a:rPr dirty="0"/>
              <a:t> </a:t>
            </a:r>
            <a:r>
              <a:rPr dirty="0" err="1"/>
              <a:t>크다</a:t>
            </a:r>
            <a:r>
              <a:rPr dirty="0"/>
              <a:t>(Prado 2008; Martin 2013). Stage-1은 </a:t>
            </a:r>
            <a:r>
              <a:rPr dirty="0" err="1"/>
              <a:t>성별·나이·키·체중</a:t>
            </a:r>
            <a:r>
              <a:rPr dirty="0"/>
              <a:t> 4개 </a:t>
            </a:r>
            <a:r>
              <a:rPr dirty="0" err="1"/>
              <a:t>인체계측</a:t>
            </a:r>
            <a:r>
              <a:rPr dirty="0"/>
              <a:t> </a:t>
            </a:r>
            <a:r>
              <a:rPr dirty="0" err="1"/>
              <a:t>변수만으로</a:t>
            </a:r>
            <a:r>
              <a:rPr dirty="0"/>
              <a:t> </a:t>
            </a:r>
            <a:r>
              <a:rPr dirty="0" err="1"/>
              <a:t>구성한</a:t>
            </a:r>
            <a:r>
              <a:rPr dirty="0"/>
              <a:t> </a:t>
            </a:r>
            <a:r>
              <a:rPr dirty="0" err="1"/>
              <a:t>로지스틱회귀로</a:t>
            </a:r>
            <a:r>
              <a:rPr dirty="0"/>
              <a:t> AUC internal 0.828 / external 0.835 — Hosmer-Lemeshow </a:t>
            </a:r>
            <a:r>
              <a:rPr dirty="0" err="1"/>
              <a:t>기준</a:t>
            </a:r>
            <a:r>
              <a:rPr dirty="0"/>
              <a:t> acceptable(0.7-0.8)과 excellent(0.8-0.9)의 </a:t>
            </a:r>
            <a:r>
              <a:rPr dirty="0" err="1"/>
              <a:t>경계에</a:t>
            </a:r>
            <a:r>
              <a:rPr dirty="0"/>
              <a:t> </a:t>
            </a:r>
            <a:r>
              <a:rPr dirty="0" err="1"/>
              <a:t>위치한다</a:t>
            </a:r>
            <a:r>
              <a:rPr dirty="0"/>
              <a:t>. 이 </a:t>
            </a:r>
            <a:r>
              <a:rPr dirty="0" err="1"/>
              <a:t>자체로는</a:t>
            </a:r>
            <a:r>
              <a:rPr dirty="0"/>
              <a:t> </a:t>
            </a:r>
            <a:r>
              <a:rPr dirty="0" err="1"/>
              <a:t>나쁘지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출발점이지만</a:t>
            </a:r>
            <a:r>
              <a:rPr dirty="0"/>
              <a:t>, </a:t>
            </a:r>
            <a:r>
              <a:rPr dirty="0" err="1"/>
              <a:t>스크리닝</a:t>
            </a:r>
            <a:r>
              <a:rPr dirty="0"/>
              <a:t> </a:t>
            </a:r>
            <a:r>
              <a:rPr dirty="0" err="1"/>
              <a:t>특성상</a:t>
            </a:r>
            <a:r>
              <a:rPr dirty="0"/>
              <a:t> </a:t>
            </a:r>
            <a:r>
              <a:rPr dirty="0" err="1"/>
              <a:t>요구되는</a:t>
            </a:r>
            <a:r>
              <a:rPr dirty="0"/>
              <a:t> </a:t>
            </a:r>
            <a:r>
              <a:rPr dirty="0" err="1"/>
              <a:t>고민감도</a:t>
            </a:r>
            <a:r>
              <a:rPr dirty="0"/>
              <a:t> </a:t>
            </a:r>
            <a:r>
              <a:rPr dirty="0" err="1"/>
              <a:t>운영점에서의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(슬라이드4)과 4-변수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이론적</a:t>
            </a:r>
            <a:r>
              <a:rPr dirty="0"/>
              <a:t> </a:t>
            </a:r>
            <a:r>
              <a:rPr dirty="0" err="1"/>
              <a:t>상한</a:t>
            </a:r>
            <a:r>
              <a:rPr dirty="0"/>
              <a:t>(슬라이드5) 두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이유로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여지가</a:t>
            </a:r>
            <a:r>
              <a:rPr dirty="0"/>
              <a:t> </a:t>
            </a:r>
            <a:r>
              <a:rPr dirty="0" err="1"/>
              <a:t>남는다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왜 Sensitivity 90% </a:t>
            </a:r>
            <a:r>
              <a:rPr dirty="0" err="1"/>
              <a:t>인가</a:t>
            </a:r>
            <a:r>
              <a:rPr dirty="0"/>
              <a:t>?</a:t>
            </a:r>
          </a:p>
          <a:p>
            <a:r>
              <a:rPr dirty="0"/>
              <a:t>100% Sens </a:t>
            </a:r>
            <a:r>
              <a:rPr dirty="0" err="1"/>
              <a:t>threshold는</a:t>
            </a:r>
            <a:r>
              <a:rPr dirty="0"/>
              <a:t> </a:t>
            </a:r>
            <a:r>
              <a:rPr dirty="0" err="1"/>
              <a:t>양성</a:t>
            </a:r>
            <a:r>
              <a:rPr dirty="0"/>
              <a:t> n=129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표본</a:t>
            </a:r>
            <a:r>
              <a:rPr dirty="0"/>
              <a:t> 1개짜리 order </a:t>
            </a:r>
            <a:r>
              <a:rPr dirty="0" err="1"/>
              <a:t>statistic으로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 </a:t>
            </a:r>
            <a:r>
              <a:rPr dirty="0" err="1"/>
              <a:t>추정</a:t>
            </a:r>
            <a:r>
              <a:rPr dirty="0"/>
              <a:t> </a:t>
            </a:r>
            <a:r>
              <a:rPr dirty="0" err="1"/>
              <a:t>불가</a:t>
            </a:r>
            <a:endParaRPr dirty="0"/>
          </a:p>
          <a:p>
            <a:r>
              <a:rPr dirty="0"/>
              <a:t>Sens 90→95%p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Sp</a:t>
            </a:r>
            <a:r>
              <a:rPr dirty="0"/>
              <a:t> </a:t>
            </a:r>
            <a:r>
              <a:rPr dirty="0" err="1"/>
              <a:t>손실</a:t>
            </a:r>
            <a:r>
              <a:rPr dirty="0"/>
              <a:t> </a:t>
            </a:r>
            <a:r>
              <a:rPr dirty="0" err="1"/>
              <a:t>기울기가</a:t>
            </a:r>
            <a:r>
              <a:rPr dirty="0"/>
              <a:t> Sens 85→90%p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internal 1.17배/external 1.66배로 </a:t>
            </a:r>
            <a:r>
              <a:rPr dirty="0" err="1"/>
              <a:t>커짐</a:t>
            </a:r>
            <a:endParaRPr dirty="0"/>
          </a:p>
          <a:p>
            <a:r>
              <a:rPr dirty="0" err="1"/>
              <a:t>스크리닝</a:t>
            </a:r>
            <a:r>
              <a:rPr dirty="0"/>
              <a:t> </a:t>
            </a:r>
            <a:r>
              <a:rPr dirty="0" err="1"/>
              <a:t>목적상</a:t>
            </a:r>
            <a:r>
              <a:rPr dirty="0"/>
              <a:t> FN(low-SMI </a:t>
            </a:r>
            <a:r>
              <a:rPr dirty="0" err="1"/>
              <a:t>누락</a:t>
            </a:r>
            <a:r>
              <a:rPr dirty="0"/>
              <a:t>) </a:t>
            </a:r>
            <a:r>
              <a:rPr dirty="0" err="1"/>
              <a:t>비용이</a:t>
            </a:r>
            <a:r>
              <a:rPr dirty="0"/>
              <a:t> FP보다 </a:t>
            </a:r>
            <a:r>
              <a:rPr dirty="0" err="1"/>
              <a:t>크다고</a:t>
            </a:r>
            <a:r>
              <a:rPr dirty="0"/>
              <a:t> </a:t>
            </a:r>
            <a:r>
              <a:rPr dirty="0" err="1"/>
              <a:t>가정</a:t>
            </a:r>
            <a:r>
              <a:rPr dirty="0"/>
              <a:t> → </a:t>
            </a:r>
            <a:r>
              <a:rPr dirty="0" err="1"/>
              <a:t>한계비용이</a:t>
            </a:r>
            <a:r>
              <a:rPr dirty="0"/>
              <a:t> </a:t>
            </a:r>
            <a:r>
              <a:rPr dirty="0" err="1"/>
              <a:t>급증하기</a:t>
            </a:r>
            <a:r>
              <a:rPr dirty="0"/>
              <a:t> </a:t>
            </a:r>
            <a:r>
              <a:rPr dirty="0" err="1"/>
              <a:t>직전인</a:t>
            </a:r>
            <a:r>
              <a:rPr dirty="0"/>
              <a:t> 90%p까지 Sens </a:t>
            </a:r>
            <a:r>
              <a:rPr dirty="0" err="1"/>
              <a:t>확보</a:t>
            </a:r>
            <a:r>
              <a:rPr dirty="0"/>
              <a:t> (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수치는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</a:t>
            </a:r>
            <a:r>
              <a:rPr dirty="0"/>
              <a:t> 표 </a:t>
            </a:r>
            <a:r>
              <a:rPr dirty="0" err="1"/>
              <a:t>참고</a:t>
            </a:r>
            <a:r>
              <a:rPr dirty="0"/>
              <a:t>)</a:t>
            </a:r>
          </a:p>
          <a:p>
            <a:endParaRPr dirty="0"/>
          </a:p>
          <a:p>
            <a:endParaRPr dirty="0"/>
          </a:p>
          <a:p>
            <a:r>
              <a:rPr dirty="0"/>
              <a:t>(Pugh 2024) </a:t>
            </a:r>
            <a:r>
              <a:rPr dirty="0" err="1"/>
              <a:t>순서</a:t>
            </a:r>
            <a:r>
              <a:rPr dirty="0"/>
              <a:t> </a:t>
            </a:r>
            <a:r>
              <a:rPr dirty="0" err="1"/>
              <a:t>통계량</a:t>
            </a:r>
            <a:r>
              <a:rPr dirty="0"/>
              <a:t>(Order Statistic): </a:t>
            </a:r>
            <a:r>
              <a:rPr dirty="0" err="1"/>
              <a:t>표본</a:t>
            </a:r>
            <a:r>
              <a:rPr dirty="0"/>
              <a:t>(Sample)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주어졌을</a:t>
            </a:r>
            <a:r>
              <a:rPr dirty="0"/>
              <a:t> 때, 이 </a:t>
            </a:r>
            <a:r>
              <a:rPr dirty="0" err="1"/>
              <a:t>값들을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정렬</a:t>
            </a:r>
            <a:r>
              <a:rPr dirty="0"/>
              <a:t>(</a:t>
            </a:r>
            <a:r>
              <a:rPr dirty="0" err="1"/>
              <a:t>오름차순</a:t>
            </a:r>
            <a:r>
              <a:rPr dirty="0"/>
              <a:t>)</a:t>
            </a:r>
            <a:r>
              <a:rPr dirty="0" err="1"/>
              <a:t>하여</a:t>
            </a:r>
            <a:r>
              <a:rPr dirty="0"/>
              <a:t> </a:t>
            </a:r>
            <a:r>
              <a:rPr dirty="0" err="1"/>
              <a:t>얻은</a:t>
            </a:r>
            <a:r>
              <a:rPr dirty="0"/>
              <a:t> </a:t>
            </a:r>
            <a:r>
              <a:rPr dirty="0" err="1"/>
              <a:t>통계량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4E54-7793-89A2-29A5-75B20A9DF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287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AA71-9C51-7B50-8C8A-DAFDE161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8AD18-7EB6-96D8-9EF9-9C3A23660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0C6DB-F202-3437-68DB-C8872416B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FN 1</a:t>
            </a:r>
            <a:r>
              <a:rPr lang="ko-KR" altLang="en-US" sz="1200" dirty="0"/>
              <a:t>명당 드는 </a:t>
            </a:r>
            <a:r>
              <a:rPr lang="en-US" altLang="ko-KR" sz="1200" dirty="0"/>
              <a:t>FP </a:t>
            </a:r>
            <a:r>
              <a:rPr lang="ko-KR" altLang="en-US" sz="1200" dirty="0"/>
              <a:t>비용은 </a:t>
            </a:r>
            <a:r>
              <a:rPr lang="en-US" altLang="ko-KR" sz="1200" dirty="0"/>
              <a:t>85→90%p </a:t>
            </a:r>
            <a:r>
              <a:rPr lang="ko-KR" altLang="en-US" sz="1200" dirty="0"/>
              <a:t>구간보다 </a:t>
            </a:r>
            <a:r>
              <a:rPr lang="en-US" altLang="ko-KR" sz="1200" dirty="0"/>
              <a:t>90→95%p </a:t>
            </a:r>
            <a:r>
              <a:rPr lang="ko-KR" altLang="en-US" sz="1200" dirty="0"/>
              <a:t>구간에서 </a:t>
            </a:r>
            <a:r>
              <a:rPr lang="en-US" altLang="ko-KR" sz="1200" dirty="0"/>
              <a:t>1.6~3</a:t>
            </a:r>
            <a:r>
              <a:rPr lang="ko-KR" altLang="en-US" sz="1200" dirty="0"/>
              <a:t>배 증가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→ </a:t>
            </a:r>
            <a:r>
              <a:rPr lang="en-US" altLang="ko-KR" sz="1200" b="1" dirty="0" err="1"/>
              <a:t>Sp</a:t>
            </a:r>
            <a:r>
              <a:rPr lang="ko-KR" altLang="en-US" sz="1200" b="1" dirty="0"/>
              <a:t> 손실이 급격히 커지기 직전인 </a:t>
            </a:r>
            <a:r>
              <a:rPr lang="en-US" altLang="ko-KR" sz="1200" b="1" dirty="0"/>
              <a:t>90%p</a:t>
            </a:r>
            <a:r>
              <a:rPr lang="ko-KR" altLang="en-US" sz="1200" b="1" dirty="0"/>
              <a:t>가 비용 대비 효율적인 </a:t>
            </a:r>
            <a:r>
              <a:rPr lang="en-US" altLang="ko-KR" sz="1200" b="1" dirty="0"/>
              <a:t>cutoff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813B-11BA-4EE2-3BF1-E7986A58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6473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27EA-DB53-0301-0ACD-39763E95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611E-21FB-8AA8-ECB2-7F8B70304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DE818-1386-6F94-27FF-C5AEAB67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S90으로 </a:t>
            </a:r>
            <a:r>
              <a:rPr dirty="0" err="1"/>
              <a:t>설정한</a:t>
            </a:r>
            <a:r>
              <a:rPr dirty="0"/>
              <a:t> Confusion </a:t>
            </a:r>
            <a:r>
              <a:rPr dirty="0" err="1"/>
              <a:t>Matrix를</a:t>
            </a:r>
            <a:r>
              <a:rPr dirty="0"/>
              <a:t> </a:t>
            </a:r>
            <a:r>
              <a:rPr dirty="0" err="1"/>
              <a:t>확인하고</a:t>
            </a:r>
            <a:r>
              <a:rPr dirty="0"/>
              <a:t>, Predicted </a:t>
            </a:r>
            <a:r>
              <a:rPr dirty="0" err="1"/>
              <a:t>Positive만</a:t>
            </a:r>
            <a:r>
              <a:rPr dirty="0"/>
              <a:t> Stage 2로 </a:t>
            </a:r>
            <a:r>
              <a:rPr dirty="0" err="1"/>
              <a:t>사용한다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Negative:Positive</a:t>
            </a:r>
            <a:r>
              <a:rPr dirty="0"/>
              <a:t> = 961:129(internal)/785:141(external)의 </a:t>
            </a:r>
            <a:r>
              <a:rPr dirty="0" err="1"/>
              <a:t>불균형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Sens90% </a:t>
            </a:r>
            <a:r>
              <a:rPr dirty="0" err="1"/>
              <a:t>cutoff를</a:t>
            </a:r>
            <a:r>
              <a:rPr dirty="0"/>
              <a:t> </a:t>
            </a:r>
            <a:r>
              <a:rPr dirty="0" err="1"/>
              <a:t>적용하면</a:t>
            </a:r>
            <a:r>
              <a:rPr dirty="0"/>
              <a:t> </a:t>
            </a:r>
            <a:r>
              <a:rPr dirty="0" err="1"/>
              <a:t>구조적으로</a:t>
            </a:r>
            <a:r>
              <a:rPr dirty="0"/>
              <a:t> </a:t>
            </a:r>
            <a:r>
              <a:rPr dirty="0" err="1"/>
              <a:t>FP≫FN이</a:t>
            </a:r>
            <a:r>
              <a:rPr dirty="0"/>
              <a:t> </a:t>
            </a:r>
            <a:r>
              <a:rPr dirty="0" err="1"/>
              <a:t>발생하며</a:t>
            </a:r>
            <a:r>
              <a:rPr dirty="0"/>
              <a:t>(</a:t>
            </a:r>
            <a:r>
              <a:rPr dirty="0" err="1"/>
              <a:t>설계상</a:t>
            </a:r>
            <a:r>
              <a:rPr dirty="0"/>
              <a:t> </a:t>
            </a:r>
            <a:r>
              <a:rPr dirty="0" err="1"/>
              <a:t>예상된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), Predicted </a:t>
            </a:r>
            <a:r>
              <a:rPr dirty="0" err="1"/>
              <a:t>Negative군은</a:t>
            </a:r>
            <a:r>
              <a:rPr dirty="0"/>
              <a:t> NPV 97.7%(internal)/97.5%(external)로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충분히</a:t>
            </a:r>
            <a:r>
              <a:rPr dirty="0"/>
              <a:t> </a:t>
            </a:r>
            <a:r>
              <a:rPr dirty="0" err="1"/>
              <a:t>신뢰</a:t>
            </a:r>
            <a:r>
              <a:rPr dirty="0"/>
              <a:t> </a:t>
            </a:r>
            <a:r>
              <a:rPr dirty="0" err="1"/>
              <a:t>가능하여</a:t>
            </a:r>
            <a:r>
              <a:rPr dirty="0"/>
              <a:t> </a:t>
            </a:r>
            <a:r>
              <a:rPr dirty="0" err="1"/>
              <a:t>제외한다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PPV가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(20.7%/24.8%) Predicted </a:t>
            </a:r>
            <a:r>
              <a:rPr dirty="0" err="1"/>
              <a:t>Positive군에</a:t>
            </a:r>
            <a:r>
              <a:rPr dirty="0"/>
              <a:t> </a:t>
            </a:r>
            <a:r>
              <a:rPr dirty="0" err="1"/>
              <a:t>대해서만</a:t>
            </a:r>
            <a:r>
              <a:rPr dirty="0"/>
              <a:t> Stage 2를 </a:t>
            </a:r>
            <a:r>
              <a:rPr dirty="0" err="1"/>
              <a:t>적용해</a:t>
            </a:r>
            <a:r>
              <a:rPr dirty="0"/>
              <a:t> </a:t>
            </a:r>
            <a:r>
              <a:rPr dirty="0" err="1"/>
              <a:t>PPV를</a:t>
            </a:r>
            <a:r>
              <a:rPr dirty="0"/>
              <a:t> </a:t>
            </a:r>
            <a:r>
              <a:rPr dirty="0" err="1"/>
              <a:t>높이고</a:t>
            </a:r>
            <a:r>
              <a:rPr dirty="0"/>
              <a:t> FP </a:t>
            </a:r>
            <a:r>
              <a:rPr dirty="0" err="1"/>
              <a:t>수를</a:t>
            </a:r>
            <a:r>
              <a:rPr dirty="0"/>
              <a:t> </a:t>
            </a:r>
            <a:r>
              <a:rPr dirty="0" err="1"/>
              <a:t>줄이는</a:t>
            </a:r>
            <a:r>
              <a:rPr dirty="0"/>
              <a:t> </a:t>
            </a:r>
            <a:r>
              <a:rPr dirty="0" err="1"/>
              <a:t>방향으로</a:t>
            </a:r>
            <a:r>
              <a:rPr dirty="0"/>
              <a:t>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세움</a:t>
            </a:r>
            <a:endParaRPr dirty="0"/>
          </a:p>
          <a:p>
            <a:endParaRPr dirty="0"/>
          </a:p>
          <a:p>
            <a:r>
              <a:rPr dirty="0"/>
              <a:t>[Intro </a:t>
            </a:r>
            <a:r>
              <a:rPr dirty="0" err="1"/>
              <a:t>연결</a:t>
            </a:r>
            <a:r>
              <a:rPr dirty="0"/>
              <a:t>] 이 PPV </a:t>
            </a:r>
            <a:r>
              <a:rPr dirty="0" err="1"/>
              <a:t>손실</a:t>
            </a:r>
            <a:r>
              <a:rPr dirty="0"/>
              <a:t>(20.7%/24.8%)은 </a:t>
            </a:r>
            <a:r>
              <a:rPr dirty="0" err="1"/>
              <a:t>유병률이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불균형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Sens90%를 </a:t>
            </a:r>
            <a:r>
              <a:rPr dirty="0" err="1"/>
              <a:t>고정하면</a:t>
            </a:r>
            <a:r>
              <a:rPr dirty="0"/>
              <a:t> </a:t>
            </a:r>
            <a:r>
              <a:rPr dirty="0" err="1"/>
              <a:t>구조적으로</a:t>
            </a:r>
            <a:r>
              <a:rPr dirty="0"/>
              <a:t> </a:t>
            </a:r>
            <a:r>
              <a:rPr dirty="0" err="1"/>
              <a:t>발생하는</a:t>
            </a:r>
            <a:r>
              <a:rPr dirty="0"/>
              <a:t> </a:t>
            </a:r>
            <a:r>
              <a:rPr dirty="0" err="1"/>
              <a:t>결과다</a:t>
            </a:r>
            <a:r>
              <a:rPr dirty="0"/>
              <a:t>. Stage-1 AUC(0.828/0.835)를 더 </a:t>
            </a:r>
            <a:r>
              <a:rPr dirty="0" err="1"/>
              <a:t>높이면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Sens에서</a:t>
            </a:r>
            <a:r>
              <a:rPr dirty="0"/>
              <a:t> </a:t>
            </a:r>
            <a:r>
              <a:rPr dirty="0" err="1"/>
              <a:t>FP를</a:t>
            </a:r>
            <a:r>
              <a:rPr dirty="0"/>
              <a:t> </a:t>
            </a:r>
            <a:r>
              <a:rPr dirty="0" err="1"/>
              <a:t>줄이거나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FP </a:t>
            </a:r>
            <a:r>
              <a:rPr dirty="0" err="1"/>
              <a:t>부담에서</a:t>
            </a:r>
            <a:r>
              <a:rPr dirty="0"/>
              <a:t> </a:t>
            </a:r>
            <a:r>
              <a:rPr dirty="0" err="1"/>
              <a:t>Sens를</a:t>
            </a:r>
            <a:r>
              <a:rPr dirty="0"/>
              <a:t> 더 </a:t>
            </a:r>
            <a:r>
              <a:rPr dirty="0" err="1"/>
              <a:t>확보할</a:t>
            </a:r>
            <a:r>
              <a:rPr dirty="0"/>
              <a:t> 수 </a:t>
            </a:r>
            <a:r>
              <a:rPr dirty="0" err="1"/>
              <a:t>있어</a:t>
            </a:r>
            <a:r>
              <a:rPr dirty="0"/>
              <a:t> 이 </a:t>
            </a:r>
            <a:r>
              <a:rPr dirty="0" err="1"/>
              <a:t>트레이드오프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완화된다</a:t>
            </a:r>
            <a:r>
              <a:rPr dirty="0"/>
              <a:t> — Stage-1 clinic-only </a:t>
            </a:r>
            <a:r>
              <a:rPr dirty="0" err="1"/>
              <a:t>모델만으로</a:t>
            </a:r>
            <a:r>
              <a:rPr dirty="0"/>
              <a:t> </a:t>
            </a:r>
            <a:r>
              <a:rPr dirty="0" err="1"/>
              <a:t>멈추지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Stage-2가 </a:t>
            </a:r>
            <a:r>
              <a:rPr dirty="0" err="1"/>
              <a:t>필요한</a:t>
            </a:r>
            <a:r>
              <a:rPr dirty="0"/>
              <a:t> 1차 </a:t>
            </a:r>
            <a:r>
              <a:rPr dirty="0" err="1"/>
              <a:t>근거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AE8E6-DCA5-B91C-154B-33F9AEF13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9385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[Intro] Clinic 4개 </a:t>
            </a:r>
            <a:r>
              <a:rPr dirty="0" err="1"/>
              <a:t>인체계측</a:t>
            </a:r>
            <a:r>
              <a:rPr dirty="0"/>
              <a:t> </a:t>
            </a:r>
            <a:r>
              <a:rPr dirty="0" err="1"/>
              <a:t>변수</a:t>
            </a:r>
            <a:r>
              <a:rPr dirty="0"/>
              <a:t>(</a:t>
            </a:r>
            <a:r>
              <a:rPr dirty="0" err="1"/>
              <a:t>성별·나이·키·체중</a:t>
            </a:r>
            <a:r>
              <a:rPr dirty="0"/>
              <a:t>)는 </a:t>
            </a:r>
            <a:r>
              <a:rPr dirty="0" err="1"/>
              <a:t>체성분</a:t>
            </a:r>
            <a:r>
              <a:rPr dirty="0"/>
              <a:t>(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골격근량</a:t>
            </a:r>
            <a:r>
              <a:rPr dirty="0"/>
              <a:t>)의 </a:t>
            </a:r>
            <a:r>
              <a:rPr dirty="0" err="1"/>
              <a:t>간접적</a:t>
            </a:r>
            <a:r>
              <a:rPr dirty="0"/>
              <a:t> </a:t>
            </a:r>
            <a:r>
              <a:rPr dirty="0" err="1"/>
              <a:t>대리지표일</a:t>
            </a:r>
            <a:r>
              <a:rPr dirty="0"/>
              <a:t> 뿐 </a:t>
            </a:r>
            <a:r>
              <a:rPr dirty="0" err="1"/>
              <a:t>근육의</a:t>
            </a:r>
            <a:r>
              <a:rPr dirty="0"/>
              <a:t> </a:t>
            </a:r>
            <a:r>
              <a:rPr dirty="0" err="1"/>
              <a:t>질·조성을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반영하지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 — </a:t>
            </a:r>
            <a:r>
              <a:rPr dirty="0" err="1"/>
              <a:t>anthropometry만으로</a:t>
            </a:r>
            <a:r>
              <a:rPr dirty="0"/>
              <a:t> </a:t>
            </a:r>
            <a:r>
              <a:rPr dirty="0" err="1"/>
              <a:t>설명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분산에는</a:t>
            </a:r>
            <a:r>
              <a:rPr dirty="0"/>
              <a:t> </a:t>
            </a:r>
            <a:r>
              <a:rPr dirty="0" err="1"/>
              <a:t>이론적</a:t>
            </a:r>
            <a:r>
              <a:rPr dirty="0"/>
              <a:t> </a:t>
            </a:r>
            <a:r>
              <a:rPr dirty="0" err="1"/>
              <a:t>상한이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 </a:t>
            </a:r>
            <a:r>
              <a:rPr dirty="0" err="1"/>
              <a:t>Clinic과</a:t>
            </a:r>
            <a:r>
              <a:rPr dirty="0"/>
              <a:t> </a:t>
            </a:r>
            <a:r>
              <a:rPr dirty="0" err="1"/>
              <a:t>독립적인</a:t>
            </a:r>
            <a:r>
              <a:rPr dirty="0"/>
              <a:t> </a:t>
            </a:r>
            <a:r>
              <a:rPr dirty="0" err="1"/>
              <a:t>정보원인</a:t>
            </a:r>
            <a:r>
              <a:rPr dirty="0"/>
              <a:t> AEC </a:t>
            </a:r>
            <a:r>
              <a:rPr dirty="0" err="1"/>
              <a:t>임피던스</a:t>
            </a:r>
            <a:r>
              <a:rPr dirty="0"/>
              <a:t> </a:t>
            </a:r>
            <a:r>
              <a:rPr dirty="0" err="1"/>
              <a:t>곡선을</a:t>
            </a:r>
            <a:r>
              <a:rPr dirty="0"/>
              <a:t> </a:t>
            </a:r>
            <a:r>
              <a:rPr dirty="0" err="1"/>
              <a:t>결합하면</a:t>
            </a:r>
            <a:r>
              <a:rPr dirty="0"/>
              <a:t> 이 </a:t>
            </a:r>
            <a:r>
              <a:rPr dirty="0" err="1"/>
              <a:t>상한을</a:t>
            </a:r>
            <a:r>
              <a:rPr dirty="0"/>
              <a:t> </a:t>
            </a:r>
            <a:r>
              <a:rPr dirty="0" err="1"/>
              <a:t>넘어설</a:t>
            </a:r>
            <a:r>
              <a:rPr dirty="0"/>
              <a:t> </a:t>
            </a:r>
            <a:r>
              <a:rPr dirty="0" err="1"/>
              <a:t>가능성이</a:t>
            </a:r>
            <a:r>
              <a:rPr dirty="0"/>
              <a:t> </a:t>
            </a:r>
            <a:r>
              <a:rPr dirty="0" err="1"/>
              <a:t>있으며</a:t>
            </a:r>
            <a:r>
              <a:rPr dirty="0"/>
              <a:t>,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아래</a:t>
            </a:r>
            <a:r>
              <a:rPr dirty="0"/>
              <a:t> TP/FP AEC-128 </a:t>
            </a:r>
            <a:r>
              <a:rPr dirty="0" err="1"/>
              <a:t>곡선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및 </a:t>
            </a:r>
            <a:r>
              <a:rPr dirty="0" err="1"/>
              <a:t>이후</a:t>
            </a:r>
            <a:r>
              <a:rPr dirty="0"/>
              <a:t> Stage-2 fusion </a:t>
            </a:r>
            <a:r>
              <a:rPr dirty="0" err="1"/>
              <a:t>시도의</a:t>
            </a:r>
            <a:r>
              <a:rPr dirty="0"/>
              <a:t> </a:t>
            </a:r>
            <a:r>
              <a:rPr dirty="0" err="1"/>
              <a:t>근거다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이 </a:t>
            </a:r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맥락</a:t>
            </a:r>
            <a:r>
              <a:rPr dirty="0"/>
              <a:t>(</a:t>
            </a:r>
            <a:r>
              <a:rPr dirty="0" err="1"/>
              <a:t>구두</a:t>
            </a:r>
            <a:r>
              <a:rPr dirty="0"/>
              <a:t> </a:t>
            </a:r>
            <a:r>
              <a:rPr dirty="0" err="1"/>
              <a:t>설명용</a:t>
            </a:r>
            <a:r>
              <a:rPr dirty="0"/>
              <a:t>, </a:t>
            </a:r>
            <a:r>
              <a:rPr dirty="0" err="1"/>
              <a:t>슬라이드엔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): raw(</a:t>
            </a:r>
            <a:r>
              <a:rPr dirty="0" err="1"/>
              <a:t>비매칭</a:t>
            </a:r>
            <a:r>
              <a:rPr dirty="0"/>
              <a:t>) TP vs FP AEC-128 </a:t>
            </a:r>
            <a:r>
              <a:rPr dirty="0" err="1"/>
              <a:t>곡선</a:t>
            </a:r>
            <a:r>
              <a:rPr dirty="0"/>
              <a:t> </a:t>
            </a:r>
            <a:r>
              <a:rPr dirty="0" err="1"/>
              <a:t>비교는</a:t>
            </a:r>
            <a:r>
              <a:rPr dirty="0"/>
              <a:t> </a:t>
            </a:r>
            <a:r>
              <a:rPr dirty="0" err="1"/>
              <a:t>코호트</a:t>
            </a:r>
            <a:r>
              <a:rPr dirty="0"/>
              <a:t> 간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불일치했다</a:t>
            </a:r>
            <a:r>
              <a:rPr dirty="0"/>
              <a:t> (Gangnam RMSD=0.0155, p=0.227 </a:t>
            </a:r>
            <a:r>
              <a:rPr dirty="0" err="1"/>
              <a:t>n.s</a:t>
            </a:r>
            <a:r>
              <a:rPr dirty="0"/>
              <a:t>. / Sinchon RMSD=0.0274, p=0.0175). TP/FP </a:t>
            </a:r>
            <a:r>
              <a:rPr dirty="0" err="1"/>
              <a:t>그룹이</a:t>
            </a:r>
            <a:r>
              <a:rPr dirty="0"/>
              <a:t> clinic </a:t>
            </a:r>
            <a:r>
              <a:rPr dirty="0" err="1"/>
              <a:t>공변량</a:t>
            </a:r>
            <a:r>
              <a:rPr dirty="0"/>
              <a:t>(</a:t>
            </a:r>
            <a:r>
              <a:rPr dirty="0" err="1"/>
              <a:t>성별·나이·신장·체중</a:t>
            </a:r>
            <a:r>
              <a:rPr dirty="0"/>
              <a:t>) </a:t>
            </a:r>
            <a:r>
              <a:rPr dirty="0" err="1"/>
              <a:t>분포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다를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(confound)을 </a:t>
            </a:r>
            <a:r>
              <a:rPr dirty="0" err="1"/>
              <a:t>배제하기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,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잔차화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표본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단계에서</a:t>
            </a:r>
            <a:r>
              <a:rPr dirty="0"/>
              <a:t> </a:t>
            </a:r>
            <a:r>
              <a:rPr dirty="0" err="1"/>
              <a:t>confound를</a:t>
            </a:r>
            <a:r>
              <a:rPr dirty="0"/>
              <a:t> </a:t>
            </a:r>
            <a:r>
              <a:rPr dirty="0" err="1"/>
              <a:t>통제하는</a:t>
            </a:r>
            <a:r>
              <a:rPr dirty="0"/>
              <a:t> propensity-score </a:t>
            </a:r>
            <a:r>
              <a:rPr dirty="0" err="1"/>
              <a:t>matching을</a:t>
            </a:r>
            <a:r>
              <a:rPr dirty="0"/>
              <a:t> </a:t>
            </a:r>
            <a:r>
              <a:rPr dirty="0" err="1"/>
              <a:t>적용했다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방법</a:t>
            </a:r>
            <a:r>
              <a:rPr dirty="0"/>
              <a:t>: stage2_input_clin의 </a:t>
            </a:r>
            <a:r>
              <a:rPr dirty="0" err="1"/>
              <a:t>표준화</a:t>
            </a:r>
            <a:r>
              <a:rPr dirty="0"/>
              <a:t> </a:t>
            </a:r>
            <a:r>
              <a:rPr dirty="0" err="1"/>
              <a:t>공변량으로</a:t>
            </a:r>
            <a:r>
              <a:rPr dirty="0"/>
              <a:t> </a:t>
            </a:r>
            <a:r>
              <a:rPr dirty="0" err="1"/>
              <a:t>로지스틱회귀</a:t>
            </a:r>
            <a:r>
              <a:rPr dirty="0"/>
              <a:t> propensity </a:t>
            </a:r>
            <a:r>
              <a:rPr dirty="0" err="1"/>
              <a:t>score를</a:t>
            </a:r>
            <a:r>
              <a:rPr dirty="0"/>
              <a:t> </a:t>
            </a:r>
            <a:r>
              <a:rPr dirty="0" err="1"/>
              <a:t>추정하고</a:t>
            </a:r>
            <a:r>
              <a:rPr dirty="0"/>
              <a:t>, logit(propensity) </a:t>
            </a:r>
            <a:r>
              <a:rPr dirty="0" err="1"/>
              <a:t>기준</a:t>
            </a:r>
            <a:r>
              <a:rPr dirty="0"/>
              <a:t> caliper(0.2×SD) </a:t>
            </a:r>
            <a:r>
              <a:rPr dirty="0" err="1"/>
              <a:t>안에서</a:t>
            </a:r>
            <a:r>
              <a:rPr dirty="0"/>
              <a:t> TP-FP </a:t>
            </a:r>
            <a:r>
              <a:rPr dirty="0" err="1"/>
              <a:t>전체</a:t>
            </a:r>
            <a:r>
              <a:rPr dirty="0"/>
              <a:t> 총 </a:t>
            </a:r>
            <a:r>
              <a:rPr dirty="0" err="1"/>
              <a:t>거리를</a:t>
            </a:r>
            <a:r>
              <a:rPr dirty="0"/>
              <a:t> </a:t>
            </a:r>
            <a:r>
              <a:rPr dirty="0" err="1"/>
              <a:t>최소화하는</a:t>
            </a:r>
            <a:r>
              <a:rPr dirty="0"/>
              <a:t> </a:t>
            </a:r>
            <a:r>
              <a:rPr dirty="0" err="1"/>
              <a:t>전역</a:t>
            </a:r>
            <a:r>
              <a:rPr dirty="0"/>
              <a:t> </a:t>
            </a:r>
            <a:r>
              <a:rPr dirty="0" err="1"/>
              <a:t>최적</a:t>
            </a:r>
            <a:r>
              <a:rPr dirty="0"/>
              <a:t> 1:1 </a:t>
            </a:r>
            <a:r>
              <a:rPr dirty="0" err="1"/>
              <a:t>할당</a:t>
            </a:r>
            <a:r>
              <a:rPr dirty="0"/>
              <a:t>(Hungarian algorithm, </a:t>
            </a:r>
            <a:r>
              <a:rPr dirty="0" err="1"/>
              <a:t>scipy.optimize.linear_sum_assignment</a:t>
            </a:r>
            <a:r>
              <a:rPr dirty="0"/>
              <a:t>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매칭했다</a:t>
            </a:r>
            <a:r>
              <a:rPr dirty="0"/>
              <a:t> (code/stage2_aec_tp_fp_matched_comparison.py). </a:t>
            </a:r>
            <a:r>
              <a:rPr dirty="0" err="1"/>
              <a:t>매칭</a:t>
            </a:r>
            <a:r>
              <a:rPr dirty="0"/>
              <a:t> 후 4개 </a:t>
            </a:r>
            <a:r>
              <a:rPr dirty="0" err="1"/>
              <a:t>공변량</a:t>
            </a:r>
            <a:r>
              <a:rPr dirty="0"/>
              <a:t> </a:t>
            </a:r>
            <a:r>
              <a:rPr dirty="0" err="1"/>
              <a:t>SMD가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0.08 </a:t>
            </a:r>
            <a:r>
              <a:rPr dirty="0" err="1"/>
              <a:t>미만으로</a:t>
            </a:r>
            <a:r>
              <a:rPr dirty="0"/>
              <a:t> (</a:t>
            </a:r>
            <a:r>
              <a:rPr dirty="0" err="1"/>
              <a:t>매칭</a:t>
            </a:r>
            <a:r>
              <a:rPr dirty="0"/>
              <a:t> 전 0.18~0.31) </a:t>
            </a:r>
            <a:r>
              <a:rPr dirty="0" err="1"/>
              <a:t>balance가</a:t>
            </a:r>
            <a:r>
              <a:rPr dirty="0"/>
              <a:t> 잘 </a:t>
            </a:r>
            <a:r>
              <a:rPr dirty="0" err="1"/>
              <a:t>통제됐다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Gangnam은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후 더 </a:t>
            </a:r>
            <a:r>
              <a:rPr dirty="0" err="1"/>
              <a:t>확실히</a:t>
            </a:r>
            <a:r>
              <a:rPr dirty="0"/>
              <a:t> </a:t>
            </a:r>
            <a:r>
              <a:rPr dirty="0" err="1"/>
              <a:t>신호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 (RMSD=0.0057, p=0.983, 97쌍), </a:t>
            </a:r>
            <a:r>
              <a:rPr dirty="0" err="1"/>
              <a:t>Sinchon은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후에도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유의</a:t>
            </a:r>
            <a:r>
              <a:rPr dirty="0"/>
              <a:t> (RMSD=0.0422, p=0.0165, 94쌍). 즉 </a:t>
            </a:r>
            <a:r>
              <a:rPr dirty="0" err="1"/>
              <a:t>confound를</a:t>
            </a:r>
            <a:r>
              <a:rPr dirty="0"/>
              <a:t> </a:t>
            </a:r>
            <a:r>
              <a:rPr dirty="0" err="1"/>
              <a:t>설계로</a:t>
            </a:r>
            <a:r>
              <a:rPr dirty="0"/>
              <a:t> </a:t>
            </a:r>
            <a:r>
              <a:rPr dirty="0" err="1"/>
              <a:t>통제해도</a:t>
            </a:r>
            <a:r>
              <a:rPr dirty="0"/>
              <a:t> </a:t>
            </a:r>
            <a:r>
              <a:rPr dirty="0" err="1"/>
              <a:t>코호트</a:t>
            </a:r>
            <a:r>
              <a:rPr dirty="0"/>
              <a:t> 간 </a:t>
            </a:r>
            <a:r>
              <a:rPr dirty="0" err="1"/>
              <a:t>불일치가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남는다</a:t>
            </a:r>
            <a:r>
              <a:rPr dirty="0"/>
              <a:t> -- </a:t>
            </a:r>
            <a:r>
              <a:rPr dirty="0" err="1"/>
              <a:t>이는</a:t>
            </a:r>
            <a:r>
              <a:rPr dirty="0"/>
              <a:t> balance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raw AEC-128 </a:t>
            </a:r>
            <a:r>
              <a:rPr dirty="0" err="1"/>
              <a:t>신호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코호트마다</a:t>
            </a:r>
            <a:r>
              <a:rPr dirty="0"/>
              <a:t> </a:t>
            </a:r>
            <a:r>
              <a:rPr dirty="0" err="1"/>
              <a:t>다르게</a:t>
            </a:r>
            <a:r>
              <a:rPr dirty="0"/>
              <a:t> </a:t>
            </a:r>
            <a:r>
              <a:rPr dirty="0" err="1"/>
              <a:t>나타난다는</a:t>
            </a:r>
            <a:r>
              <a:rPr dirty="0"/>
              <a:t> </a:t>
            </a:r>
            <a:r>
              <a:rPr dirty="0" err="1"/>
              <a:t>뜻이며</a:t>
            </a:r>
            <a:r>
              <a:rPr dirty="0"/>
              <a:t>,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슬라이드의</a:t>
            </a:r>
            <a:r>
              <a:rPr dirty="0"/>
              <a:t> confound </a:t>
            </a:r>
            <a:r>
              <a:rPr dirty="0" err="1"/>
              <a:t>제거</a:t>
            </a:r>
            <a:r>
              <a:rPr dirty="0"/>
              <a:t>/joint fusion </a:t>
            </a:r>
            <a:r>
              <a:rPr dirty="0" err="1"/>
              <a:t>접근이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code/stage2_model.py </a:t>
            </a:r>
            <a:r>
              <a:rPr dirty="0" err="1"/>
              <a:t>LateFusionNet</a:t>
            </a:r>
            <a:r>
              <a:rPr dirty="0"/>
              <a:t>, CLIN_BRANCH_VARIANT="</a:t>
            </a:r>
            <a:r>
              <a:rPr dirty="0" err="1"/>
              <a:t>frozen_lr</a:t>
            </a:r>
            <a:r>
              <a:rPr dirty="0"/>
              <a:t>"(</a:t>
            </a:r>
            <a:r>
              <a:rPr dirty="0" err="1"/>
              <a:t>기본값</a:t>
            </a:r>
            <a:r>
              <a:rPr dirty="0"/>
              <a:t>, L64-72/136-164)로 </a:t>
            </a:r>
            <a:r>
              <a:rPr dirty="0" err="1"/>
              <a:t>시각화</a:t>
            </a:r>
            <a:r>
              <a:rPr dirty="0"/>
              <a:t>.</a:t>
            </a:r>
          </a:p>
          <a:p>
            <a:r>
              <a:t>근거</a:t>
            </a:r>
            <a:r>
              <a:rPr dirty="0"/>
              <a:t>: code/stage2_model_clinical_branch_ablation.py -- </a:t>
            </a:r>
            <a:r>
              <a:rPr dirty="0" err="1"/>
              <a:t>동일</a:t>
            </a:r>
            <a:r>
              <a:rPr dirty="0"/>
              <a:t> OOF/frozen-external </a:t>
            </a:r>
            <a:r>
              <a:rPr dirty="0" err="1"/>
              <a:t>프로토콜에서</a:t>
            </a:r>
            <a:r>
              <a:rPr dirty="0"/>
              <a:t> </a:t>
            </a:r>
            <a:r>
              <a:rPr dirty="0" err="1"/>
              <a:t>mlp</a:t>
            </a:r>
            <a:r>
              <a:rPr dirty="0"/>
              <a:t>/linear(Linear(4,16),</a:t>
            </a:r>
            <a:r>
              <a:rPr dirty="0" err="1"/>
              <a:t>활성화없음</a:t>
            </a:r>
            <a:r>
              <a:rPr dirty="0"/>
              <a:t>)/</a:t>
            </a:r>
            <a:r>
              <a:rPr dirty="0" err="1"/>
              <a:t>frozen_lr</a:t>
            </a:r>
            <a:r>
              <a:rPr dirty="0"/>
              <a:t> 세 </a:t>
            </a:r>
            <a:r>
              <a:rPr dirty="0" err="1"/>
              <a:t>변형을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. Net NRI: </a:t>
            </a:r>
            <a:r>
              <a:rPr dirty="0" err="1"/>
              <a:t>mlp</a:t>
            </a:r>
            <a:r>
              <a:rPr dirty="0"/>
              <a:t> internal+38/external+10, linear +29/+23, </a:t>
            </a:r>
            <a:r>
              <a:rPr dirty="0" err="1"/>
              <a:t>frozen_lr</a:t>
            </a:r>
            <a:r>
              <a:rPr dirty="0"/>
              <a:t> +74/+15 -- </a:t>
            </a:r>
            <a:r>
              <a:rPr dirty="0" err="1"/>
              <a:t>frozen_lr이</a:t>
            </a:r>
            <a:r>
              <a:rPr dirty="0"/>
              <a:t> </a:t>
            </a:r>
            <a:r>
              <a:rPr dirty="0" err="1"/>
              <a:t>internal에서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2배, </a:t>
            </a:r>
            <a:r>
              <a:rPr dirty="0" err="1"/>
              <a:t>external에서도</a:t>
            </a:r>
            <a:r>
              <a:rPr dirty="0"/>
              <a:t> </a:t>
            </a:r>
            <a:r>
              <a:rPr dirty="0" err="1"/>
              <a:t>mlp보다</a:t>
            </a:r>
            <a:r>
              <a:rPr dirty="0"/>
              <a:t> </a:t>
            </a:r>
            <a:r>
              <a:rPr dirty="0" err="1"/>
              <a:t>우세</a:t>
            </a:r>
            <a:r>
              <a:rPr dirty="0"/>
              <a:t>. AEC branch(Conv1d 1-&gt;8,k7 / Conv1d 8-&gt;16,k5 / AdaptiveAvgPool1d(1) / Linear 16-&gt;16, </a:t>
            </a:r>
            <a:r>
              <a:rPr dirty="0" err="1"/>
              <a:t>전부</a:t>
            </a:r>
            <a:r>
              <a:rPr dirty="0"/>
              <a:t> code/stage2_model.py L109-130)는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 -- 4-input </a:t>
            </a:r>
            <a:r>
              <a:rPr dirty="0" err="1"/>
              <a:t>clinical만</a:t>
            </a:r>
            <a:r>
              <a:rPr dirty="0"/>
              <a:t> MLP </a:t>
            </a:r>
            <a:r>
              <a:rPr dirty="0" err="1"/>
              <a:t>용량이</a:t>
            </a:r>
            <a:r>
              <a:rPr dirty="0"/>
              <a:t> </a:t>
            </a:r>
            <a:r>
              <a:rPr dirty="0" err="1"/>
              <a:t>과했다는</a:t>
            </a:r>
            <a:r>
              <a:rPr dirty="0"/>
              <a:t> 뜻(TP=117/131 </a:t>
            </a:r>
            <a:r>
              <a:rPr dirty="0" err="1"/>
              <a:t>표본에</a:t>
            </a:r>
            <a:r>
              <a:rPr dirty="0"/>
              <a:t> 688 </a:t>
            </a:r>
            <a:r>
              <a:rPr dirty="0" err="1"/>
              <a:t>파라미터를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학습시키면서</a:t>
            </a:r>
            <a:r>
              <a:rPr dirty="0"/>
              <a:t> AEC </a:t>
            </a:r>
            <a:r>
              <a:rPr dirty="0" err="1"/>
              <a:t>신호를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희석했을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).</a:t>
            </a:r>
          </a:p>
          <a:p>
            <a:r>
              <a:rPr dirty="0" err="1"/>
              <a:t>fusion_head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차원도</a:t>
            </a:r>
            <a:r>
              <a:rPr dirty="0"/>
              <a:t> 32(16+16)-&gt;17(1+16)로 </a:t>
            </a:r>
            <a:r>
              <a:rPr dirty="0" err="1"/>
              <a:t>줄어듦</a:t>
            </a:r>
            <a:r>
              <a:rPr dirty="0"/>
              <a:t> (</a:t>
            </a:r>
            <a:r>
              <a:rPr dirty="0" err="1"/>
              <a:t>LateFusionNet</a:t>
            </a:r>
            <a:r>
              <a:rPr dirty="0"/>
              <a:t>.__</a:t>
            </a:r>
            <a:r>
              <a:rPr dirty="0" err="1"/>
              <a:t>init</a:t>
            </a:r>
            <a:r>
              <a:rPr dirty="0"/>
              <a:t>__, </a:t>
            </a:r>
            <a:r>
              <a:rPr dirty="0" err="1"/>
              <a:t>embed_dim+clin_embed_dim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산출: code/stage2_model.py fit_score_standardizer() (2026-07-22 decision_function 전환 후 재적합). internal Stage-2 코호트(screen-positive, TP=117/FP=447, n=564)의 raw score(Stage-1 LR decision_function, log-odds)에서 mean/std를 1회 fit하고, external에는 이 값을 그대로(frozen) 적용 -- raw clinical feature 표준화(fit_clinical_standardizer)와 동일한 패턴.</a:t>
            </a:r>
          </a:p>
          <a:p>
            <a:r>
              <a:t>문제: raw score는 predict_proba가 아니라 decision_function(log-odds)이라 부호 자체는 문제가 아님 -- Stage-2 코호트(screen-positive, score&gt;=th=-2.7083) 중 94%(530/564)가 여전히 음수. 실제 문제는 척도: mean=-1.5704, std=0.9154로 원점에서 크게 벗어나 있고(min=-2.7083, 25%=-2.2636, 중앙값=-1.8144, 75%=-1.0498, max=3.0610), 표준화 없이 그대로 fusion에 넣으면 학습이 이 오프셋에 끌려간다. A/B로 확인: raw 그대로 학습 시 internal Net NRI=+49, external Net NRI=0(재분류 전무, stage-1-only와 완전히 동일) -- 표준화 없이는 external에서 전혀 작동하지 않음.</a:t>
            </a:r>
          </a:p>
          <a:p>
            <a:r>
              <a:t>해결: z_clin = (score - (-1.5704)) / 0.9154. 결과 분포는 564명 중 41%가 양수/59%가 음수로 재배치. 판별정보는 보존: FP 평균 환자 z=-0.195, TP 평균 환자 z=+0.746 -- TP가 더 높다는 순서는 그대로.</a:t>
            </a:r>
          </a:p>
          <a:p>
            <a:r>
              <a:t>효과: 표준화 전(raw log-odds 그대로) internal Net NRI=+49/external Net NRI=0 -&gt; 표준화 후 internal +71/external +34. external은 0에서 +34로 처음 작동하기 시작한 것 -- raw score가 갖던 스케일/오프셋 의존성이 제거되며 external 전이(일반화)가 비로소 가능해진 것으로 해석. 상세 A/B 비교 스크립트: 대화 중 임시 비교 실행 참고(같은 코드베이스, 표준화만 on/off).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0E5C-04C1-45BB-B829-C4A47540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AB559-215F-5DB1-4E7E-701BE7F33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6FD6-6801-38EC-8C36-F53F5E1F8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산출: code/stage2_model.py main() (outputs/stage2_model/, CLIN_BRANCH_VARIANT="frozen_lr" 기본값, Stage-1 score를 predict_proba에서 decision_function(log-odds)으로 전환 후 재실행, 2026-07-22).</a:t>
            </a:r>
          </a:p>
          <a:p>
            <a:r>
              <a:t>버그: frozen_lr의 z_clin이 Stage-1 raw LR score(decision_function, log-odds)를 그대로 사용 -- 확률이 아니라 log-odds라 부호 자체는 문제가 아니었다(Stage-2 코호트 94%가 음수). 실제 문제는 척도: raw score가 mean=-1.5704/std=0.9154로 원점에서 크게 벗어나 있어, 표준화 없이 그대로 fusion에 넣으면 학습이 이 오프셋에 끌려간다(raw 그대로 학습 시 internal Net NRI=+49/external Net NRI=0 -- 슬라이드7 참고). 수정: raw score를 internal Stage-2 코호트 기준으로 z-score 표준화(mean/std를 internal에서 1회 fit, external엔 frozen 적용 -- clinical feature 표준화와 동일 패턴)하여 이 오프셋을 제거.</a:t>
            </a:r>
          </a:p>
          <a:p>
            <a:r>
              <a:t>Net NRI = fp_removed - tp_lost (build_clinical_vs_aec_row) -- Stage-2가 screen-positive(TP/FP)만 재분류하므로 가능한 전이는 Positive-&gt;Negative 한 방향뿐. 특이도/민감도 McNemar는 exact_mcnemar_p(discordant pair 이항검정).</a:t>
            </a:r>
          </a:p>
          <a:p>
            <a:r>
              <a:t>internal: Net NRI +71, sens 0.907-&gt;0.868(p=0.0625 n.s.), spec 0.535-&gt;0.614(p&lt;0.0001). NI test: sens 86.8%&gt;=floor 86.2% PASS.</a:t>
            </a:r>
          </a:p>
          <a:p>
            <a:r>
              <a:t>external: Net NRI +34(raw 그대로면 0 -- 슬라이드7 참고), sens 0.929-&gt;0.887(p=0.0312), spec 0.493-&gt;0.544(p&lt;0.0001). NI test: sens 88.7%&gt;=floor 88.3% PASS.</a:t>
            </a:r>
          </a:p>
          <a:p>
            <a:r>
              <a:t>전체곡선 AUC/DeLong: internal 0.828-&gt;0.828(diff +0.0001, p=0.858 n.s.), external 0.835-&gt;0.835(diff +0.00002, p=0.247 n.s.) -- stage1_vs_full_pipeline_auc.csv. AUC 비교는 marker의 incremental value 검출에 저출력이라(Pepe 2004; Pencina 2008) NRI/McNemar를 1차 유의성 지표로 삼음.</a:t>
            </a:r>
          </a:p>
          <a:p>
            <a:r>
              <a:t>해석: raw log-odds를 표준화 없이 그대로 쓰면 external에서 전혀 재분류가 일어나지 않는다(Net NRI=0) -- 표준화가 정보를 추가한 게 아니라 raw score가 갖고 있던 스케일/오프셋 의존성을 제거해 학습이 실제 판별정보에 도달하게 한 것.</a:t>
            </a:r>
          </a:p>
          <a:p>
            <a:r>
              <a:t>[참고] 위 mlp-&gt;frozen_lr 비교(+38-&gt;+74 internal, +10-&gt;+15 external)는 클리니컬 브랜치 구조 자체를 바꾼 별도 ablation 결과이며, predict_proba 기반 raw score와 구 표준화 fix 기준이라 이번 decision_function 전환(2026-07-22) 이전 수치임 -- 재실행 전까지 참고용으로만 볼 것 (관련: 슬라이드15 Clinical Branch 비교표도 동일 사유로 재실행 필요).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6CFD1-2C5C-893A-DFA3-8C07CCEC7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168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4DDD-DB88-1198-AE20-99EE5584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975FB-D658-DC16-816D-FF3FDA948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42530-BB5E-9577-34FA-97B57F1BE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[초안 -- 슬라이드 본문이 아직 비어 있어 앞선 슬라이드(6번, confound 제거 후보 4가지) 논리를 이어 구두 설명용으로 작성함. 슬라이드 본문 채울 때 참고]</a:t>
            </a:r>
          </a:p>
          <a:p>
            <a:endParaRPr/>
          </a:p>
          <a:p>
            <a:r>
              <a:t>우선순위: ④ joint fusion은 이미 stage2_model.py에 적용 중이므로, 나머지 confound 제거 후보 중 ① cross-validated confound regression(Snoek 2019, fold별 재적합)을 가장 먼저 재도입 -- 기존 잔차화가 internal 전체에 1회만 적합해 생긴 편향을 바로잡는 가장 직접적인 수정이기 때문. 그다음 external 잔여confound가 여전히 남을 경우 ② counterfactual adjustment(Chaibub Neto 2021)로 dataset shift에 더 안정적인 대안을 시도. ③ covariate-adjusted subspace projection(Li 2017)은 파이프라인 전체를 재설계해야 해서 우선순위가 가장 낮음.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3E6E2-A4F3-0543-FDD9-B032A1CF5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755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Stage-1 clinical-only </a:t>
            </a:r>
            <a:r>
              <a:rPr dirty="0" err="1"/>
              <a:t>로지스틱회귀의</a:t>
            </a:r>
            <a:r>
              <a:rPr dirty="0"/>
              <a:t> </a:t>
            </a:r>
            <a:r>
              <a:rPr dirty="0" err="1"/>
              <a:t>표준화</a:t>
            </a:r>
            <a:r>
              <a:rPr dirty="0"/>
              <a:t> </a:t>
            </a:r>
            <a:r>
              <a:rPr dirty="0" err="1"/>
              <a:t>계수</a:t>
            </a:r>
            <a:r>
              <a:rPr dirty="0"/>
              <a:t> (</a:t>
            </a:r>
            <a:r>
              <a:rPr dirty="0" err="1"/>
              <a:t>age_std</a:t>
            </a:r>
            <a:r>
              <a:rPr dirty="0"/>
              <a:t>, </a:t>
            </a:r>
            <a:r>
              <a:rPr dirty="0" err="1"/>
              <a:t>height_std</a:t>
            </a:r>
            <a:r>
              <a:rPr dirty="0"/>
              <a:t>, </a:t>
            </a:r>
            <a:r>
              <a:rPr dirty="0" err="1"/>
              <a:t>weight_std</a:t>
            </a:r>
            <a:r>
              <a:rPr dirty="0"/>
              <a:t>, </a:t>
            </a:r>
            <a:r>
              <a:rPr dirty="0" err="1"/>
              <a:t>sex_m</a:t>
            </a:r>
            <a:r>
              <a:rPr dirty="0"/>
              <a:t>). |coefficient| </a:t>
            </a:r>
            <a:r>
              <a:rPr dirty="0" err="1"/>
              <a:t>기준으로</a:t>
            </a:r>
            <a:r>
              <a:rPr dirty="0"/>
              <a:t> weight(1.5382) &gt; </a:t>
            </a:r>
            <a:r>
              <a:rPr dirty="0" err="1"/>
              <a:t>sex_M</a:t>
            </a:r>
            <a:r>
              <a:rPr dirty="0"/>
              <a:t>(-1.6348 -- </a:t>
            </a:r>
            <a:r>
              <a:rPr dirty="0" err="1"/>
              <a:t>절댓값은</a:t>
            </a:r>
            <a:r>
              <a:rPr dirty="0"/>
              <a:t> 더 </a:t>
            </a:r>
            <a:r>
              <a:rPr dirty="0" err="1"/>
              <a:t>크지만</a:t>
            </a:r>
            <a:r>
              <a:rPr dirty="0"/>
              <a:t> </a:t>
            </a:r>
            <a:r>
              <a:rPr dirty="0" err="1"/>
              <a:t>이진변수라</a:t>
            </a:r>
            <a:r>
              <a:rPr dirty="0"/>
              <a:t> </a:t>
            </a:r>
            <a:r>
              <a:rPr dirty="0" err="1"/>
              <a:t>단위가</a:t>
            </a:r>
            <a:r>
              <a:rPr dirty="0"/>
              <a:t> </a:t>
            </a:r>
            <a:r>
              <a:rPr dirty="0" err="1"/>
              <a:t>다름</a:t>
            </a:r>
            <a:r>
              <a:rPr dirty="0"/>
              <a:t>) &gt; age(0.7805) &gt; height(0.38) </a:t>
            </a:r>
            <a:r>
              <a:rPr dirty="0" err="1"/>
              <a:t>순으로</a:t>
            </a:r>
            <a:r>
              <a:rPr dirty="0"/>
              <a:t>, </a:t>
            </a:r>
            <a:r>
              <a:rPr dirty="0" err="1"/>
              <a:t>체중이</a:t>
            </a:r>
            <a:r>
              <a:rPr dirty="0"/>
              <a:t> </a:t>
            </a:r>
            <a:r>
              <a:rPr dirty="0" err="1"/>
              <a:t>연속형</a:t>
            </a:r>
            <a:r>
              <a:rPr dirty="0"/>
              <a:t> </a:t>
            </a:r>
            <a:r>
              <a:rPr dirty="0" err="1"/>
              <a:t>변수</a:t>
            </a:r>
            <a:r>
              <a:rPr dirty="0"/>
              <a:t> 중 low-SMI </a:t>
            </a:r>
            <a:r>
              <a:rPr dirty="0" err="1"/>
              <a:t>예측에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큰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준다</a:t>
            </a:r>
            <a:r>
              <a:rPr dirty="0"/>
              <a:t>. </a:t>
            </a:r>
            <a:r>
              <a:rPr dirty="0" err="1"/>
              <a:t>sex_M</a:t>
            </a:r>
            <a:r>
              <a:rPr dirty="0"/>
              <a:t> </a:t>
            </a:r>
            <a:r>
              <a:rPr dirty="0" err="1"/>
              <a:t>계수가</a:t>
            </a:r>
            <a:r>
              <a:rPr dirty="0"/>
              <a:t> </a:t>
            </a:r>
            <a:r>
              <a:rPr dirty="0" err="1"/>
              <a:t>음수인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cutoff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성별로</a:t>
            </a:r>
            <a:r>
              <a:rPr dirty="0"/>
              <a:t> </a:t>
            </a:r>
            <a:r>
              <a:rPr dirty="0" err="1"/>
              <a:t>다르게</a:t>
            </a:r>
            <a:r>
              <a:rPr dirty="0"/>
              <a:t> </a:t>
            </a:r>
            <a:r>
              <a:rPr dirty="0" err="1"/>
              <a:t>설정되어</a:t>
            </a:r>
            <a:r>
              <a:rPr dirty="0"/>
              <a:t> </a:t>
            </a:r>
            <a:r>
              <a:rPr dirty="0" err="1"/>
              <a:t>있기</a:t>
            </a:r>
            <a:r>
              <a:rPr dirty="0"/>
              <a:t> </a:t>
            </a:r>
            <a:r>
              <a:rPr dirty="0" err="1"/>
              <a:t>때문</a:t>
            </a:r>
            <a:r>
              <a:rPr dirty="0"/>
              <a:t>(M: SMI&lt;45.4, F: SMI&lt;34.4) -- </a:t>
            </a:r>
            <a:r>
              <a:rPr dirty="0" err="1"/>
              <a:t>남성이</a:t>
            </a:r>
            <a:r>
              <a:rPr dirty="0"/>
              <a:t> </a:t>
            </a:r>
            <a:r>
              <a:rPr dirty="0" err="1"/>
              <a:t>저근감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더 </a:t>
            </a:r>
            <a:r>
              <a:rPr dirty="0" err="1"/>
              <a:t>어렵게</a:t>
            </a:r>
            <a:r>
              <a:rPr dirty="0"/>
              <a:t>(즉 </a:t>
            </a:r>
            <a:r>
              <a:rPr dirty="0" err="1"/>
              <a:t>남성이면</a:t>
            </a:r>
            <a:r>
              <a:rPr dirty="0"/>
              <a:t> log-</a:t>
            </a:r>
            <a:r>
              <a:rPr dirty="0" err="1"/>
              <a:t>odds가</a:t>
            </a:r>
            <a:r>
              <a:rPr dirty="0"/>
              <a:t> </a:t>
            </a:r>
            <a:r>
              <a:rPr dirty="0" err="1"/>
              <a:t>낮아지게</a:t>
            </a:r>
            <a:r>
              <a:rPr dirty="0"/>
              <a:t>)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성별</a:t>
            </a:r>
            <a:r>
              <a:rPr dirty="0"/>
              <a:t> </a:t>
            </a:r>
            <a:r>
              <a:rPr dirty="0" err="1"/>
              <a:t>보정으로</a:t>
            </a:r>
            <a:r>
              <a:rPr dirty="0"/>
              <a:t> </a:t>
            </a:r>
            <a:r>
              <a:rPr dirty="0" err="1"/>
              <a:t>이해해야</a:t>
            </a:r>
            <a:r>
              <a:rPr dirty="0"/>
              <a:t> </a:t>
            </a:r>
            <a:r>
              <a:rPr dirty="0" err="1"/>
              <a:t>하며</a:t>
            </a:r>
            <a:r>
              <a:rPr dirty="0"/>
              <a:t>, '</a:t>
            </a:r>
            <a:r>
              <a:rPr dirty="0" err="1"/>
              <a:t>남성이</a:t>
            </a:r>
            <a:r>
              <a:rPr dirty="0"/>
              <a:t> </a:t>
            </a:r>
            <a:r>
              <a:rPr dirty="0" err="1"/>
              <a:t>근감소</a:t>
            </a:r>
            <a:r>
              <a:rPr dirty="0"/>
              <a:t> </a:t>
            </a:r>
            <a:r>
              <a:rPr dirty="0" err="1"/>
              <a:t>위험이</a:t>
            </a:r>
            <a:r>
              <a:rPr dirty="0"/>
              <a:t> </a:t>
            </a:r>
            <a:r>
              <a:rPr dirty="0" err="1"/>
              <a:t>낮다'는</a:t>
            </a:r>
            <a:r>
              <a:rPr dirty="0"/>
              <a:t> </a:t>
            </a:r>
            <a:r>
              <a:rPr dirty="0" err="1"/>
              <a:t>임상적</a:t>
            </a:r>
            <a:r>
              <a:rPr dirty="0"/>
              <a:t> </a:t>
            </a:r>
            <a:r>
              <a:rPr dirty="0" err="1"/>
              <a:t>의미로</a:t>
            </a:r>
            <a:r>
              <a:rPr dirty="0"/>
              <a:t> </a:t>
            </a:r>
            <a:r>
              <a:rPr dirty="0" err="1"/>
              <a:t>해석하면</a:t>
            </a:r>
            <a:r>
              <a:rPr dirty="0"/>
              <a:t> 안 </a:t>
            </a:r>
            <a:r>
              <a:rPr dirty="0" err="1"/>
              <a:t>된다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070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8A4A-BF4E-A68A-5F1E-D49EEEC9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F0313-5111-4925-AA40-28B406CA5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319D1-9A0E-DBAD-CCE8-E1B5256FF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9B80-65F7-EA25-0B41-27D543607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9894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37CA-0C20-2687-AB6B-CE68A6A85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D04ED-FE61-9CCA-B9C6-676C6D2CD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2D524-6532-F60E-0B49-893FBEF47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09A5-7892-805A-75E0-73F2E96D9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3282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05B2-A79F-8661-E357-F9BB84A4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769E3-E370-0C68-13EA-8658D9D4D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396E1-ECB7-F907-6AF5-933C6769C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7F5C5-905A-BDF3-048F-32BC8C4A8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239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산출: code/stage2_model_branch_ablation.py (outputs/stage2_model_branch_ablation/branch_variant_comparison.xlsx, clinical_branch 시트).</a:t>
            </a:r>
          </a:p>
          <a:p>
            <a:r>
              <a:t>동일 OOF(5-fold)/frozen-external 프로토콜에서 ClinicalBranch만 mlp/linear/frozen_lr 3가지로 교체, AecBranch/fusion head는 고정.</a:t>
            </a:r>
          </a:p>
          <a:p>
            <a:r>
              <a:t>AUC(screen-positive OOF, frozen_lr) internal 0.738, external 0.750 -- AUC 비교는 marker의 incremental value 검출에 저출력이라(Pepe 2004; Pencina 2008) Net NRI/McNemar를 1차 지표로 채택.</a:t>
            </a:r>
          </a:p>
          <a:p>
            <a:r>
              <a:t>frozen_lr 채택 후 code/stage2_model.py의 CLIN_BRANCH_VARIANT 기본값을 frozen_lr로 유지, outputs/stage2_model/ 재실행(슬라이드8 수치가 이 결과).</a:t>
            </a:r>
          </a:p>
          <a:p>
            <a:r>
              <a:t>[업데이트, 2026-07-22] Stage-1 score를 predict_proba에서 decision_function(log-odds)으로 전환 + 표준화 fix 반영(fit_score_standardizer, internal에서 fit해 external엔 frozen 적용) 후 재실행 -- 표의 frozen_lr 행(0 params)은 이 재실행 결과로 갱신함(Net NRI internal +71/external +34). 이번 재실행에서 build_clin_tensor()의 frozen_lr 케이스가 raw score를 그대로 쓰던 버그와, run_aec_variant()가 internal/external 표준화를 따로 fit하던 버그(frozen-transfer 원칙 위반)를 함께 수정함. mlp/linear 행은 Stage-1 score를 쓰지 않는 구조라 이 fix와 무관하며, 이번 재실행에서도 수치가 이전(+38/+10, +29/+23)과 거의 동일함(재현성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[업데이트, 2026-07-22] Stage-1 score를 predict_proba에서 decision_function(log-odds)으로 전환 + 표준화 fix 반영 후 code/stage2_model_branch_ablation.py 재실행. clin_variant는 frozen_lr(표준화 반영)로 고정, AecBranch만 4가지로 교체. 이번 재실행에서 run_aec_variant()가 internal/external 표준화를 따로 fit하던 버그(frozen-transfer 원칙 위반)도 함께 수정함.</a:t>
            </a:r>
          </a:p>
          <a:p>
            <a:r>
              <a:t>convpool(채택, 400 params): AUC 0.738/0.750, Net NRI internal +71 / external +34, NI PASS/PASS.</a:t>
            </a:r>
          </a:p>
          <a:p>
            <a:r>
              <a:t>convpool_avgmax(1,248 params): AUC 0.734/0.750, Net NRI internal +38 / external +65(가장 높음) -- 하지만 external sens 92.9%-&gt;87.9%로 NI floor(88.3%, stage1-only sens*0.95) 미달 -- FAIL. th는 internal OOF에서만 NI-최적화되므로 external 전이에서 NI를 보장하지 않는다는 걸 보여주는 사례 -- 높은 Net NRI만으로 채택 불가, 안전성 기준(NI test)이 우선.</a:t>
            </a:r>
          </a:p>
          <a:p>
            <a:r>
              <a:t>handcrafted(128 params): AUC 0.731/0.752, Net NRI internal +50 / external +28, NI PASS/PASS -- convpool보다 internal이 낮고 external도 근소하게 낮음.</a:t>
            </a:r>
          </a:p>
          <a:p>
            <a:r>
              <a:t>convflat(33,504 params): AUC 0.719/0.741, Net NRI internal +38 / external +1, NI PASS/PASS -- screen-positive 학습 표본(internal n=564, TP=117/FP=447 -- Stage-2는 Stage-1 predicted-positive만 다루므로 전체 코호트 n=1090이 아니라 이 564명이 실제 학습/5-fold OOF 대상, fold당 train~451/val~113)에 과적합, external 재분류 후보를 거의 찾지 못함(threshold 통과 자체가 거의 없음).</a:t>
            </a:r>
          </a:p>
          <a:p>
            <a:r>
              <a:t>결론(유지): NI 기준을 통과하는 후보들(convpool/handcrafted/convflat) 중 convpool이 internal/external 모두 최우수 -- 현재 stage2_model.py 기본 아키텍처(frozen Stage-1 LR + GlobalAvgPool 1D-CNN) 유지가 타당함. convpool_avgmax는 재검토 대상에서 제외(external NI FAIL).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/>
              </a:rPr>
              <a:t>Results of Residual Algorithm</a:t>
            </a:r>
            <a:endParaRPr sz="2400" b="1" dirty="0">
              <a:solidFill>
                <a:schemeClr val="bg1"/>
              </a:solidFill>
              <a:latin typeface="KoPub돋움체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2026. 07.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24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26C0-E69E-C194-4D15-4398B972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FC9-B52B-FBE4-B31A-9F4816F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B16767E-149D-831B-AF7B-A6F405D5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6115565" cy="5063066"/>
          </a:xfrm>
        </p:spPr>
        <p:txBody>
          <a:bodyPr/>
          <a:lstStyle/>
          <a:p>
            <a:r>
              <a:rPr lang="en-US" altLang="ko-KR" dirty="0"/>
              <a:t>Stage 1</a:t>
            </a:r>
          </a:p>
          <a:p>
            <a:pPr lvl="1"/>
            <a:r>
              <a:rPr lang="en-US" altLang="ko-KR" sz="1600" dirty="0"/>
              <a:t>Clinic [Sex, Age, Height, Weight]</a:t>
            </a:r>
            <a:r>
              <a:rPr lang="ko-KR" altLang="en-US" sz="1600" dirty="0"/>
              <a:t>로 성별에 따른 </a:t>
            </a:r>
            <a:r>
              <a:rPr lang="en-US" altLang="ko-KR" sz="1600" dirty="0"/>
              <a:t>low-SMI </a:t>
            </a:r>
            <a:r>
              <a:rPr lang="ko-KR" altLang="en-US" sz="1600" dirty="0"/>
              <a:t>분류</a:t>
            </a:r>
            <a:r>
              <a:rPr lang="en-US" altLang="ko-KR" sz="1600" dirty="0"/>
              <a:t> (M: </a:t>
            </a:r>
            <a:r>
              <a:rPr lang="en-US" altLang="ko-KR" sz="1600" dirty="0" err="1"/>
              <a:t>smi</a:t>
            </a:r>
            <a:r>
              <a:rPr lang="ko-KR" altLang="en-US" sz="1600" dirty="0"/>
              <a:t> </a:t>
            </a:r>
            <a:r>
              <a:rPr lang="en-US" altLang="ko-KR" sz="1600" dirty="0"/>
              <a:t>&lt; 45.4, F: </a:t>
            </a:r>
            <a:r>
              <a:rPr lang="en-US" altLang="ko-KR" sz="1600" dirty="0" err="1"/>
              <a:t>smi</a:t>
            </a:r>
            <a:r>
              <a:rPr lang="en-US" altLang="ko-KR" sz="1600" dirty="0"/>
              <a:t> &lt; 34.4) </a:t>
            </a:r>
          </a:p>
          <a:p>
            <a:pPr lvl="1"/>
            <a:r>
              <a:rPr lang="en-US" altLang="ko-KR" sz="1600" dirty="0"/>
              <a:t>Sensitivity 90</a:t>
            </a:r>
            <a:r>
              <a:rPr lang="ko-KR" altLang="en-US" sz="1600" dirty="0"/>
              <a:t>인 </a:t>
            </a:r>
            <a:r>
              <a:rPr lang="en-US" altLang="ko-KR" sz="1600" dirty="0"/>
              <a:t>Cutoff</a:t>
            </a:r>
            <a:r>
              <a:rPr lang="ko-KR" altLang="en-US" sz="1600" dirty="0"/>
              <a:t>로 </a:t>
            </a:r>
            <a:r>
              <a:rPr lang="en-US" altLang="ko-KR" sz="1600" dirty="0"/>
              <a:t>Confusion Matrix </a:t>
            </a:r>
            <a:r>
              <a:rPr lang="ko-KR" altLang="en-US" sz="1600" dirty="0"/>
              <a:t>확인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C264B1-4288-3E34-F029-AF4C93DB4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217" y="3175488"/>
            <a:ext cx="6623565" cy="318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D39F-82A4-2062-A90D-98DE675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C404-E574-98DE-4895-973685A1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C3B1D46-CDA6-7CAD-8EE8-C21EE46A3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2344"/>
              </p:ext>
            </p:extLst>
          </p:nvPr>
        </p:nvGraphicFramePr>
        <p:xfrm>
          <a:off x="2391145" y="1421554"/>
          <a:ext cx="7409710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1942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448035793"/>
                    </a:ext>
                  </a:extLst>
                </a:gridCol>
                <a:gridCol w="1481942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Internal FP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External FP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85%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350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337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398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Sens 95%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582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529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178735-E09B-D874-3F88-A1E9C45D0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20458"/>
              </p:ext>
            </p:extLst>
          </p:nvPr>
        </p:nvGraphicFramePr>
        <p:xfrm>
          <a:off x="1191369" y="3312042"/>
          <a:ext cx="9809262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2558">
                  <a:extLst>
                    <a:ext uri="{9D8B030D-6E8A-4147-A177-3AD203B41FA5}">
                      <a16:colId xmlns:a16="http://schemas.microsoft.com/office/drawing/2014/main" val="246698847"/>
                    </a:ext>
                  </a:extLst>
                </a:gridCol>
                <a:gridCol w="2340936">
                  <a:extLst>
                    <a:ext uri="{9D8B030D-6E8A-4147-A177-3AD203B41FA5}">
                      <a16:colId xmlns:a16="http://schemas.microsoft.com/office/drawing/2014/main" val="2251027616"/>
                    </a:ext>
                  </a:extLst>
                </a:gridCol>
                <a:gridCol w="2711303">
                  <a:extLst>
                    <a:ext uri="{9D8B030D-6E8A-4147-A177-3AD203B41FA5}">
                      <a16:colId xmlns:a16="http://schemas.microsoft.com/office/drawing/2014/main" val="1217842442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119475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구간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ΔFN (</a:t>
                      </a:r>
                      <a:r>
                        <a:rPr lang="ko-KR" altLang="en-US" sz="1400" dirty="0"/>
                        <a:t>놓치는 환자 감소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ΔFP (</a:t>
                      </a:r>
                      <a:r>
                        <a:rPr lang="ko-KR" altLang="en-US" sz="1400" dirty="0"/>
                        <a:t>불필요 정밀검사 증가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FN 1</a:t>
                      </a:r>
                      <a:r>
                        <a:rPr lang="ko-KR" altLang="en-US" sz="1400" dirty="0"/>
                        <a:t>명 줄이는데 드는 </a:t>
                      </a:r>
                      <a:r>
                        <a:rPr lang="en-US" altLang="ko-KR" sz="1400" dirty="0"/>
                        <a:t>FP </a:t>
                      </a:r>
                      <a:r>
                        <a:rPr lang="ko-KR" altLang="en-US" sz="1400" dirty="0"/>
                        <a:t>비용</a:t>
                      </a:r>
                    </a:p>
                  </a:txBody>
                  <a:tcPr anchor="ctr"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9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+97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13.9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2670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85%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90%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-7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+61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8.7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56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(internal)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+135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22.5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663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90%</a:t>
                      </a:r>
                      <a:r>
                        <a:rPr lang="ko-KR" altLang="en-US" sz="1400" dirty="0"/>
                        <a:t>→</a:t>
                      </a:r>
                      <a:r>
                        <a:rPr lang="en-US" altLang="ko-KR" sz="1400" dirty="0"/>
                        <a:t>95% (external)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+131</a:t>
                      </a:r>
                      <a:endParaRPr lang="ko-KR" altLang="en-US" sz="1400" dirty="0"/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26.2</a:t>
                      </a:r>
                      <a:r>
                        <a:rPr lang="ko-KR" altLang="en-US" sz="1400" dirty="0"/>
                        <a:t>건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63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88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B61D-7E64-8CF1-E551-B99C0CF2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451F-E3AA-9A58-2DD0-035C12DC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dirty="0"/>
          </a:p>
        </p:txBody>
      </p:sp>
      <p:pic>
        <p:nvPicPr>
          <p:cNvPr id="12" name="Picture 11" descr="clinical_only_confusion_matrix_sens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4" y="992773"/>
            <a:ext cx="10432872" cy="521643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A628EAB-B760-F1BF-B989-BB10B23CA891}"/>
              </a:ext>
            </a:extLst>
          </p:cNvPr>
          <p:cNvSpPr/>
          <p:nvPr/>
        </p:nvSpPr>
        <p:spPr>
          <a:xfrm>
            <a:off x="2116183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66C5FC-2E65-1CFE-A413-1C916FE5DEE4}"/>
              </a:ext>
            </a:extLst>
          </p:cNvPr>
          <p:cNvSpPr/>
          <p:nvPr/>
        </p:nvSpPr>
        <p:spPr>
          <a:xfrm>
            <a:off x="7271657" y="1985560"/>
            <a:ext cx="2011680" cy="3944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7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/>
              <a:t>Stage-1 TP vs FP AEC-128 </a:t>
            </a:r>
            <a:r>
              <a:rPr sz="2000" b="1" dirty="0" err="1"/>
              <a:t>곡선</a:t>
            </a:r>
            <a:r>
              <a:rPr sz="2000" b="1" dirty="0"/>
              <a:t> </a:t>
            </a:r>
            <a:r>
              <a:rPr sz="2000" b="1" dirty="0" err="1"/>
              <a:t>비교</a:t>
            </a:r>
            <a:r>
              <a:rPr sz="2000" b="1" dirty="0"/>
              <a:t> (Propensity-matched)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19216"/>
              </p:ext>
            </p:extLst>
          </p:nvPr>
        </p:nvGraphicFramePr>
        <p:xfrm>
          <a:off x="3764159" y="1821709"/>
          <a:ext cx="4679923" cy="1341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1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361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Matched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18"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Gangnam</a:t>
                      </a:r>
                    </a:p>
                    <a:p>
                      <a:pPr algn="ctr"/>
                      <a:r>
                        <a:rPr sz="1400" dirty="0"/>
                        <a:t>(internal)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0.0057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97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18"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Sinchon</a:t>
                      </a:r>
                    </a:p>
                    <a:p>
                      <a:pPr algn="ctr"/>
                      <a:r>
                        <a:rPr sz="1400"/>
                        <a:t>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0.0422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0.0165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/>
                        <a:t>94 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38C2DF-B7CD-0288-0279-A7016A6CEFDB}"/>
              </a:ext>
            </a:extLst>
          </p:cNvPr>
          <p:cNvGrpSpPr/>
          <p:nvPr/>
        </p:nvGrpSpPr>
        <p:grpSpPr>
          <a:xfrm>
            <a:off x="1878741" y="3429000"/>
            <a:ext cx="8434517" cy="2875111"/>
            <a:chOff x="1424174" y="3429000"/>
            <a:chExt cx="8434517" cy="2875111"/>
          </a:xfrm>
        </p:grpSpPr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4174" y="3429001"/>
              <a:ext cx="4209137" cy="2875110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554" y="3429000"/>
              <a:ext cx="4209137" cy="28751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 dirty="0"/>
              <a:t>Stage-2 Late Fusion </a:t>
            </a:r>
            <a:r>
              <a:rPr sz="2200" b="1" dirty="0" err="1"/>
              <a:t>모델</a:t>
            </a:r>
            <a:r>
              <a:rPr sz="2200" b="1" dirty="0"/>
              <a:t> </a:t>
            </a:r>
            <a:r>
              <a:rPr sz="2200" b="1" dirty="0" err="1"/>
              <a:t>구조</a:t>
            </a:r>
            <a:endParaRPr sz="22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093977"/>
            <a:ext cx="4206240" cy="502920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Clinical input (4)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sex_m / age_std / height_std / weight_std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2596897"/>
            <a:ext cx="0" cy="137160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734057"/>
            <a:ext cx="4206240" cy="694942"/>
          </a:xfrm>
          <a:prstGeom prst="round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</a:rPr>
              <a:t>Stage-1 Logistic Regression (frozen)</a:t>
            </a:r>
          </a:p>
          <a:p>
            <a:pPr algn="ctr"/>
            <a:r>
              <a:rPr sz="1050" b="0" dirty="0">
                <a:solidFill>
                  <a:srgbClr val="FFFFFF"/>
                </a:solidFill>
              </a:rPr>
              <a:t>표준화(score) -&gt; </a:t>
            </a:r>
            <a:r>
              <a:rPr sz="1050" b="0" dirty="0" err="1">
                <a:solidFill>
                  <a:srgbClr val="FFFFFF"/>
                </a:solidFill>
              </a:rPr>
              <a:t>z_clin</a:t>
            </a:r>
            <a:r>
              <a:rPr sz="1050" b="0" dirty="0">
                <a:solidFill>
                  <a:srgbClr val="FFFFFF"/>
                </a:solidFill>
              </a:rPr>
              <a:t> (1), 0 </a:t>
            </a:r>
            <a:r>
              <a:rPr sz="1050" b="0" dirty="0" err="1">
                <a:solidFill>
                  <a:srgbClr val="FFFFFF"/>
                </a:solidFill>
              </a:rPr>
              <a:t>학습</a:t>
            </a:r>
            <a:r>
              <a:rPr sz="1050" b="0" dirty="0">
                <a:solidFill>
                  <a:srgbClr val="FFFFFF"/>
                </a:solidFill>
              </a:rPr>
              <a:t> </a:t>
            </a:r>
            <a:r>
              <a:rPr sz="1050" b="0" dirty="0" err="1">
                <a:solidFill>
                  <a:srgbClr val="FFFFFF"/>
                </a:solidFill>
              </a:rPr>
              <a:t>파라미터</a:t>
            </a:r>
            <a:endParaRPr sz="1050" b="0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49440" y="2093977"/>
            <a:ext cx="4389120" cy="50292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AEC-128 input</a:t>
            </a:r>
          </a:p>
          <a:p>
            <a:pPr algn="ctr"/>
            <a:r>
              <a:rPr sz="1100" b="0" dirty="0">
                <a:solidFill>
                  <a:srgbClr val="FFFFFF"/>
                </a:solidFill>
              </a:rPr>
              <a:t>patient-normalized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0" y="2596897"/>
            <a:ext cx="0" cy="137160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0" y="2734056"/>
            <a:ext cx="4389120" cy="694943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 dirty="0">
                <a:solidFill>
                  <a:srgbClr val="FFFFFF"/>
                </a:solidFill>
              </a:rPr>
              <a:t>Conv1d 1→8, k=7 + </a:t>
            </a:r>
            <a:r>
              <a:rPr sz="1100" b="0" dirty="0" err="1">
                <a:solidFill>
                  <a:srgbClr val="FFFFFF"/>
                </a:solidFill>
              </a:rPr>
              <a:t>ReLU</a:t>
            </a:r>
            <a:endParaRPr lang="en-US" sz="1100" b="0" dirty="0">
              <a:solidFill>
                <a:srgbClr val="FFFFFF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FFFF"/>
                </a:solidFill>
              </a:rPr>
              <a:t>Conv1d 8→16, k=5 + </a:t>
            </a:r>
            <a:r>
              <a:rPr lang="en-US" altLang="ko-KR" sz="1100" dirty="0" err="1">
                <a:solidFill>
                  <a:srgbClr val="FFFFFF"/>
                </a:solidFill>
              </a:rPr>
              <a:t>ReLU</a:t>
            </a:r>
            <a:endParaRPr lang="en-US" altLang="ko-KR" sz="1100" dirty="0">
              <a:solidFill>
                <a:srgbClr val="FFFFFF"/>
              </a:solidFill>
            </a:endParaRPr>
          </a:p>
          <a:p>
            <a:pPr algn="ctr"/>
            <a:r>
              <a:rPr lang="en-US" altLang="ko-KR" sz="1100" b="1" dirty="0" err="1">
                <a:solidFill>
                  <a:srgbClr val="FFFFFF"/>
                </a:solidFill>
              </a:rPr>
              <a:t>GlobalAvgPool</a:t>
            </a:r>
            <a:r>
              <a:rPr lang="en-US" altLang="ko-KR" sz="1100" b="1" dirty="0">
                <a:solidFill>
                  <a:srgbClr val="FFFFFF"/>
                </a:solidFill>
              </a:rPr>
              <a:t>(1) → Linear 16→16 + </a:t>
            </a:r>
            <a:r>
              <a:rPr lang="en-US" altLang="ko-KR" sz="1100" b="1" dirty="0" err="1">
                <a:solidFill>
                  <a:srgbClr val="FFFFFF"/>
                </a:solidFill>
              </a:rPr>
              <a:t>ReLU</a:t>
            </a:r>
            <a:r>
              <a:rPr lang="en-US" altLang="ko-KR" sz="1100" b="1" dirty="0">
                <a:solidFill>
                  <a:srgbClr val="FFFFFF"/>
                </a:solidFill>
              </a:rPr>
              <a:t> → </a:t>
            </a:r>
            <a:r>
              <a:rPr lang="en-US" altLang="ko-KR" sz="1100" b="1" dirty="0" err="1">
                <a:solidFill>
                  <a:srgbClr val="FFFFFF"/>
                </a:solidFill>
              </a:rPr>
              <a:t>z_aec</a:t>
            </a:r>
            <a:r>
              <a:rPr lang="en-US" altLang="ko-KR" sz="1100" b="1" dirty="0">
                <a:solidFill>
                  <a:srgbClr val="FFFFFF"/>
                </a:solidFill>
              </a:rPr>
              <a:t> (16)</a:t>
            </a:r>
          </a:p>
        </p:txBody>
      </p:sp>
      <p:cxnSp>
        <p:nvCxnSpPr>
          <p:cNvPr id="14" name="Connector 13"/>
          <p:cNvCxnSpPr>
            <a:cxnSpLocks/>
            <a:stCxn id="6" idx="2"/>
            <a:endCxn id="16" idx="0"/>
          </p:cNvCxnSpPr>
          <p:nvPr/>
        </p:nvCxnSpPr>
        <p:spPr>
          <a:xfrm>
            <a:off x="2834640" y="3428999"/>
            <a:ext cx="3154680" cy="777241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9" idx="2"/>
            <a:endCxn id="16" idx="0"/>
          </p:cNvCxnSpPr>
          <p:nvPr/>
        </p:nvCxnSpPr>
        <p:spPr>
          <a:xfrm flipH="1">
            <a:off x="5989320" y="3428999"/>
            <a:ext cx="3154680" cy="777241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29000" y="4206240"/>
            <a:ext cx="5120640" cy="50292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Concat [z_clin(1), z_aec(16)] (17)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4709159"/>
            <a:ext cx="0" cy="137161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29000" y="4846320"/>
            <a:ext cx="5120640" cy="50292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FFFFFF"/>
                </a:solidFill>
              </a:rPr>
              <a:t>Linear 17→16 + ReLU + Dropout → Linear 16→1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5349240"/>
            <a:ext cx="0" cy="137160"/>
          </a:xfrm>
          <a:prstGeom prst="line">
            <a:avLst/>
          </a:prstGeom>
          <a:ln w="15875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29000" y="5486400"/>
            <a:ext cx="5120640" cy="50292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logit → sigmoid → P(TP | screen-positive)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819656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4472C4"/>
                </a:solidFill>
              </a:rPr>
              <a:t>ClinicalBranch</a:t>
            </a:r>
            <a:r>
              <a:rPr sz="1200" b="1" i="0" dirty="0">
                <a:solidFill>
                  <a:srgbClr val="4472C4"/>
                </a:solidFill>
              </a:rPr>
              <a:t> → frozen Stage-1 LR (0 params)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819656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ED7D31"/>
                </a:solidFill>
              </a:rPr>
              <a:t>A</a:t>
            </a:r>
            <a:r>
              <a:rPr lang="en-US" sz="1200" b="1" dirty="0" err="1">
                <a:solidFill>
                  <a:srgbClr val="ED7D31"/>
                </a:solidFill>
              </a:rPr>
              <a:t>EC</a:t>
            </a:r>
            <a:r>
              <a:rPr sz="1200" b="1" i="0" dirty="0" err="1">
                <a:solidFill>
                  <a:srgbClr val="ED7D31"/>
                </a:solidFill>
              </a:rPr>
              <a:t>Branch</a:t>
            </a:r>
            <a:r>
              <a:rPr sz="1200" b="1" i="0" dirty="0">
                <a:solidFill>
                  <a:srgbClr val="ED7D31"/>
                </a:solidFill>
              </a:rPr>
              <a:t> (1D-CNN, curve </a:t>
            </a:r>
            <a:r>
              <a:rPr sz="1200" b="1" i="0" dirty="0" err="1">
                <a:solidFill>
                  <a:srgbClr val="ED7D31"/>
                </a:solidFill>
              </a:rPr>
              <a:t>전체를</a:t>
            </a:r>
            <a:r>
              <a:rPr sz="1200" b="1" i="0" dirty="0">
                <a:solidFill>
                  <a:srgbClr val="ED7D31"/>
                </a:solidFill>
              </a:rPr>
              <a:t> </a:t>
            </a:r>
            <a:r>
              <a:rPr sz="1200" b="1" i="0" dirty="0" err="1">
                <a:solidFill>
                  <a:srgbClr val="ED7D31"/>
                </a:solidFill>
              </a:rPr>
              <a:t>GAP으로</a:t>
            </a:r>
            <a:r>
              <a:rPr sz="1200" b="1" i="0" dirty="0">
                <a:solidFill>
                  <a:srgbClr val="ED7D31"/>
                </a:solidFill>
              </a:rPr>
              <a:t> </a:t>
            </a:r>
            <a:r>
              <a:rPr sz="1200" b="1" i="0" dirty="0" err="1">
                <a:solidFill>
                  <a:srgbClr val="ED7D31"/>
                </a:solidFill>
              </a:rPr>
              <a:t>요약</a:t>
            </a:r>
            <a:r>
              <a:rPr sz="1200" b="1" i="0" dirty="0">
                <a:solidFill>
                  <a:srgbClr val="ED7D31"/>
                </a:solidFill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604418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595959"/>
                </a:solidFill>
              </a:rPr>
              <a:t>late fusion (concat 후 결합)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 dirty="0"/>
              <a:t>Stage-1 LR score </a:t>
            </a:r>
            <a:r>
              <a:rPr sz="2200" b="1" dirty="0" err="1"/>
              <a:t>표준화</a:t>
            </a:r>
            <a:r>
              <a:rPr sz="2200" b="1" dirty="0"/>
              <a:t> (Clinical Branch, </a:t>
            </a:r>
            <a:r>
              <a:rPr sz="2200" b="1" dirty="0" err="1"/>
              <a:t>frozen_lr</a:t>
            </a:r>
            <a:r>
              <a:rPr sz="2200" b="1" dirty="0"/>
              <a:t>)</a:t>
            </a:r>
          </a:p>
          <a:p>
            <a:pPr lvl="1"/>
            <a:r>
              <a:rPr sz="1800" b="0" dirty="0"/>
              <a:t>raw score(log-odds): </a:t>
            </a:r>
            <a:r>
              <a:rPr sz="1800" b="0" dirty="0" err="1"/>
              <a:t>척도가</a:t>
            </a:r>
            <a:r>
              <a:rPr sz="1800" b="0" dirty="0"/>
              <a:t> 문제 (mean=-1.57, std=0.92, 원점에서 크게 벗어남)</a:t>
            </a:r>
          </a:p>
          <a:p>
            <a:pPr lvl="1"/>
            <a:r>
              <a:rPr sz="1800" b="0" dirty="0" err="1"/>
              <a:t>표준화(z-score) 적용 (internal 기준 mean=-1.5704/std=0.9154 고정)</a:t>
            </a:r>
            <a:endParaRPr sz="1800" b="0" dirty="0"/>
          </a:p>
          <a:p>
            <a:pPr lvl="1"/>
            <a:r>
              <a:rPr sz="1800" b="0" dirty="0" err="1"/>
              <a:t>raw→표준화</a:t>
            </a:r>
            <a:r>
              <a:rPr sz="1800" b="0" dirty="0"/>
              <a:t> Net NRI: internal +49→+71, external 0→+34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45944"/>
              </p:ext>
            </p:extLst>
          </p:nvPr>
        </p:nvGraphicFramePr>
        <p:xfrm>
          <a:off x="3096000" y="3583171"/>
          <a:ext cx="6000000" cy="25530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/>
                        <a:t>raw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/>
                        <a:t>z_clin</a:t>
                      </a:r>
                      <a:endParaRPr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threshold </a:t>
                      </a:r>
                      <a:r>
                        <a:rPr sz="1400" b="0" dirty="0" err="1"/>
                        <a:t>직후</a:t>
                      </a:r>
                      <a:r>
                        <a:rPr sz="1400" b="0" dirty="0"/>
                        <a:t> (min)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-2.7083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-1.243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 err="1"/>
                        <a:t>중앙값</a:t>
                      </a:r>
                      <a:endParaRPr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-1.8144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-0.267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75th pct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-1.0498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+0.569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 err="1"/>
                        <a:t>최고점</a:t>
                      </a:r>
                      <a:r>
                        <a:rPr sz="1400" b="0" dirty="0"/>
                        <a:t> (max)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3.0610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+5.060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FP </a:t>
                      </a:r>
                      <a:r>
                        <a:rPr sz="1400" b="0" dirty="0" err="1"/>
                        <a:t>평균</a:t>
                      </a:r>
                      <a:r>
                        <a:rPr sz="1400" b="0" dirty="0"/>
                        <a:t> (n=447)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-1.7493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-0.195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719"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TP </a:t>
                      </a:r>
                      <a:r>
                        <a:rPr sz="1400" b="0" dirty="0" err="1"/>
                        <a:t>평균</a:t>
                      </a:r>
                      <a:r>
                        <a:rPr sz="1400" b="0" dirty="0"/>
                        <a:t> (n=117)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/>
                        <a:t>-0.8873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+0.746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E867-999D-E74B-26DA-5E08AC9C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8841-7808-5AD1-44DF-79F76087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F983B-FA06-6CA4-C7D2-78C1F756A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 dirty="0" err="1"/>
              <a:t>개별</a:t>
            </a:r>
            <a:r>
              <a:rPr sz="2200" b="1" dirty="0"/>
              <a:t> </a:t>
            </a:r>
            <a:r>
              <a:rPr sz="2200" b="1" dirty="0" err="1"/>
              <a:t>feature는</a:t>
            </a:r>
            <a:r>
              <a:rPr sz="2200" b="1" dirty="0"/>
              <a:t> </a:t>
            </a:r>
            <a:r>
              <a:rPr sz="2200" b="1" dirty="0" err="1"/>
              <a:t>비유의</a:t>
            </a:r>
            <a:r>
              <a:rPr sz="2200" b="1" dirty="0"/>
              <a:t> → Stage-1 LR </a:t>
            </a:r>
            <a:r>
              <a:rPr sz="2200" b="1" dirty="0" err="1"/>
              <a:t>재사용</a:t>
            </a:r>
            <a:r>
              <a:rPr sz="2200" b="1" dirty="0"/>
              <a:t> </a:t>
            </a:r>
            <a:r>
              <a:rPr sz="2200" b="1" dirty="0" err="1"/>
              <a:t>fusion은</a:t>
            </a:r>
            <a:r>
              <a:rPr sz="2200" b="1" dirty="0"/>
              <a:t> </a:t>
            </a:r>
            <a:r>
              <a:rPr sz="2200" b="1" dirty="0" err="1"/>
              <a:t>유의한</a:t>
            </a:r>
            <a:r>
              <a:rPr sz="2200" b="1" dirty="0"/>
              <a:t> FP→TN</a:t>
            </a:r>
          </a:p>
          <a:p>
            <a:pPr lvl="1"/>
            <a:r>
              <a:rPr sz="1800" b="0" dirty="0"/>
              <a:t>Net NRI: internal +71 / external +34</a:t>
            </a:r>
          </a:p>
          <a:p>
            <a:pPr lvl="1"/>
            <a:r>
              <a:rPr sz="1800" b="0" dirty="0"/>
              <a:t>Stage-1 score </a:t>
            </a:r>
            <a:r>
              <a:rPr sz="1800" b="0" dirty="0" err="1"/>
              <a:t>표준화</a:t>
            </a:r>
            <a:r>
              <a:rPr sz="1800" b="0" dirty="0"/>
              <a:t> </a:t>
            </a:r>
            <a:r>
              <a:rPr sz="1800" b="0" dirty="0" err="1"/>
              <a:t>반영</a:t>
            </a:r>
            <a:r>
              <a:rPr sz="1800" b="0" dirty="0"/>
              <a:t> (raw log-odds </a:t>
            </a:r>
            <a:r>
              <a:rPr sz="1800" b="0" dirty="0" err="1"/>
              <a:t>그대로</a:t>
            </a:r>
            <a:r>
              <a:rPr sz="1800" b="0" dirty="0"/>
              <a:t> </a:t>
            </a:r>
            <a:r>
              <a:rPr sz="1800" b="0" dirty="0" err="1"/>
              <a:t>사용</a:t>
            </a:r>
            <a:r>
              <a:rPr sz="1800" b="0" dirty="0"/>
              <a:t> 시 external Net NRI 0 -&gt; </a:t>
            </a:r>
            <a:r>
              <a:rPr sz="1800" b="0" dirty="0" err="1"/>
              <a:t>표준화</a:t>
            </a:r>
            <a:r>
              <a:rPr sz="1800" b="0" dirty="0"/>
              <a:t> 후 +34)</a:t>
            </a:r>
          </a:p>
          <a:p>
            <a:pPr lvl="1"/>
            <a:r>
              <a:rPr lang="en-US" sz="1800" b="0" dirty="0"/>
              <a:t>Spec</a:t>
            </a:r>
            <a:r>
              <a:rPr sz="1800" b="0" dirty="0"/>
              <a:t> </a:t>
            </a:r>
            <a:r>
              <a:rPr sz="1800" b="0" dirty="0" err="1"/>
              <a:t>개선</a:t>
            </a:r>
            <a:r>
              <a:rPr sz="1800" b="0" dirty="0"/>
              <a:t> McNemar p&lt;0.001 (양 </a:t>
            </a:r>
            <a:r>
              <a:rPr sz="1800" b="0" dirty="0" err="1"/>
              <a:t>코호트</a:t>
            </a:r>
            <a:r>
              <a:rPr sz="1800" b="0" dirty="0"/>
              <a:t>)</a:t>
            </a:r>
            <a:r>
              <a:rPr lang="en-US" sz="1800" b="0" dirty="0"/>
              <a:t>, Sens</a:t>
            </a:r>
            <a:r>
              <a:rPr sz="1800" b="0" dirty="0"/>
              <a:t> </a:t>
            </a:r>
            <a:r>
              <a:rPr sz="1800" b="0" dirty="0" err="1"/>
              <a:t>손실</a:t>
            </a:r>
            <a:r>
              <a:rPr sz="1800" b="0" dirty="0"/>
              <a:t> NI margin </a:t>
            </a:r>
            <a:r>
              <a:rPr sz="1800" b="0" dirty="0" err="1"/>
              <a:t>이내</a:t>
            </a:r>
            <a:r>
              <a:rPr sz="1800" b="0" dirty="0"/>
              <a:t> → PASS</a:t>
            </a:r>
          </a:p>
        </p:txBody>
      </p:sp>
      <p:pic>
        <p:nvPicPr>
          <p:cNvPr id="4" name="Picture 3" descr="clinical_vs_aec_assisted_table.png"/>
          <p:cNvPicPr>
            <a:picLocks noChangeAspect="1"/>
          </p:cNvPicPr>
          <p:nvPr/>
        </p:nvPicPr>
        <p:blipFill>
          <a:blip r:embed="rId3"/>
          <a:srcRect t="14257"/>
          <a:stretch>
            <a:fillRect/>
          </a:stretch>
        </p:blipFill>
        <p:spPr>
          <a:xfrm>
            <a:off x="1531176" y="3232298"/>
            <a:ext cx="9129648" cy="29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0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BB4E5-8F3F-87A4-5FDB-5025F575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0E3D-B0CF-EE1C-1EAF-A2B3460F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Plans</a:t>
            </a:r>
            <a:endParaRPr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FAC3E-E19A-9D86-DE71-14B244B9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80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Stage 1 Clinical-only Logistic Regression </a:t>
            </a:r>
            <a:r>
              <a:rPr lang="ko-KR" altLang="en-US" b="1" dirty="0"/>
              <a:t>계수 </a:t>
            </a:r>
            <a:r>
              <a:rPr lang="en-US" altLang="ko-KR" b="1" dirty="0"/>
              <a:t>(</a:t>
            </a:r>
            <a:r>
              <a:rPr lang="ko-KR" altLang="en-US" b="1" dirty="0"/>
              <a:t>표준화 변수 기준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r>
              <a:rPr lang="ko-KR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log-odds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low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-SMI) = 0.7805·age_z + 0.38·height_z + 1.5382·weight_z − 1.6348·sex_M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−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2.9516 </a:t>
            </a:r>
            <a:endParaRPr lang="en-US" altLang="ko-KR" sz="1600" dirty="0"/>
          </a:p>
          <a:p>
            <a:r>
              <a:rPr lang="ko-KR" altLang="en-US" sz="1600" dirty="0"/>
              <a:t>체중</a:t>
            </a:r>
            <a:r>
              <a:rPr lang="en-US" altLang="ko-KR" sz="1600" dirty="0"/>
              <a:t>·</a:t>
            </a:r>
            <a:r>
              <a:rPr lang="ko-KR" altLang="en-US" sz="1600" dirty="0"/>
              <a:t>나이</a:t>
            </a:r>
            <a:r>
              <a:rPr lang="en-US" altLang="ko-KR" sz="1600" dirty="0"/>
              <a:t>·</a:t>
            </a:r>
            <a:r>
              <a:rPr lang="ko-KR" altLang="en-US" sz="1600" dirty="0"/>
              <a:t>키가 클수록 </a:t>
            </a:r>
            <a:r>
              <a:rPr lang="en-US" altLang="ko-KR" sz="1600" dirty="0"/>
              <a:t>low-SMI </a:t>
            </a:r>
            <a:r>
              <a:rPr lang="ko-KR" altLang="en-US" sz="1600" dirty="0"/>
              <a:t>예측 위험도</a:t>
            </a:r>
            <a:r>
              <a:rPr lang="en-US" altLang="ko-KR" sz="1600" dirty="0"/>
              <a:t>(score) </a:t>
            </a:r>
            <a:r>
              <a:rPr lang="ko-KR" altLang="en-US" sz="1600" dirty="0"/>
              <a:t>증가</a:t>
            </a:r>
            <a:r>
              <a:rPr lang="en-US" altLang="ko-KR" sz="1600" dirty="0"/>
              <a:t>, </a:t>
            </a:r>
            <a:r>
              <a:rPr lang="ko-KR" altLang="en-US" sz="1600" dirty="0"/>
              <a:t>남성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sex_M</a:t>
            </a:r>
            <a:r>
              <a:rPr lang="en-US" altLang="ko-KR" sz="1600" dirty="0"/>
              <a:t>)</a:t>
            </a:r>
            <a:r>
              <a:rPr lang="ko-KR" altLang="en-US" sz="1600" dirty="0"/>
              <a:t>이면 감소 </a:t>
            </a:r>
            <a:r>
              <a:rPr lang="en-US" altLang="ko-KR" sz="1600" dirty="0"/>
              <a:t>(</a:t>
            </a:r>
            <a:r>
              <a:rPr lang="ko-KR" altLang="en-US" sz="1600" dirty="0"/>
              <a:t>성별 </a:t>
            </a:r>
            <a:r>
              <a:rPr lang="en-US" altLang="ko-KR" sz="1600" dirty="0"/>
              <a:t>cutoff </a:t>
            </a:r>
            <a:r>
              <a:rPr lang="ko-KR" altLang="en-US" sz="1600" dirty="0"/>
              <a:t>차이 반영</a:t>
            </a:r>
            <a:r>
              <a:rPr lang="en-US" altLang="ko-KR" sz="1600" dirty="0"/>
              <a:t>: M 45.4 vs F 34.4)</a:t>
            </a:r>
            <a:endParaRPr sz="1600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D9BD3D1-1A77-C55A-316D-FA0AF906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78879"/>
              </p:ext>
            </p:extLst>
          </p:nvPr>
        </p:nvGraphicFramePr>
        <p:xfrm>
          <a:off x="776177" y="1713968"/>
          <a:ext cx="3402419" cy="2103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8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계수 (coefficient)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0.7805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0.3800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1.5382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sex_M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-1.6348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</a:t>
                      </a:r>
                      <a:r>
                        <a:rPr sz="1400" dirty="0"/>
                        <a:t>ntercept</a:t>
                      </a:r>
                      <a:r>
                        <a:rPr lang="en-US" sz="1400" dirty="0"/>
                        <a:t>(LR </a:t>
                      </a:r>
                      <a:r>
                        <a:rPr lang="ko-KR" altLang="en-US" sz="1400" dirty="0"/>
                        <a:t>절편</a:t>
                      </a:r>
                      <a:r>
                        <a:rPr lang="en-US" sz="1400" dirty="0"/>
                        <a:t>)</a:t>
                      </a:r>
                      <a:endParaRPr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-2.9516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3A45-53DB-1D03-067B-82EF4C5C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A5240-5DFE-FDF5-63B9-272153AD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35619"/>
              </p:ext>
            </p:extLst>
          </p:nvPr>
        </p:nvGraphicFramePr>
        <p:xfrm>
          <a:off x="942753" y="2048875"/>
          <a:ext cx="3053533" cy="1431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Gangna</a:t>
                      </a:r>
                      <a:r>
                        <a:rPr lang="en-US" sz="1300" dirty="0"/>
                        <a:t>m</a:t>
                      </a:r>
                    </a:p>
                    <a:p>
                      <a:pPr algn="ctr"/>
                      <a:r>
                        <a:rPr sz="1300" dirty="0"/>
                        <a:t>(internal)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0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Sinchon</a:t>
                      </a:r>
                      <a:endParaRPr lang="en-US" sz="1300" dirty="0"/>
                    </a:p>
                    <a:p>
                      <a:pPr algn="ctr"/>
                      <a:r>
                        <a:rPr sz="1300" dirty="0"/>
                        <a:t>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0.0135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B4C709C8-B4D6-D3DA-ED41-F356D9CE1067}"/>
              </a:ext>
            </a:extLst>
          </p:cNvPr>
          <p:cNvGrpSpPr/>
          <p:nvPr/>
        </p:nvGrpSpPr>
        <p:grpSpPr>
          <a:xfrm>
            <a:off x="4672640" y="1527109"/>
            <a:ext cx="6591005" cy="2360609"/>
            <a:chOff x="4627854" y="3428999"/>
            <a:chExt cx="6632024" cy="2318707"/>
          </a:xfrm>
        </p:grpSpPr>
        <p:pic>
          <p:nvPicPr>
            <p:cNvPr id="6" name="Picture 5" descr="18_aec_curve_tp_vs_t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7854" y="3428999"/>
              <a:ext cx="3394567" cy="2318707"/>
            </a:xfrm>
            <a:prstGeom prst="rect">
              <a:avLst/>
            </a:prstGeom>
          </p:spPr>
        </p:pic>
        <p:pic>
          <p:nvPicPr>
            <p:cNvPr id="7" name="Picture 6" descr="18_aec_curve_tp_vs_t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5311" y="3428999"/>
              <a:ext cx="3394567" cy="2318707"/>
            </a:xfrm>
            <a:prstGeom prst="rect">
              <a:avLst/>
            </a:prstGeom>
          </p:spPr>
        </p:pic>
      </p:grp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BF4D3371-029E-CBE3-E038-FE8F04EF5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43305"/>
              </p:ext>
            </p:extLst>
          </p:nvPr>
        </p:nvGraphicFramePr>
        <p:xfrm>
          <a:off x="928355" y="4333193"/>
          <a:ext cx="3067931" cy="1432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Cohort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curve RMSD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Gangnam
(internal)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0.0287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Sinchon
(external)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0.0045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C642C770-CC23-8B19-F687-EDD106359F7B}"/>
              </a:ext>
            </a:extLst>
          </p:cNvPr>
          <p:cNvGrpSpPr>
            <a:grpSpLocks noChangeAspect="1"/>
          </p:cNvGrpSpPr>
          <p:nvPr/>
        </p:nvGrpSpPr>
        <p:grpSpPr>
          <a:xfrm>
            <a:off x="4672640" y="4033403"/>
            <a:ext cx="6591005" cy="2251039"/>
            <a:chOff x="5185763" y="3550000"/>
            <a:chExt cx="6788238" cy="2318400"/>
          </a:xfrm>
        </p:grpSpPr>
        <p:pic>
          <p:nvPicPr>
            <p:cNvPr id="12" name="Picture 5" descr="17_aec_curve_fp_vs_tn.png">
              <a:extLst>
                <a:ext uri="{FF2B5EF4-FFF2-40B4-BE49-F238E27FC236}">
                  <a16:creationId xmlns:a16="http://schemas.microsoft.com/office/drawing/2014/main" id="{D8AEA2E2-E549-45E9-54B7-897ADFD59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5763" y="3550000"/>
              <a:ext cx="3394119" cy="2318400"/>
            </a:xfrm>
            <a:prstGeom prst="rect">
              <a:avLst/>
            </a:prstGeom>
          </p:spPr>
        </p:pic>
        <p:pic>
          <p:nvPicPr>
            <p:cNvPr id="13" name="Picture 6" descr="17_aec_curve_fp_vs_tn.png">
              <a:extLst>
                <a:ext uri="{FF2B5EF4-FFF2-40B4-BE49-F238E27FC236}">
                  <a16:creationId xmlns:a16="http://schemas.microsoft.com/office/drawing/2014/main" id="{A067D7BC-8B07-4215-580C-7B547CD1E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79882" y="3550000"/>
              <a:ext cx="3394119" cy="231840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E3CE72B-5F74-4979-D0F9-4FC1DCECCB27}"/>
              </a:ext>
            </a:extLst>
          </p:cNvPr>
          <p:cNvSpPr txBox="1"/>
          <p:nvPr/>
        </p:nvSpPr>
        <p:spPr>
          <a:xfrm>
            <a:off x="1814288" y="1637011"/>
            <a:ext cx="1310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TP vs TN </a:t>
            </a:r>
            <a:endParaRPr lang="ko-KR" alt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E32C4F-DDD1-2E8C-02C2-6F317C240BC8}"/>
              </a:ext>
            </a:extLst>
          </p:cNvPr>
          <p:cNvSpPr txBox="1"/>
          <p:nvPr/>
        </p:nvSpPr>
        <p:spPr>
          <a:xfrm>
            <a:off x="1807089" y="3897142"/>
            <a:ext cx="1310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FP vs TN </a:t>
            </a:r>
            <a:endParaRPr lang="ko-KR" altLang="en-US" sz="2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213DA017-BC77-8FC8-CC9F-A5957B4D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sz="2000" b="1" dirty="0"/>
              <a:t>Stage-1 AEC-128 </a:t>
            </a:r>
            <a:r>
              <a:rPr sz="2000" b="1" dirty="0" err="1"/>
              <a:t>곡선</a:t>
            </a:r>
            <a:r>
              <a:rPr sz="2000" b="1" dirty="0"/>
              <a:t> </a:t>
            </a:r>
            <a:r>
              <a:rPr sz="2000" b="1" dirty="0" err="1"/>
              <a:t>비교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45595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AE58-49C0-127D-0C3F-3ACEC9D6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782675"/>
            <a:ext cx="11176000" cy="55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CE49BF-7CF5-E58E-B5D1-591778AC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205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286D-8FAB-02A0-0F5D-305111BB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fusion_matrix_final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3" y="782675"/>
            <a:ext cx="11175997" cy="558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7EB816-EA02-5563-8B30-F63F2632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81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/>
              <a:t>Stage-2 Clinical Branch 구조 비교 (mlp / linear / frozen_lr)</a:t>
            </a:r>
          </a:p>
          <a:p>
            <a:pPr lvl="1"/>
            <a:r>
              <a:rPr sz="1800" b="0"/>
              <a:t>Stage-1 LR이 이미 AUC 0.828 확보 → 재학습은 AEC와 학습 용량만 경쟁, 정보 이득 없음</a:t>
            </a:r>
          </a:p>
          <a:p>
            <a:pPr lvl="1"/>
            <a:r>
              <a:rPr sz="1800" b="0"/>
              <a:t>frozen Stage-1 LR score 재사용이 Net NRI 기준 최종 채택</a:t>
            </a:r>
          </a:p>
          <a:p>
            <a:pPr lvl="1"/>
            <a:r>
              <a:rPr sz="1800" b="0"/>
              <a:t>학습 파라미터를 줄일수록(688→80→0) internal Net NRI 개선</a:t>
            </a:r>
          </a:p>
          <a:p>
            <a:pPr lvl="1"/>
            <a:r>
              <a:rPr sz="1800" b="0"/>
              <a:t>Stage-1 score 표준화 반영 후에도 external은 frozen_lr 최우수 (+34, linear +23 상회)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263565"/>
              </p:ext>
            </p:extLst>
          </p:nvPr>
        </p:nvGraphicFramePr>
        <p:xfrm>
          <a:off x="1299654" y="4131732"/>
          <a:ext cx="9592692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65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Clinical Branch 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학습 파라미터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Net NRI (internal)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Net NRI (external)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/>
                        <a:t>mlp</a:t>
                      </a:r>
                      <a:r>
                        <a:rPr sz="1400" b="0" dirty="0"/>
                        <a:t> (Linear(4,32)+</a:t>
                      </a:r>
                      <a:r>
                        <a:rPr sz="1400" b="0" dirty="0" err="1"/>
                        <a:t>ReLU+Dropout+Linear</a:t>
                      </a:r>
                      <a:r>
                        <a:rPr sz="1400" b="0" dirty="0"/>
                        <a:t>(32,16)+</a:t>
                      </a:r>
                      <a:r>
                        <a:rPr sz="1400" b="0" dirty="0" err="1"/>
                        <a:t>ReLU</a:t>
                      </a:r>
                      <a:r>
                        <a:rPr sz="14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+38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+10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dirty="0"/>
                        <a:t>linear (Linear(4,16), </a:t>
                      </a:r>
                      <a:r>
                        <a:rPr sz="1400" b="0" dirty="0" err="1"/>
                        <a:t>비선형</a:t>
                      </a:r>
                      <a:r>
                        <a:rPr sz="1400" b="0" dirty="0"/>
                        <a:t> </a:t>
                      </a:r>
                      <a:r>
                        <a:rPr sz="1400" b="0" dirty="0" err="1"/>
                        <a:t>없음</a:t>
                      </a:r>
                      <a:r>
                        <a:rPr sz="14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+29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/>
                        <a:t>+23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/>
                        <a:t>frozen_lr</a:t>
                      </a:r>
                      <a:r>
                        <a:rPr sz="1400" b="1" dirty="0"/>
                        <a:t> (Stage-1 LR score </a:t>
                      </a:r>
                      <a:r>
                        <a:rPr sz="1400" b="1" dirty="0" err="1"/>
                        <a:t>표준화</a:t>
                      </a:r>
                      <a:r>
                        <a:rPr sz="1400" b="1" dirty="0"/>
                        <a:t>, </a:t>
                      </a:r>
                      <a:r>
                        <a:rPr sz="1400" b="1" dirty="0" err="1"/>
                        <a:t>채택</a:t>
                      </a:r>
                      <a:r>
                        <a:rPr sz="1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+71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+34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/>
              <a:t>Stage-2 AEC Branch 구조 비교 (convpool / convpool_avgmax / handcrafted / convflat)</a:t>
            </a:r>
          </a:p>
          <a:p>
            <a:pPr lvl="1"/>
            <a:r>
              <a:rPr sz="1800" b="0"/>
              <a:t>곡선 국소 shape는 학습이 필요, 요약통계로 대체 불가 → GAP CNN만 과적합 없이 포착(internal n=564, TP=117)</a:t>
            </a:r>
          </a:p>
          <a:p>
            <a:pPr lvl="1"/>
            <a:r>
              <a:rPr sz="1800" b="0"/>
              <a:t>GlobalAvgPool 1D-CNN(현재 구조)이 AUC·Net NRI 모두 최우수 → 최종 채택</a:t>
            </a:r>
          </a:p>
          <a:p>
            <a:pPr lvl="1"/>
            <a:r>
              <a:rPr sz="1800" b="0"/>
              <a:t>convpool_avgmax는 external Net NRI +65로 최고이나 NI FAIL(sens 87.9%&lt;floor 88.3%) → 채택 결론 불변</a:t>
            </a:r>
          </a:p>
          <a:p>
            <a:pPr lvl="1"/>
            <a:r>
              <a:rPr sz="1800" b="0"/>
              <a:t>pooling 제거(convflat)·handcrafted 통계량 모두 성능 저하 → 현재 구조 유지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938044"/>
              </p:ext>
            </p:extLst>
          </p:nvPr>
        </p:nvGraphicFramePr>
        <p:xfrm>
          <a:off x="802417" y="4401879"/>
          <a:ext cx="10587166" cy="19201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50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32"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AEC Branch 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파라미터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AUC (internal/external)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Net NRI (internal)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Net NRI (external)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pPr algn="l"/>
                      <a:r>
                        <a:rPr sz="1300" b="1" dirty="0" err="1"/>
                        <a:t>convpool</a:t>
                      </a:r>
                      <a:r>
                        <a:rPr sz="1300" b="1" dirty="0"/>
                        <a:t> (</a:t>
                      </a:r>
                      <a:r>
                        <a:rPr sz="1300" b="1" dirty="0" err="1"/>
                        <a:t>GlobalAvgPool</a:t>
                      </a:r>
                      <a:r>
                        <a:rPr sz="1300" b="1" dirty="0"/>
                        <a:t>, </a:t>
                      </a:r>
                      <a:r>
                        <a:rPr sz="1300" b="1" dirty="0" err="1"/>
                        <a:t>채택</a:t>
                      </a:r>
                      <a:r>
                        <a:rPr sz="13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0.738 / 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+71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+34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pPr algn="l"/>
                      <a:r>
                        <a:rPr sz="1300" b="0" dirty="0" err="1"/>
                        <a:t>convpool_avgmax</a:t>
                      </a:r>
                      <a:r>
                        <a:rPr sz="1300" b="0" dirty="0"/>
                        <a:t> (</a:t>
                      </a:r>
                      <a:r>
                        <a:rPr sz="1300" b="0" dirty="0" err="1"/>
                        <a:t>Avg+Max</a:t>
                      </a:r>
                      <a:r>
                        <a:rPr sz="1300" b="0" dirty="0"/>
                        <a:t> pool)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1,248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0.734 / 0.750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+38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+65 (NI FAIL)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pPr algn="l"/>
                      <a:r>
                        <a:rPr sz="1300" b="0" dirty="0"/>
                        <a:t>handcrafted (mean/std/slope/AUC/peak/curvature)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0.731 / 0.752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+50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+28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32">
                <a:tc>
                  <a:txBody>
                    <a:bodyPr/>
                    <a:lstStyle/>
                    <a:p>
                      <a:pPr algn="l"/>
                      <a:r>
                        <a:rPr sz="1300" b="0" dirty="0" err="1"/>
                        <a:t>convflat</a:t>
                      </a:r>
                      <a:r>
                        <a:rPr sz="1300" b="0" dirty="0"/>
                        <a:t> (pooling </a:t>
                      </a:r>
                      <a:r>
                        <a:rPr sz="1300" b="0" dirty="0" err="1"/>
                        <a:t>없이</a:t>
                      </a:r>
                      <a:r>
                        <a:rPr sz="1300" b="0" dirty="0"/>
                        <a:t> flatten)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33,504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0.719 / 0.741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+38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4997</TotalTime>
  <Words>3763</Words>
  <Application>Microsoft Office PowerPoint</Application>
  <PresentationFormat>와이드스크린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KoPub돋움체 Bold</vt:lpstr>
      <vt:lpstr>Arial</vt:lpstr>
      <vt:lpstr>KoPub돋움체 Medium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Next Plans</vt:lpstr>
      <vt:lpstr>PowerPoint 프레젠테이션</vt:lpstr>
      <vt:lpstr>Appendix</vt:lpstr>
      <vt:lpstr>Appendix</vt:lpstr>
      <vt:lpstr>Appendix</vt:lpstr>
      <vt:lpstr>Appendix</vt:lpstr>
      <vt:lpstr>Appendix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456</cp:revision>
  <dcterms:created xsi:type="dcterms:W3CDTF">2026-04-09T07:05:16Z</dcterms:created>
  <dcterms:modified xsi:type="dcterms:W3CDTF">2026-07-22T08:34:29Z</dcterms:modified>
</cp:coreProperties>
</file>
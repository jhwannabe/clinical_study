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495" r:id="rId3"/>
    <p:sldId id="507" r:id="rId4"/>
    <p:sldId id="481" r:id="rId5"/>
    <p:sldId id="509" r:id="rId6"/>
    <p:sldId id="510" r:id="rId7"/>
    <p:sldId id="511" r:id="rId8"/>
    <p:sldId id="493" r:id="rId9"/>
    <p:sldId id="479" r:id="rId10"/>
    <p:sldId id="512" r:id="rId11"/>
  </p:sldIdLst>
  <p:sldSz cx="12192000" cy="6858000"/>
  <p:notesSz cx="6858000" cy="9144000"/>
  <p:embeddedFontLst>
    <p:embeddedFont>
      <p:font typeface="KoPub돋움체 Bold" panose="00000800000000000000" pitchFamily="2" charset="-127"/>
      <p:bold r:id="rId13"/>
    </p:embeddedFont>
    <p:embeddedFont>
      <p:font typeface="KoPub돋움체 Medium" panose="00000600000000000000" pitchFamily="2" charset="-127"/>
      <p:regular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495"/>
            <p14:sldId id="507"/>
            <p14:sldId id="481"/>
            <p14:sldId id="509"/>
            <p14:sldId id="510"/>
            <p14:sldId id="511"/>
            <p14:sldId id="493"/>
            <p14:sldId id="479"/>
            <p14:sldId id="5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1576" autoAdjust="0"/>
  </p:normalViewPr>
  <p:slideViewPr>
    <p:cSldViewPr snapToGrid="0">
      <p:cViewPr varScale="1">
        <p:scale>
          <a:sx n="161" d="100"/>
          <a:sy n="161" d="100"/>
        </p:scale>
        <p:origin x="23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modSection">
      <pc:chgData name="janghoon jun" userId="056a5883350c2f5e" providerId="LiveId" clId="{6DA654A6-03B0-40F7-A259-B276216985A6}" dt="2026-07-08T06:46:14.575" v="5364"/>
      <pc:docMkLst>
        <pc:docMk/>
      </pc:docMkLst>
      <pc:sldChg chg="modSp mod">
        <pc:chgData name="janghoon jun" userId="056a5883350c2f5e" providerId="LiveId" clId="{6DA654A6-03B0-40F7-A259-B276216985A6}" dt="2026-07-08T05:33:53.531" v="3728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7-08T05:33:53.531" v="3728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33:53.531" v="3728" actId="207"/>
          <ac:spMkLst>
            <pc:docMk/>
            <pc:sldMk cId="0" sldId="256"/>
            <ac:spMk id="3" creationId="{00000000-0000-0000-0000-000000000000}"/>
          </ac:spMkLst>
        </pc:spChg>
      </pc:sldChg>
      <pc:sldChg chg="modSp mod modNotesTx">
        <pc:chgData name="janghoon jun" userId="056a5883350c2f5e" providerId="LiveId" clId="{6DA654A6-03B0-40F7-A259-B276216985A6}" dt="2026-07-07T05:53:01.136" v="2952" actId="20577"/>
        <pc:sldMkLst>
          <pc:docMk/>
          <pc:sldMk cId="1998851532" sldId="256"/>
        </pc:sldMkLst>
        <pc:spChg chg="mod">
          <ac:chgData name="janghoon jun" userId="056a5883350c2f5e" providerId="LiveId" clId="{6DA654A6-03B0-40F7-A259-B276216985A6}" dt="2026-07-07T05:52:56.148" v="2948" actId="2057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anghoon jun" userId="056a5883350c2f5e" providerId="LiveId" clId="{6DA654A6-03B0-40F7-A259-B276216985A6}" dt="2026-07-07T05:53:01.136" v="2952" actId="20577"/>
          <ac:spMkLst>
            <pc:docMk/>
            <pc:sldMk cId="1998851532" sldId="256"/>
            <ac:spMk id="5" creationId="{94B21C1C-F3A0-440B-961E-968F2C77FB2A}"/>
          </ac:spMkLst>
        </pc:spChg>
      </pc:sldChg>
      <pc:sldChg chg="addSp delSp modSp mod">
        <pc:chgData name="janghoon jun" userId="056a5883350c2f5e" providerId="LiveId" clId="{6DA654A6-03B0-40F7-A259-B276216985A6}" dt="2026-07-08T05:43:45.659" v="4097" actId="15"/>
        <pc:sldMkLst>
          <pc:docMk/>
          <pc:sldMk cId="0" sldId="257"/>
        </pc:sldMkLst>
        <pc:spChg chg="mod">
          <ac:chgData name="janghoon jun" userId="056a5883350c2f5e" providerId="LiveId" clId="{6DA654A6-03B0-40F7-A259-B276216985A6}" dt="2026-07-08T05:34:40.941" v="3768" actId="20577"/>
          <ac:spMkLst>
            <pc:docMk/>
            <pc:sldMk cId="0" sldId="257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32.979" v="3753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janghoon jun" userId="056a5883350c2f5e" providerId="LiveId" clId="{6DA654A6-03B0-40F7-A259-B276216985A6}" dt="2026-07-08T05:43:45.659" v="4097" actId="15"/>
          <ac:spMkLst>
            <pc:docMk/>
            <pc:sldMk cId="0" sldId="257"/>
            <ac:spMk id="9" creationId="{CDE98734-B61B-52A9-4AC8-3A3A0C7E6EAE}"/>
          </ac:spMkLst>
        </pc:spChg>
      </pc:sldChg>
      <pc:sldChg chg="addSp delSp modSp del mod">
        <pc:chgData name="janghoon jun" userId="056a5883350c2f5e" providerId="LiveId" clId="{6DA654A6-03B0-40F7-A259-B276216985A6}" dt="2026-07-08T05:51:26.233" v="4277" actId="47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7-08T05:45:13.417" v="4173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5:51:16.445" v="4274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7-08T05:51:18.243" v="4275" actId="478"/>
          <ac:spMkLst>
            <pc:docMk/>
            <pc:sldMk cId="0" sldId="258"/>
            <ac:spMk id="9" creationId="{EC8AC9C5-BC86-B8DF-827C-DAFEE8EE56B9}"/>
          </ac:spMkLst>
        </pc:spChg>
        <pc:graphicFrameChg chg="mod">
          <ac:chgData name="janghoon jun" userId="056a5883350c2f5e" providerId="LiveId" clId="{6DA654A6-03B0-40F7-A259-B276216985A6}" dt="2026-07-08T05:51:23.393" v="4276" actId="1076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modSp add del mod">
        <pc:chgData name="janghoon jun" userId="056a5883350c2f5e" providerId="LiveId" clId="{6DA654A6-03B0-40F7-A259-B276216985A6}" dt="2026-07-08T05:45:43.786" v="4178" actId="47"/>
        <pc:sldMkLst>
          <pc:docMk/>
          <pc:sldMk cId="0" sldId="259"/>
        </pc:sldMkLst>
        <pc:spChg chg="mod">
          <ac:chgData name="janghoon jun" userId="056a5883350c2f5e" providerId="LiveId" clId="{6DA654A6-03B0-40F7-A259-B276216985A6}" dt="2026-07-08T05:45:29.838" v="4175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7-08T05:46:52.228" v="4185" actId="47"/>
        <pc:sldMkLst>
          <pc:docMk/>
          <pc:sldMk cId="0" sldId="260"/>
        </pc:sldMkLst>
        <pc:spChg chg="mod">
          <ac:chgData name="janghoon jun" userId="056a5883350c2f5e" providerId="LiveId" clId="{6DA654A6-03B0-40F7-A259-B276216985A6}" dt="2026-07-08T05:45:49.064" v="4180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11.423" v="4184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5" creationId="{00000000-0000-0000-0000-000000000000}"/>
          </ac:spMkLst>
        </pc:spChg>
      </pc:sldChg>
      <pc:sldChg chg="addSp delSp modSp mod">
        <pc:chgData name="janghoon jun" userId="056a5883350c2f5e" providerId="LiveId" clId="{6DA654A6-03B0-40F7-A259-B276216985A6}" dt="2026-07-08T06:00:00.079" v="4418" actId="2057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7-08T06:00:00.079" v="4418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47.021" v="4222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23.941" v="4215" actId="1076"/>
          <ac:spMkLst>
            <pc:docMk/>
            <pc:sldMk cId="0" sldId="261"/>
            <ac:spMk id="1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48:11.777" v="4212" actId="47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20.454" v="4214" actId="1076"/>
          <ac:spMkLst>
            <pc:docMk/>
            <pc:sldMk cId="0" sldId="261"/>
            <ac:spMk id="14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5:51:55.537" v="4280" actId="1076"/>
          <ac:grpSpMkLst>
            <pc:docMk/>
            <pc:sldMk cId="0" sldId="261"/>
            <ac:grpSpMk id="15" creationId="{8225C597-6B75-9D97-650E-7B4F65A7A9DF}"/>
          </ac:grpSpMkLst>
        </pc:grpChg>
      </pc:sldChg>
      <pc:sldChg chg="addSp modSp mod">
        <pc:chgData name="janghoon jun" userId="056a5883350c2f5e" providerId="LiveId" clId="{6DA654A6-03B0-40F7-A259-B276216985A6}" dt="2026-07-08T06:00:08.652" v="4442" actId="2057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7-08T06:00:08.652" v="4442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44.035" v="4253" actId="403"/>
          <ac:spMkLst>
            <pc:docMk/>
            <pc:sldMk cId="0" sldId="262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9:40.729" v="4233" actId="164"/>
          <ac:spMkLst>
            <pc:docMk/>
            <pc:sldMk cId="0" sldId="262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9:40.729" v="4233" actId="164"/>
          <ac:spMkLst>
            <pc:docMk/>
            <pc:sldMk cId="0" sldId="262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05.153" v="4240" actId="16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05.153" v="4240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0.135" v="4242" actId="164"/>
          <ac:spMkLst>
            <pc:docMk/>
            <pc:sldMk cId="0" sldId="262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0.135" v="4242" actId="164"/>
          <ac:spMkLst>
            <pc:docMk/>
            <pc:sldMk cId="0" sldId="262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5.213" v="4244" actId="164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5.213" v="4244" actId="16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8.768" v="4246" actId="16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8.768" v="4246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22.367" v="4248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22.367" v="4248" actId="164"/>
          <ac:spMkLst>
            <pc:docMk/>
            <pc:sldMk cId="0" sldId="262"/>
            <ac:spMk id="15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6" creationId="{3A29F5B8-D1C5-25C1-4019-E66D4D1DB8F8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7" creationId="{E075743F-97EA-F673-8801-05CDDD711D66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8" creationId="{E46E2EE2-AC54-9926-16F3-618116102200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9" creationId="{8B7A0DFD-AD14-A910-3A97-B14AE80A740D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20" creationId="{A7102F49-B215-59FC-E07F-7F7931BAEA32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21" creationId="{28228C55-A1D9-5786-00C9-90F6880B21EA}"/>
          </ac:grpSpMkLst>
        </pc:grpChg>
      </pc:sldChg>
      <pc:sldChg chg="modSp mod">
        <pc:chgData name="janghoon jun" userId="056a5883350c2f5e" providerId="LiveId" clId="{6DA654A6-03B0-40F7-A259-B276216985A6}" dt="2026-07-08T06:12:06.137" v="4457" actId="6549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7-08T06:12:06.137" v="4457" actId="6549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6:15.638" v="4353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27.414" v="433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25.067" v="4335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15.690" v="4334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3:47.129" v="431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5:39.223" v="4346" actId="403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2:15.086" v="4460" actId="6549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7-08T06:12:15.086" v="4460" actId="6549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3:33.196" v="4488" actId="403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7-08T05:58:26.645" v="4403" actId="21"/>
          <ac:spMkLst>
            <pc:docMk/>
            <pc:sldMk cId="0" sldId="265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33.196" v="4488" actId="403"/>
          <ac:spMkLst>
            <pc:docMk/>
            <pc:sldMk cId="0" sldId="265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2:30.207" v="4466" actId="6549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7-08T06:12:30.207" v="4466" actId="6549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3:10.717" v="4485" actId="107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7-08T06:12:58.529" v="4479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05.102" v="4484" actId="403"/>
          <ac:spMkLst>
            <pc:docMk/>
            <pc:sldMk cId="0" sldId="267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3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15:18.875" v="4513" actId="20577"/>
        <pc:sldMkLst>
          <pc:docMk/>
          <pc:sldMk cId="0" sldId="268"/>
        </pc:sldMkLst>
        <pc:spChg chg="mod">
          <ac:chgData name="janghoon jun" userId="056a5883350c2f5e" providerId="LiveId" clId="{6DA654A6-03B0-40F7-A259-B276216985A6}" dt="2026-07-08T06:13:46.853" v="4492" actId="21"/>
          <ac:spMkLst>
            <pc:docMk/>
            <pc:sldMk cId="0" sldId="268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59.199" v="4500" actId="403"/>
          <ac:spMkLst>
            <pc:docMk/>
            <pc:sldMk cId="0" sldId="268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18.875" v="4513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2.593" v="4508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2.593" v="4508" actId="1076"/>
          <ac:spMkLst>
            <pc:docMk/>
            <pc:sldMk cId="0" sldId="268"/>
            <ac:spMk id="10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4:40.272" v="4506" actId="478"/>
          <ac:spMkLst>
            <pc:docMk/>
            <pc:sldMk cId="0" sldId="268"/>
            <ac:spMk id="11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4:40.272" v="4506" actId="478"/>
          <ac:spMkLst>
            <pc:docMk/>
            <pc:sldMk cId="0" sldId="268"/>
            <ac:spMk id="1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6:12.063" v="4530" actId="20577"/>
        <pc:sldMkLst>
          <pc:docMk/>
          <pc:sldMk cId="0" sldId="269"/>
        </pc:sldMkLst>
        <pc:spChg chg="mod">
          <ac:chgData name="janghoon jun" userId="056a5883350c2f5e" providerId="LiveId" clId="{6DA654A6-03B0-40F7-A259-B276216985A6}" dt="2026-07-08T06:16:12.063" v="4530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6:30.386" v="4541" actId="20577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7-08T06:16:30.386" v="4541" actId="20577"/>
          <ac:spMkLst>
            <pc:docMk/>
            <pc:sldMk cId="0" sldId="270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2:15.352" v="4772" actId="1410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7-08T06:21:52.005" v="4770" actId="6549"/>
          <ac:spMkLst>
            <pc:docMk/>
            <pc:sldMk cId="0" sldId="271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2:09.905" v="4771" actId="478"/>
          <ac:spMkLst>
            <pc:docMk/>
            <pc:sldMk cId="0" sldId="271"/>
            <ac:spMk id="8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7-08T06:22:15.352" v="4772" actId="14100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modSp del mod">
        <pc:chgData name="janghoon jun" userId="056a5883350c2f5e" providerId="LiveId" clId="{6DA654A6-03B0-40F7-A259-B276216985A6}" dt="2026-07-08T06:30:34.289" v="5114" actId="47"/>
        <pc:sldMkLst>
          <pc:docMk/>
          <pc:sldMk cId="0" sldId="272"/>
        </pc:sldMkLst>
        <pc:spChg chg="mod">
          <ac:chgData name="janghoon jun" userId="056a5883350c2f5e" providerId="LiveId" clId="{6DA654A6-03B0-40F7-A259-B276216985A6}" dt="2026-07-08T06:29:53.099" v="5113" actId="20577"/>
          <ac:spMkLst>
            <pc:docMk/>
            <pc:sldMk cId="0" sldId="272"/>
            <ac:spMk id="2" creationId="{00000000-0000-0000-0000-000000000000}"/>
          </ac:spMkLst>
        </pc:spChg>
      </pc:sldChg>
      <pc:sldChg chg="del">
        <pc:chgData name="janghoon jun" userId="056a5883350c2f5e" providerId="LiveId" clId="{6DA654A6-03B0-40F7-A259-B276216985A6}" dt="2026-07-08T06:30:35.450" v="5115" actId="47"/>
        <pc:sldMkLst>
          <pc:docMk/>
          <pc:sldMk cId="0" sldId="273"/>
        </pc:sldMkLst>
      </pc:sldChg>
      <pc:sldChg chg="modSp del mod">
        <pc:chgData name="janghoon jun" userId="056a5883350c2f5e" providerId="LiveId" clId="{6DA654A6-03B0-40F7-A259-B276216985A6}" dt="2026-07-08T06:31:08.620" v="5160" actId="2696"/>
        <pc:sldMkLst>
          <pc:docMk/>
          <pc:sldMk cId="0" sldId="274"/>
        </pc:sldMkLst>
        <pc:spChg chg="mod">
          <ac:chgData name="janghoon jun" userId="056a5883350c2f5e" providerId="LiveId" clId="{6DA654A6-03B0-40F7-A259-B276216985A6}" dt="2026-07-08T06:31:04.889" v="5159" actId="6549"/>
          <ac:spMkLst>
            <pc:docMk/>
            <pc:sldMk cId="0" sldId="274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0:57.206" v="5116" actId="20577"/>
          <ac:spMkLst>
            <pc:docMk/>
            <pc:sldMk cId="0" sldId="274"/>
            <ac:spMk id="6" creationId="{00000000-0000-0000-0000-000000000000}"/>
          </ac:spMkLst>
        </pc:spChg>
      </pc:sldChg>
      <pc:sldChg chg="add del">
        <pc:chgData name="janghoon jun" userId="056a5883350c2f5e" providerId="LiveId" clId="{6DA654A6-03B0-40F7-A259-B276216985A6}" dt="2026-07-08T06:31:56.362" v="5162" actId="47"/>
        <pc:sldMkLst>
          <pc:docMk/>
          <pc:sldMk cId="2204465617" sldId="274"/>
        </pc:sldMkLst>
      </pc:sldChg>
      <pc:sldChg chg="modSp mod">
        <pc:chgData name="janghoon jun" userId="056a5883350c2f5e" providerId="LiveId" clId="{6DA654A6-03B0-40F7-A259-B276216985A6}" dt="2026-07-08T06:36:05.251" v="5259" actId="6549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7-08T06:36:05.251" v="5259" actId="6549"/>
          <ac:spMkLst>
            <pc:docMk/>
            <pc:sldMk cId="0" sldId="275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4:55.107" v="5229" actId="403"/>
          <ac:spMkLst>
            <pc:docMk/>
            <pc:sldMk cId="0" sldId="275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1:42.349" v="4456" actId="2710"/>
          <ac:spMkLst>
            <pc:docMk/>
            <pc:sldMk cId="0" sldId="275"/>
            <ac:spMk id="6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36:41.780" v="5282" actId="6549"/>
        <pc:sldMkLst>
          <pc:docMk/>
          <pc:sldMk cId="0" sldId="276"/>
        </pc:sldMkLst>
        <pc:spChg chg="mod">
          <ac:chgData name="janghoon jun" userId="056a5883350c2f5e" providerId="LiveId" clId="{6DA654A6-03B0-40F7-A259-B276216985A6}" dt="2026-07-08T06:36:41.780" v="5282" actId="6549"/>
          <ac:spMkLst>
            <pc:docMk/>
            <pc:sldMk cId="0" sldId="27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2.213" v="5235" actId="12789"/>
          <ac:spMkLst>
            <pc:docMk/>
            <pc:sldMk cId="0" sldId="27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2.213" v="5235" actId="12789"/>
          <ac:spMkLst>
            <pc:docMk/>
            <pc:sldMk cId="0" sldId="276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53.551" v="5241" actId="14100"/>
          <ac:spMkLst>
            <pc:docMk/>
            <pc:sldMk cId="0" sldId="276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45.853" v="5240" actId="5793"/>
          <ac:spMkLst>
            <pc:docMk/>
            <pc:sldMk cId="0" sldId="276"/>
            <ac:spMk id="12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7-08T06:36:55.041" v="5301" actId="47"/>
        <pc:sldMkLst>
          <pc:docMk/>
          <pc:sldMk cId="0" sldId="277"/>
        </pc:sldMkLst>
        <pc:spChg chg="mod">
          <ac:chgData name="janghoon jun" userId="056a5883350c2f5e" providerId="LiveId" clId="{6DA654A6-03B0-40F7-A259-B276216985A6}" dt="2026-07-08T06:36:49.167" v="5300" actId="6549"/>
          <ac:spMkLst>
            <pc:docMk/>
            <pc:sldMk cId="0" sldId="277"/>
            <ac:spMk id="2" creationId="{00000000-0000-0000-0000-000000000000}"/>
          </ac:spMkLst>
        </pc:spChg>
      </pc:sldChg>
      <pc:sldChg chg="del">
        <pc:chgData name="janghoon jun" userId="056a5883350c2f5e" providerId="LiveId" clId="{6DA654A6-03B0-40F7-A259-B276216985A6}" dt="2026-07-08T06:37:02.521" v="5302" actId="47"/>
        <pc:sldMkLst>
          <pc:docMk/>
          <pc:sldMk cId="0" sldId="278"/>
        </pc:sldMkLst>
      </pc:sldChg>
      <pc:sldChg chg="del">
        <pc:chgData name="janghoon jun" userId="056a5883350c2f5e" providerId="LiveId" clId="{6DA654A6-03B0-40F7-A259-B276216985A6}" dt="2026-07-08T06:37:15.023" v="5303" actId="47"/>
        <pc:sldMkLst>
          <pc:docMk/>
          <pc:sldMk cId="0" sldId="279"/>
        </pc:sldMkLst>
      </pc:sldChg>
      <pc:sldChg chg="del">
        <pc:chgData name="janghoon jun" userId="056a5883350c2f5e" providerId="LiveId" clId="{6DA654A6-03B0-40F7-A259-B276216985A6}" dt="2026-07-08T06:37:30.780" v="5304" actId="47"/>
        <pc:sldMkLst>
          <pc:docMk/>
          <pc:sldMk cId="0" sldId="280"/>
        </pc:sldMkLst>
      </pc:sldChg>
      <pc:sldChg chg="del">
        <pc:chgData name="janghoon jun" userId="056a5883350c2f5e" providerId="LiveId" clId="{6DA654A6-03B0-40F7-A259-B276216985A6}" dt="2026-07-08T06:38:06.004" v="5305" actId="47"/>
        <pc:sldMkLst>
          <pc:docMk/>
          <pc:sldMk cId="0" sldId="281"/>
        </pc:sldMkLst>
      </pc:sldChg>
      <pc:sldChg chg="modSp mod">
        <pc:chgData name="janghoon jun" userId="056a5883350c2f5e" providerId="LiveId" clId="{6DA654A6-03B0-40F7-A259-B276216985A6}" dt="2026-07-08T06:41:08.663" v="5342"/>
        <pc:sldMkLst>
          <pc:docMk/>
          <pc:sldMk cId="0" sldId="282"/>
        </pc:sldMkLst>
        <pc:spChg chg="mod">
          <ac:chgData name="janghoon jun" userId="056a5883350c2f5e" providerId="LiveId" clId="{6DA654A6-03B0-40F7-A259-B276216985A6}" dt="2026-07-08T06:41:08.663" v="5342"/>
          <ac:spMkLst>
            <pc:docMk/>
            <pc:sldMk cId="0" sldId="282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41.232" v="5311" actId="403"/>
          <ac:spMkLst>
            <pc:docMk/>
            <pc:sldMk cId="0" sldId="282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10" creationId="{00000000-0000-0000-0000-000000000000}"/>
          </ac:spMkLst>
        </pc:spChg>
      </pc:sldChg>
      <pc:sldChg chg="addSp modSp mod">
        <pc:chgData name="janghoon jun" userId="056a5883350c2f5e" providerId="LiveId" clId="{6DA654A6-03B0-40F7-A259-B276216985A6}" dt="2026-07-08T06:40:59.091" v="5338"/>
        <pc:sldMkLst>
          <pc:docMk/>
          <pc:sldMk cId="0" sldId="283"/>
        </pc:sldMkLst>
        <pc:spChg chg="mod">
          <ac:chgData name="janghoon jun" userId="056a5883350c2f5e" providerId="LiveId" clId="{6DA654A6-03B0-40F7-A259-B276216985A6}" dt="2026-07-08T06:40:59.091" v="5338"/>
          <ac:spMkLst>
            <pc:docMk/>
            <pc:sldMk cId="0" sldId="283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55.884" v="5315" actId="164"/>
          <ac:spMkLst>
            <pc:docMk/>
            <pc:sldMk cId="0" sldId="283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55.884" v="5315" actId="164"/>
          <ac:spMkLst>
            <pc:docMk/>
            <pc:sldMk cId="0" sldId="283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0.187" v="5317" actId="164"/>
          <ac:spMkLst>
            <pc:docMk/>
            <pc:sldMk cId="0" sldId="283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0.187" v="5317" actId="164"/>
          <ac:spMkLst>
            <pc:docMk/>
            <pc:sldMk cId="0" sldId="283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3.737" v="5319" actId="164"/>
          <ac:spMkLst>
            <pc:docMk/>
            <pc:sldMk cId="0" sldId="283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3.737" v="5319" actId="164"/>
          <ac:spMkLst>
            <pc:docMk/>
            <pc:sldMk cId="0" sldId="283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9.808" v="5321" actId="164"/>
          <ac:spMkLst>
            <pc:docMk/>
            <pc:sldMk cId="0" sldId="283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9.808" v="5321" actId="164"/>
          <ac:spMkLst>
            <pc:docMk/>
            <pc:sldMk cId="0" sldId="283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36.356" v="5312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41.737" v="5326" actId="20577"/>
          <ac:spMkLst>
            <pc:docMk/>
            <pc:sldMk cId="0" sldId="283"/>
            <ac:spMk id="13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6:40:20.569" v="5323" actId="1076"/>
          <ac:grpSpMkLst>
            <pc:docMk/>
            <pc:sldMk cId="0" sldId="283"/>
            <ac:grpSpMk id="14" creationId="{1526DC77-B94F-5DC1-77AA-EB37A21DD695}"/>
          </ac:grpSpMkLst>
        </pc:grpChg>
        <pc:grpChg chg="add mod">
          <ac:chgData name="janghoon jun" userId="056a5883350c2f5e" providerId="LiveId" clId="{6DA654A6-03B0-40F7-A259-B276216985A6}" dt="2026-07-08T06:40:28.066" v="5324" actId="465"/>
          <ac:grpSpMkLst>
            <pc:docMk/>
            <pc:sldMk cId="0" sldId="283"/>
            <ac:grpSpMk id="15" creationId="{D89762BC-1660-7353-3BA2-1C09994F8069}"/>
          </ac:grpSpMkLst>
        </pc:grpChg>
        <pc:grpChg chg="add mod">
          <ac:chgData name="janghoon jun" userId="056a5883350c2f5e" providerId="LiveId" clId="{6DA654A6-03B0-40F7-A259-B276216985A6}" dt="2026-07-08T06:40:28.066" v="5324" actId="465"/>
          <ac:grpSpMkLst>
            <pc:docMk/>
            <pc:sldMk cId="0" sldId="283"/>
            <ac:grpSpMk id="16" creationId="{BA5ACF98-7484-5EE4-B39C-702A950D75BB}"/>
          </ac:grpSpMkLst>
        </pc:grpChg>
        <pc:grpChg chg="add mod">
          <ac:chgData name="janghoon jun" userId="056a5883350c2f5e" providerId="LiveId" clId="{6DA654A6-03B0-40F7-A259-B276216985A6}" dt="2026-07-08T06:40:17.822" v="5322" actId="1076"/>
          <ac:grpSpMkLst>
            <pc:docMk/>
            <pc:sldMk cId="0" sldId="283"/>
            <ac:grpSpMk id="17" creationId="{8AE7EEDC-7CE2-D441-BDB3-00FE91FA3918}"/>
          </ac:grpSpMkLst>
        </pc:grpChg>
      </pc:sldChg>
      <pc:sldChg chg="modSp mod">
        <pc:chgData name="janghoon jun" userId="056a5883350c2f5e" providerId="LiveId" clId="{6DA654A6-03B0-40F7-A259-B276216985A6}" dt="2026-07-08T06:45:01.692" v="5359" actId="20577"/>
        <pc:sldMkLst>
          <pc:docMk/>
          <pc:sldMk cId="0" sldId="285"/>
        </pc:sldMkLst>
        <pc:spChg chg="mod">
          <ac:chgData name="janghoon jun" userId="056a5883350c2f5e" providerId="LiveId" clId="{6DA654A6-03B0-40F7-A259-B276216985A6}" dt="2026-07-08T06:45:01.692" v="5359" actId="20577"/>
          <ac:spMkLst>
            <pc:docMk/>
            <pc:sldMk cId="0" sldId="285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45:55.135" v="5362"/>
        <pc:sldMkLst>
          <pc:docMk/>
          <pc:sldMk cId="0" sldId="286"/>
        </pc:sldMkLst>
        <pc:spChg chg="mod">
          <ac:chgData name="janghoon jun" userId="056a5883350c2f5e" providerId="LiveId" clId="{6DA654A6-03B0-40F7-A259-B276216985A6}" dt="2026-07-08T06:45:55.135" v="5362"/>
          <ac:spMkLst>
            <pc:docMk/>
            <pc:sldMk cId="0" sldId="286"/>
            <ac:spMk id="2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2:19.372" v="5344"/>
        <pc:sldMkLst>
          <pc:docMk/>
          <pc:sldMk cId="0" sldId="287"/>
        </pc:sldMkLst>
        <pc:spChg chg="mod">
          <ac:chgData name="janghoon jun" userId="056a5883350c2f5e" providerId="LiveId" clId="{6DA654A6-03B0-40F7-A259-B276216985A6}" dt="2026-07-08T06:42:19.372" v="5344"/>
          <ac:spMkLst>
            <pc:docMk/>
            <pc:sldMk cId="0" sldId="287"/>
            <ac:spMk id="3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2:42.763" v="5345"/>
        <pc:sldMkLst>
          <pc:docMk/>
          <pc:sldMk cId="0" sldId="288"/>
        </pc:sldMkLst>
        <pc:spChg chg="mod">
          <ac:chgData name="janghoon jun" userId="056a5883350c2f5e" providerId="LiveId" clId="{6DA654A6-03B0-40F7-A259-B276216985A6}" dt="2026-07-08T06:42:42.763" v="5345"/>
          <ac:spMkLst>
            <pc:docMk/>
            <pc:sldMk cId="0" sldId="288"/>
            <ac:spMk id="8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45:07.791" v="5361" actId="20577"/>
        <pc:sldMkLst>
          <pc:docMk/>
          <pc:sldMk cId="0" sldId="289"/>
        </pc:sldMkLst>
        <pc:spChg chg="mod">
          <ac:chgData name="janghoon jun" userId="056a5883350c2f5e" providerId="LiveId" clId="{6DA654A6-03B0-40F7-A259-B276216985A6}" dt="2026-07-08T06:45:07.791" v="5361" actId="20577"/>
          <ac:spMkLst>
            <pc:docMk/>
            <pc:sldMk cId="0" sldId="289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0:24.633" v="4446" actId="478"/>
          <ac:spMkLst>
            <pc:docMk/>
            <pc:sldMk cId="0" sldId="289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10:57.158" v="4448" actId="1076"/>
          <ac:picMkLst>
            <pc:docMk/>
            <pc:sldMk cId="0" sldId="289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7-08T06:46:01.241" v="5363"/>
        <pc:sldMkLst>
          <pc:docMk/>
          <pc:sldMk cId="0" sldId="290"/>
        </pc:sldMkLst>
        <pc:spChg chg="mod">
          <ac:chgData name="janghoon jun" userId="056a5883350c2f5e" providerId="LiveId" clId="{6DA654A6-03B0-40F7-A259-B276216985A6}" dt="2026-07-08T06:46:01.241" v="5363"/>
          <ac:spMkLst>
            <pc:docMk/>
            <pc:sldMk cId="0" sldId="290"/>
            <ac:spMk id="2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3:20.110" v="5347"/>
        <pc:sldMkLst>
          <pc:docMk/>
          <pc:sldMk cId="0" sldId="291"/>
        </pc:sldMkLst>
        <pc:spChg chg="mod">
          <ac:chgData name="janghoon jun" userId="056a5883350c2f5e" providerId="LiveId" clId="{6DA654A6-03B0-40F7-A259-B276216985A6}" dt="2026-07-08T06:43:20.110" v="5347"/>
          <ac:spMkLst>
            <pc:docMk/>
            <pc:sldMk cId="0" sldId="291"/>
            <ac:spMk id="3" creationId="{00000000-0000-0000-0000-000000000000}"/>
          </ac:spMkLst>
        </pc:spChg>
      </pc:sldChg>
      <pc:sldChg chg="delSp mod">
        <pc:chgData name="janghoon jun" userId="056a5883350c2f5e" providerId="LiveId" clId="{6DA654A6-03B0-40F7-A259-B276216985A6}" dt="2026-07-08T06:10:32.573" v="4447" actId="478"/>
        <pc:sldMkLst>
          <pc:docMk/>
          <pc:sldMk cId="0" sldId="292"/>
        </pc:sldMkLst>
        <pc:spChg chg="del">
          <ac:chgData name="janghoon jun" userId="056a5883350c2f5e" providerId="LiveId" clId="{6DA654A6-03B0-40F7-A259-B276216985A6}" dt="2026-07-08T06:10:32.573" v="4447" actId="478"/>
          <ac:spMkLst>
            <pc:docMk/>
            <pc:sldMk cId="0" sldId="292"/>
            <ac:spMk id="9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46:14.575" v="5364"/>
        <pc:sldMkLst>
          <pc:docMk/>
          <pc:sldMk cId="0" sldId="293"/>
        </pc:sldMkLst>
        <pc:spChg chg="mod">
          <ac:chgData name="janghoon jun" userId="056a5883350c2f5e" providerId="LiveId" clId="{6DA654A6-03B0-40F7-A259-B276216985A6}" dt="2026-07-08T06:46:14.575" v="5364"/>
          <ac:spMkLst>
            <pc:docMk/>
            <pc:sldMk cId="0" sldId="293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09:52.283" v="4445" actId="2710"/>
        <pc:sldMkLst>
          <pc:docMk/>
          <pc:sldMk cId="0" sldId="296"/>
        </pc:sldMkLst>
        <pc:spChg chg="del">
          <ac:chgData name="janghoon jun" userId="056a5883350c2f5e" providerId="LiveId" clId="{6DA654A6-03B0-40F7-A259-B276216985A6}" dt="2026-07-08T06:09:42.529" v="4443" actId="478"/>
          <ac:spMkLst>
            <pc:docMk/>
            <pc:sldMk cId="0" sldId="296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09:52.283" v="4445" actId="2710"/>
          <ac:spMkLst>
            <pc:docMk/>
            <pc:sldMk cId="0" sldId="296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09:52.283" v="4445" actId="2710"/>
          <ac:spMkLst>
            <pc:docMk/>
            <pc:sldMk cId="0" sldId="296"/>
            <ac:spMk id="7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5:57:14.406" v="4396" actId="14100"/>
        <pc:sldMkLst>
          <pc:docMk/>
          <pc:sldMk cId="0" sldId="301"/>
        </pc:sldMkLst>
        <pc:spChg chg="mod">
          <ac:chgData name="janghoon jun" userId="056a5883350c2f5e" providerId="LiveId" clId="{6DA654A6-03B0-40F7-A259-B276216985A6}" dt="2026-07-08T05:56:39.966" v="4378" actId="20577"/>
          <ac:spMkLst>
            <pc:docMk/>
            <pc:sldMk cId="0" sldId="301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6:48.318" v="4394" actId="20577"/>
          <ac:spMkLst>
            <pc:docMk/>
            <pc:sldMk cId="0" sldId="301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57:08.602" v="4395" actId="478"/>
          <ac:spMkLst>
            <pc:docMk/>
            <pc:sldMk cId="0" sldId="301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5:57:14.406" v="4396" actId="14100"/>
          <ac:picMkLst>
            <pc:docMk/>
            <pc:sldMk cId="0" sldId="301"/>
            <ac:picMk id="4" creationId="{00000000-0000-0000-0000-000000000000}"/>
          </ac:picMkLst>
        </pc:picChg>
      </pc:sldChg>
      <pc:sldChg chg="addSp delSp modSp del mod">
        <pc:chgData name="janghoon jun" userId="056a5883350c2f5e" providerId="LiveId" clId="{6DA654A6-03B0-40F7-A259-B276216985A6}" dt="2026-07-08T06:27:45.584" v="4932" actId="47"/>
        <pc:sldMkLst>
          <pc:docMk/>
          <pc:sldMk cId="0" sldId="302"/>
        </pc:sldMkLst>
        <pc:spChg chg="mod">
          <ac:chgData name="janghoon jun" userId="056a5883350c2f5e" providerId="LiveId" clId="{6DA654A6-03B0-40F7-A259-B276216985A6}" dt="2026-07-08T06:19:24.013" v="4637" actId="6549"/>
          <ac:spMkLst>
            <pc:docMk/>
            <pc:sldMk cId="0" sldId="302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9:08.485" v="4618" actId="478"/>
          <ac:spMkLst>
            <pc:docMk/>
            <pc:sldMk cId="0" sldId="302"/>
            <ac:spMk id="3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9:00.023" v="4617" actId="478"/>
          <ac:spMkLst>
            <pc:docMk/>
            <pc:sldMk cId="0" sldId="302"/>
            <ac:spMk id="5" creationId="{00000000-0000-0000-0000-000000000000}"/>
          </ac:spMkLst>
        </pc:spChg>
        <pc:spChg chg="add del">
          <ac:chgData name="janghoon jun" userId="056a5883350c2f5e" providerId="LiveId" clId="{6DA654A6-03B0-40F7-A259-B276216985A6}" dt="2026-07-08T06:18:01.855" v="4596" actId="22"/>
          <ac:spMkLst>
            <pc:docMk/>
            <pc:sldMk cId="0" sldId="302"/>
            <ac:spMk id="7" creationId="{4D0B7067-2F2C-B4D1-B964-BB3091F7100E}"/>
          </ac:spMkLst>
        </pc:spChg>
        <pc:spChg chg="add del">
          <ac:chgData name="janghoon jun" userId="056a5883350c2f5e" providerId="LiveId" clId="{6DA654A6-03B0-40F7-A259-B276216985A6}" dt="2026-07-08T06:18:05.174" v="4598" actId="22"/>
          <ac:spMkLst>
            <pc:docMk/>
            <pc:sldMk cId="0" sldId="302"/>
            <ac:spMk id="9" creationId="{90AE4397-6E88-EF55-6058-CECD6E1B22B1}"/>
          </ac:spMkLst>
        </pc:spChg>
        <pc:spChg chg="add del">
          <ac:chgData name="janghoon jun" userId="056a5883350c2f5e" providerId="LiveId" clId="{6DA654A6-03B0-40F7-A259-B276216985A6}" dt="2026-07-08T06:18:09.004" v="4600" actId="22"/>
          <ac:spMkLst>
            <pc:docMk/>
            <pc:sldMk cId="0" sldId="302"/>
            <ac:spMk id="11" creationId="{EB0726DC-1879-C3B5-03DE-5D7285B59570}"/>
          </ac:spMkLst>
        </pc:spChg>
        <pc:spChg chg="add del mod">
          <ac:chgData name="janghoon jun" userId="056a5883350c2f5e" providerId="LiveId" clId="{6DA654A6-03B0-40F7-A259-B276216985A6}" dt="2026-07-08T06:19:10.303" v="4619" actId="478"/>
          <ac:spMkLst>
            <pc:docMk/>
            <pc:sldMk cId="0" sldId="302"/>
            <ac:spMk id="15" creationId="{DE602069-E841-6843-0251-C1E838FA0448}"/>
          </ac:spMkLst>
        </pc:spChg>
        <pc:picChg chg="del mod">
          <ac:chgData name="janghoon jun" userId="056a5883350c2f5e" providerId="LiveId" clId="{6DA654A6-03B0-40F7-A259-B276216985A6}" dt="2026-07-08T06:18:00.114" v="4594" actId="478"/>
          <ac:picMkLst>
            <pc:docMk/>
            <pc:sldMk cId="0" sldId="302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7-08T06:18:54.186" v="4616" actId="1036"/>
          <ac:picMkLst>
            <pc:docMk/>
            <pc:sldMk cId="0" sldId="302"/>
            <ac:picMk id="13" creationId="{7BE12C74-C17F-507A-605A-AAC7B24D561A}"/>
          </ac:picMkLst>
        </pc:picChg>
      </pc:sldChg>
      <pc:sldChg chg="delSp modSp mod">
        <pc:chgData name="janghoon jun" userId="056a5883350c2f5e" providerId="LiveId" clId="{6DA654A6-03B0-40F7-A259-B276216985A6}" dt="2026-07-08T06:20:38.445" v="4699" actId="1076"/>
        <pc:sldMkLst>
          <pc:docMk/>
          <pc:sldMk cId="0" sldId="303"/>
        </pc:sldMkLst>
        <pc:spChg chg="mod">
          <ac:chgData name="janghoon jun" userId="056a5883350c2f5e" providerId="LiveId" clId="{6DA654A6-03B0-40F7-A259-B276216985A6}" dt="2026-07-08T06:20:28.929" v="4693" actId="21"/>
          <ac:spMkLst>
            <pc:docMk/>
            <pc:sldMk cId="0" sldId="303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20:35.369" v="4698" actId="403"/>
          <ac:spMkLst>
            <pc:docMk/>
            <pc:sldMk cId="0" sldId="303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9:52.897" v="4644" actId="478"/>
          <ac:spMkLst>
            <pc:docMk/>
            <pc:sldMk cId="0" sldId="303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0:38.445" v="4699" actId="1076"/>
          <ac:picMkLst>
            <pc:docMk/>
            <pc:sldMk cId="0" sldId="303"/>
            <ac:picMk id="4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7-08T06:21:02.551" v="4712" actId="478"/>
        <pc:sldMkLst>
          <pc:docMk/>
          <pc:sldMk cId="0" sldId="304"/>
        </pc:sldMkLst>
        <pc:spChg chg="mod">
          <ac:chgData name="janghoon jun" userId="056a5883350c2f5e" providerId="LiveId" clId="{6DA654A6-03B0-40F7-A259-B276216985A6}" dt="2026-07-08T06:20:42.676" v="4700" actId="21"/>
          <ac:spMkLst>
            <pc:docMk/>
            <pc:sldMk cId="0" sldId="304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20:50.584" v="4708" actId="404"/>
          <ac:spMkLst>
            <pc:docMk/>
            <pc:sldMk cId="0" sldId="304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0:07.089" v="4646" actId="478"/>
          <ac:spMkLst>
            <pc:docMk/>
            <pc:sldMk cId="0" sldId="304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1:00.065" v="4711" actId="1076"/>
          <ac:picMkLst>
            <pc:docMk/>
            <pc:sldMk cId="0" sldId="304"/>
            <ac:picMk id="4" creationId="{00000000-0000-0000-0000-000000000000}"/>
          </ac:picMkLst>
        </pc:picChg>
        <pc:picChg chg="add del">
          <ac:chgData name="janghoon jun" userId="056a5883350c2f5e" providerId="LiveId" clId="{6DA654A6-03B0-40F7-A259-B276216985A6}" dt="2026-07-08T06:21:02.551" v="4712" actId="478"/>
          <ac:picMkLst>
            <pc:docMk/>
            <pc:sldMk cId="0" sldId="304"/>
            <ac:picMk id="7" creationId="{FCCDCE3F-2C84-6C25-5A22-31E5576DE7BE}"/>
          </ac:picMkLst>
        </pc:picChg>
      </pc:sldChg>
      <pc:sldChg chg="delSp modSp del mod">
        <pc:chgData name="janghoon jun" userId="056a5883350c2f5e" providerId="LiveId" clId="{6DA654A6-03B0-40F7-A259-B276216985A6}" dt="2026-07-08T06:23:20.432" v="4820" actId="47"/>
        <pc:sldMkLst>
          <pc:docMk/>
          <pc:sldMk cId="0" sldId="305"/>
        </pc:sldMkLst>
        <pc:spChg chg="mod">
          <ac:chgData name="janghoon jun" userId="056a5883350c2f5e" providerId="LiveId" clId="{6DA654A6-03B0-40F7-A259-B276216985A6}" dt="2026-07-08T06:22:56.584" v="4814" actId="6549"/>
          <ac:spMkLst>
            <pc:docMk/>
            <pc:sldMk cId="0" sldId="305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3:00.678" v="4815" actId="478"/>
          <ac:spMkLst>
            <pc:docMk/>
            <pc:sldMk cId="0" sldId="305"/>
            <ac:spMk id="6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3:04.129" v="4816" actId="14100"/>
          <ac:picMkLst>
            <pc:docMk/>
            <pc:sldMk cId="0" sldId="305"/>
            <ac:picMk id="4" creationId="{00000000-0000-0000-0000-000000000000}"/>
          </ac:picMkLst>
        </pc:picChg>
        <pc:picChg chg="mod">
          <ac:chgData name="janghoon jun" userId="056a5883350c2f5e" providerId="LiveId" clId="{6DA654A6-03B0-40F7-A259-B276216985A6}" dt="2026-07-08T06:23:10.546" v="4819" actId="14100"/>
          <ac:picMkLst>
            <pc:docMk/>
            <pc:sldMk cId="0" sldId="305"/>
            <ac:picMk id="5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7-08T06:28:25.796" v="4936" actId="20577"/>
        <pc:sldMkLst>
          <pc:docMk/>
          <pc:sldMk cId="0" sldId="306"/>
        </pc:sldMkLst>
        <pc:spChg chg="mod">
          <ac:chgData name="janghoon jun" userId="056a5883350c2f5e" providerId="LiveId" clId="{6DA654A6-03B0-40F7-A259-B276216985A6}" dt="2026-07-08T06:28:25.796" v="4936" actId="20577"/>
          <ac:spMkLst>
            <pc:docMk/>
            <pc:sldMk cId="0" sldId="306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3:33.656" v="4821" actId="478"/>
          <ac:spMkLst>
            <pc:docMk/>
            <pc:sldMk cId="0" sldId="306"/>
            <ac:spMk id="5" creationId="{00000000-0000-0000-0000-000000000000}"/>
          </ac:spMkLst>
        </pc:spChg>
      </pc:sldChg>
      <pc:sldChg chg="addSp delSp modSp del mod">
        <pc:chgData name="janghoon jun" userId="056a5883350c2f5e" providerId="LiveId" clId="{6DA654A6-03B0-40F7-A259-B276216985A6}" dt="2026-07-08T06:25:18.838" v="4929" actId="47"/>
        <pc:sldMkLst>
          <pc:docMk/>
          <pc:sldMk cId="0" sldId="307"/>
        </pc:sldMkLst>
        <pc:spChg chg="mod">
          <ac:chgData name="janghoon jun" userId="056a5883350c2f5e" providerId="LiveId" clId="{6DA654A6-03B0-40F7-A259-B276216985A6}" dt="2026-07-08T06:23:52.993" v="4907" actId="6549"/>
          <ac:spMkLst>
            <pc:docMk/>
            <pc:sldMk cId="0" sldId="307"/>
            <ac:spMk id="2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24:01.441" v="4918" actId="478"/>
          <ac:spMkLst>
            <pc:docMk/>
            <pc:sldMk cId="0" sldId="307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4:03.555" v="4920" actId="478"/>
          <ac:spMkLst>
            <pc:docMk/>
            <pc:sldMk cId="0" sldId="307"/>
            <ac:spMk id="5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7-08T06:24:02.292" v="4919" actId="478"/>
          <ac:spMkLst>
            <pc:docMk/>
            <pc:sldMk cId="0" sldId="307"/>
            <ac:spMk id="7" creationId="{80589D9D-D937-A28F-F45F-6161331CE005}"/>
          </ac:spMkLst>
        </pc:spChg>
        <pc:picChg chg="mod">
          <ac:chgData name="janghoon jun" userId="056a5883350c2f5e" providerId="LiveId" clId="{6DA654A6-03B0-40F7-A259-B276216985A6}" dt="2026-07-08T06:24:12.513" v="4922" actId="1076"/>
          <ac:picMkLst>
            <pc:docMk/>
            <pc:sldMk cId="0" sldId="307"/>
            <ac:picMk id="4" creationId="{00000000-0000-0000-0000-000000000000}"/>
          </ac:picMkLst>
        </pc:picChg>
        <pc:picChg chg="add mod modCrop">
          <ac:chgData name="janghoon jun" userId="056a5883350c2f5e" providerId="LiveId" clId="{6DA654A6-03B0-40F7-A259-B276216985A6}" dt="2026-07-08T06:25:00.478" v="4928" actId="1076"/>
          <ac:picMkLst>
            <pc:docMk/>
            <pc:sldMk cId="0" sldId="307"/>
            <ac:picMk id="9" creationId="{DF9DC526-FEAB-8E33-98AD-AB55ED1274EE}"/>
          </ac:picMkLst>
        </pc:picChg>
      </pc:sldChg>
      <pc:sldChg chg="modSp del mod">
        <pc:chgData name="janghoon jun" userId="056a5883350c2f5e" providerId="LiveId" clId="{6DA654A6-03B0-40F7-A259-B276216985A6}" dt="2026-07-08T06:25:20.532" v="4930" actId="47"/>
        <pc:sldMkLst>
          <pc:docMk/>
          <pc:sldMk cId="0" sldId="308"/>
        </pc:sldMkLst>
        <pc:spChg chg="mod">
          <ac:chgData name="janghoon jun" userId="056a5883350c2f5e" providerId="LiveId" clId="{6DA654A6-03B0-40F7-A259-B276216985A6}" dt="2026-07-08T05:34:25.445" v="3746" actId="27636"/>
          <ac:spMkLst>
            <pc:docMk/>
            <pc:sldMk cId="0" sldId="308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34.549" v="4939" actId="20577"/>
        <pc:sldMkLst>
          <pc:docMk/>
          <pc:sldMk cId="0" sldId="309"/>
        </pc:sldMkLst>
        <pc:spChg chg="mod">
          <ac:chgData name="janghoon jun" userId="056a5883350c2f5e" providerId="LiveId" clId="{6DA654A6-03B0-40F7-A259-B276216985A6}" dt="2026-07-08T06:28:34.549" v="4939" actId="20577"/>
          <ac:spMkLst>
            <pc:docMk/>
            <pc:sldMk cId="0" sldId="309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6:01.838" v="4931" actId="478"/>
          <ac:spMkLst>
            <pc:docMk/>
            <pc:sldMk cId="0" sldId="309"/>
            <ac:spMk id="5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58.742" v="5021" actId="478"/>
        <pc:sldMkLst>
          <pc:docMk/>
          <pc:sldMk cId="0" sldId="310"/>
        </pc:sldMkLst>
        <pc:spChg chg="mod">
          <ac:chgData name="janghoon jun" userId="056a5883350c2f5e" providerId="LiveId" clId="{6DA654A6-03B0-40F7-A259-B276216985A6}" dt="2026-07-08T06:28:41.357" v="4979" actId="6549"/>
          <ac:spMkLst>
            <pc:docMk/>
            <pc:sldMk cId="0" sldId="310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8:58.742" v="5021" actId="478"/>
          <ac:spMkLst>
            <pc:docMk/>
            <pc:sldMk cId="0" sldId="310"/>
            <ac:spMk id="5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56.236" v="5020" actId="478"/>
        <pc:sldMkLst>
          <pc:docMk/>
          <pc:sldMk cId="0" sldId="311"/>
        </pc:sldMkLst>
        <pc:spChg chg="mod">
          <ac:chgData name="janghoon jun" userId="056a5883350c2f5e" providerId="LiveId" clId="{6DA654A6-03B0-40F7-A259-B276216985A6}" dt="2026-07-08T06:28:52.390" v="5019" actId="6549"/>
          <ac:spMkLst>
            <pc:docMk/>
            <pc:sldMk cId="0" sldId="311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8:56.236" v="5020" actId="478"/>
          <ac:spMkLst>
            <pc:docMk/>
            <pc:sldMk cId="0" sldId="311"/>
            <ac:spMk id="5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29:38.996" v="5061" actId="6549"/>
        <pc:sldMkLst>
          <pc:docMk/>
          <pc:sldMk cId="0" sldId="312"/>
        </pc:sldMkLst>
        <pc:spChg chg="mod">
          <ac:chgData name="janghoon jun" userId="056a5883350c2f5e" providerId="LiveId" clId="{6DA654A6-03B0-40F7-A259-B276216985A6}" dt="2026-07-08T06:29:38.996" v="5061" actId="6549"/>
          <ac:spMkLst>
            <pc:docMk/>
            <pc:sldMk cId="0" sldId="312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33:14.694" v="5223" actId="2711"/>
        <pc:sldMkLst>
          <pc:docMk/>
          <pc:sldMk cId="0" sldId="313"/>
        </pc:sldMkLst>
        <pc:graphicFrameChg chg="modGraphic">
          <ac:chgData name="janghoon jun" userId="056a5883350c2f5e" providerId="LiveId" clId="{6DA654A6-03B0-40F7-A259-B276216985A6}" dt="2026-07-08T06:33:14.694" v="5223" actId="2711"/>
          <ac:graphicFrameMkLst>
            <pc:docMk/>
            <pc:sldMk cId="0" sldId="313"/>
            <ac:graphicFrameMk id="4" creationId="{00000000-0000-0000-0000-000000000000}"/>
          </ac:graphicFrameMkLst>
        </pc:graphicFrameChg>
      </pc:sldChg>
      <pc:sldChg chg="delSp modSp mod">
        <pc:chgData name="janghoon jun" userId="056a5883350c2f5e" providerId="LiveId" clId="{6DA654A6-03B0-40F7-A259-B276216985A6}" dt="2026-07-08T06:33:44.719" v="5228" actId="478"/>
        <pc:sldMkLst>
          <pc:docMk/>
          <pc:sldMk cId="0" sldId="314"/>
        </pc:sldMkLst>
        <pc:spChg chg="del mod">
          <ac:chgData name="janghoon jun" userId="056a5883350c2f5e" providerId="LiveId" clId="{6DA654A6-03B0-40F7-A259-B276216985A6}" dt="2026-07-08T06:33:44.719" v="5228" actId="478"/>
          <ac:spMkLst>
            <pc:docMk/>
            <pc:sldMk cId="0" sldId="314"/>
            <ac:spMk id="5" creationId="{00000000-0000-0000-0000-000000000000}"/>
          </ac:spMkLst>
        </pc:spChg>
      </pc:sldChg>
      <pc:sldChg chg="addSp delSp modSp add del mod">
        <pc:chgData name="janghoon jun" userId="056a5883350c2f5e" providerId="LiveId" clId="{6DA654A6-03B0-40F7-A259-B276216985A6}" dt="2026-07-08T05:44:53.427" v="4108" actId="47"/>
        <pc:sldMkLst>
          <pc:docMk/>
          <pc:sldMk cId="3040168571" sldId="315"/>
        </pc:sldMkLst>
        <pc:spChg chg="mod">
          <ac:chgData name="janghoon jun" userId="056a5883350c2f5e" providerId="LiveId" clId="{6DA654A6-03B0-40F7-A259-B276216985A6}" dt="2026-07-08T05:44:36.150" v="4104" actId="20577"/>
          <ac:spMkLst>
            <pc:docMk/>
            <pc:sldMk cId="3040168571" sldId="315"/>
            <ac:spMk id="4" creationId="{5C1159C3-0DBA-3776-19CD-A028CCA8A5B5}"/>
          </ac:spMkLst>
        </pc:spChg>
        <pc:spChg chg="mod">
          <ac:chgData name="janghoon jun" userId="056a5883350c2f5e" providerId="LiveId" clId="{6DA654A6-03B0-40F7-A259-B276216985A6}" dt="2026-07-08T05:44:37.631" v="4106" actId="20577"/>
          <ac:spMkLst>
            <pc:docMk/>
            <pc:sldMk cId="3040168571" sldId="315"/>
            <ac:spMk id="5" creationId="{ED61727B-1D68-D0AE-A162-78CFCF7DCEAD}"/>
          </ac:spMkLst>
        </pc:spChg>
        <pc:spChg chg="mod">
          <ac:chgData name="janghoon jun" userId="056a5883350c2f5e" providerId="LiveId" clId="{6DA654A6-03B0-40F7-A259-B276216985A6}" dt="2026-07-08T05:44:25.185" v="4101" actId="164"/>
          <ac:spMkLst>
            <pc:docMk/>
            <pc:sldMk cId="3040168571" sldId="315"/>
            <ac:spMk id="6" creationId="{197E1DD0-7F36-5BE9-1551-B6C6D0980C6C}"/>
          </ac:spMkLst>
        </pc:spChg>
        <pc:spChg chg="del">
          <ac:chgData name="janghoon jun" userId="056a5883350c2f5e" providerId="LiveId" clId="{6DA654A6-03B0-40F7-A259-B276216985A6}" dt="2026-07-08T05:44:06.128" v="4098" actId="478"/>
          <ac:spMkLst>
            <pc:docMk/>
            <pc:sldMk cId="3040168571" sldId="315"/>
            <ac:spMk id="7" creationId="{5737FCF3-0772-0AB4-9091-4164478F3A0F}"/>
          </ac:spMkLst>
        </pc:spChg>
        <pc:grpChg chg="add mod">
          <ac:chgData name="janghoon jun" userId="056a5883350c2f5e" providerId="LiveId" clId="{6DA654A6-03B0-40F7-A259-B276216985A6}" dt="2026-07-08T05:44:42.768" v="4107" actId="1076"/>
          <ac:grpSpMkLst>
            <pc:docMk/>
            <pc:sldMk cId="3040168571" sldId="315"/>
            <ac:grpSpMk id="8" creationId="{4D48FF70-B7C3-7DD0-7C99-EBB6B4EF433D}"/>
          </ac:grpSpMkLst>
        </pc:grpChg>
      </pc:sldChg>
      <pc:sldChg chg="modSp mod modNotesTx">
        <pc:chgData name="janghoon jun" userId="056a5883350c2f5e" providerId="LiveId" clId="{6DA654A6-03B0-40F7-A259-B276216985A6}" dt="2026-07-07T05:53:07.441" v="2954" actId="27636"/>
        <pc:sldMkLst>
          <pc:docMk/>
          <pc:sldMk cId="4271007981" sldId="524"/>
        </pc:sldMkLst>
        <pc:spChg chg="mod">
          <ac:chgData name="janghoon jun" userId="056a5883350c2f5e" providerId="LiveId" clId="{6DA654A6-03B0-40F7-A259-B276216985A6}" dt="2026-07-07T05:53:07.441" v="2954" actId="27636"/>
          <ac:spMkLst>
            <pc:docMk/>
            <pc:sldMk cId="4271007981" sldId="524"/>
            <ac:spMk id="3" creationId="{B2A4B13E-D4FF-F6EF-0421-904F6E47B818}"/>
          </ac:spMkLst>
        </pc:spChg>
      </pc:sldChg>
      <pc:sldChg chg="modSp mod modNotesTx">
        <pc:chgData name="janghoon jun" userId="056a5883350c2f5e" providerId="LiveId" clId="{6DA654A6-03B0-40F7-A259-B276216985A6}" dt="2026-07-07T06:20:30.284" v="3349" actId="20577"/>
        <pc:sldMkLst>
          <pc:docMk/>
          <pc:sldMk cId="217966962" sldId="551"/>
        </pc:sldMkLst>
        <pc:spChg chg="mod">
          <ac:chgData name="janghoon jun" userId="056a5883350c2f5e" providerId="LiveId" clId="{6DA654A6-03B0-40F7-A259-B276216985A6}" dt="2026-07-07T06:20:30.284" v="3349" actId="20577"/>
          <ac:spMkLst>
            <pc:docMk/>
            <pc:sldMk cId="217966962" sldId="551"/>
            <ac:spMk id="7" creationId="{1085DB8A-F2FD-AB70-F0B6-F5E8612C16E3}"/>
          </ac:spMkLst>
        </pc:spChg>
      </pc:sldChg>
      <pc:sldChg chg="addSp delSp modSp mod modNotesTx">
        <pc:chgData name="janghoon jun" userId="056a5883350c2f5e" providerId="LiveId" clId="{6DA654A6-03B0-40F7-A259-B276216985A6}" dt="2026-07-07T06:27:42.391" v="3726" actId="20577"/>
        <pc:sldMkLst>
          <pc:docMk/>
          <pc:sldMk cId="862864859" sldId="584"/>
        </pc:sldMkLst>
        <pc:spChg chg="add del mod">
          <ac:chgData name="janghoon jun" userId="056a5883350c2f5e" providerId="LiveId" clId="{6DA654A6-03B0-40F7-A259-B276216985A6}" dt="2026-07-07T06:02:23.247" v="3232" actId="478"/>
          <ac:spMkLst>
            <pc:docMk/>
            <pc:sldMk cId="862864859" sldId="584"/>
            <ac:spMk id="5" creationId="{28370CC8-5180-4116-2C69-517CC8C77A8D}"/>
          </ac:spMkLst>
        </pc:spChg>
        <pc:spChg chg="add mod">
          <ac:chgData name="janghoon jun" userId="056a5883350c2f5e" providerId="LiveId" clId="{6DA654A6-03B0-40F7-A259-B276216985A6}" dt="2026-07-07T06:21:01.467" v="3352" actId="20577"/>
          <ac:spMkLst>
            <pc:docMk/>
            <pc:sldMk cId="862864859" sldId="584"/>
            <ac:spMk id="6" creationId="{D62C2986-0880-73A6-0030-011944A6C073}"/>
          </ac:spMkLst>
        </pc:spChg>
        <pc:spChg chg="add mod">
          <ac:chgData name="janghoon jun" userId="056a5883350c2f5e" providerId="LiveId" clId="{6DA654A6-03B0-40F7-A259-B276216985A6}" dt="2026-07-07T06:21:59.539" v="3433" actId="20577"/>
          <ac:spMkLst>
            <pc:docMk/>
            <pc:sldMk cId="862864859" sldId="584"/>
            <ac:spMk id="7" creationId="{1BB855DF-B6D6-F963-7960-07D55D35BC6B}"/>
          </ac:spMkLst>
        </pc:spChg>
        <pc:spChg chg="add mod">
          <ac:chgData name="janghoon jun" userId="056a5883350c2f5e" providerId="LiveId" clId="{6DA654A6-03B0-40F7-A259-B276216985A6}" dt="2026-07-07T06:27:13.315" v="3577" actId="1076"/>
          <ac:spMkLst>
            <pc:docMk/>
            <pc:sldMk cId="862864859" sldId="584"/>
            <ac:spMk id="8" creationId="{40F74CA7-2F41-1E0A-0766-642D831862A7}"/>
          </ac:spMkLst>
        </pc:spChg>
        <pc:spChg chg="add mod">
          <ac:chgData name="janghoon jun" userId="056a5883350c2f5e" providerId="LiveId" clId="{6DA654A6-03B0-40F7-A259-B276216985A6}" dt="2026-07-07T06:27:42.391" v="3726" actId="20577"/>
          <ac:spMkLst>
            <pc:docMk/>
            <pc:sldMk cId="862864859" sldId="584"/>
            <ac:spMk id="9" creationId="{E233841F-ECA5-7C95-3F36-3EC2D4BA9590}"/>
          </ac:spMkLst>
        </pc:spChg>
      </pc:sldChg>
      <pc:sldChg chg="addSp delSp modSp add del mod modNotesTx">
        <pc:chgData name="janghoon jun" userId="056a5883350c2f5e" providerId="LiveId" clId="{6DA654A6-03B0-40F7-A259-B276216985A6}" dt="2026-07-07T06:02:24.296" v="3233" actId="47"/>
        <pc:sldMkLst>
          <pc:docMk/>
          <pc:sldMk cId="789029597" sldId="585"/>
        </pc:sldMkLst>
      </pc:sldChg>
      <pc:sldChg chg="addSp delSp modSp add del mod modNotesTx">
        <pc:chgData name="janghoon jun" userId="056a5883350c2f5e" providerId="LiveId" clId="{6DA654A6-03B0-40F7-A259-B276216985A6}" dt="2026-07-07T06:02:26.061" v="3235" actId="47"/>
        <pc:sldMkLst>
          <pc:docMk/>
          <pc:sldMk cId="2035868554" sldId="586"/>
        </pc:sldMkLst>
      </pc:sldChg>
      <pc:sldChg chg="addSp delSp modSp add del mod modNotesTx">
        <pc:chgData name="janghoon jun" userId="056a5883350c2f5e" providerId="LiveId" clId="{6DA654A6-03B0-40F7-A259-B276216985A6}" dt="2026-07-07T06:02:26.715" v="3236" actId="47"/>
        <pc:sldMkLst>
          <pc:docMk/>
          <pc:sldMk cId="3194503239" sldId="587"/>
        </pc:sldMkLst>
      </pc:sldChg>
      <pc:sldChg chg="addSp delSp modSp add del mod modNotesTx">
        <pc:chgData name="janghoon jun" userId="056a5883350c2f5e" providerId="LiveId" clId="{6DA654A6-03B0-40F7-A259-B276216985A6}" dt="2026-07-07T06:02:27.390" v="3237" actId="47"/>
        <pc:sldMkLst>
          <pc:docMk/>
          <pc:sldMk cId="1704474408" sldId="588"/>
        </pc:sldMkLst>
      </pc:sldChg>
      <pc:sldChg chg="addSp modSp add del mod modNotesTx">
        <pc:chgData name="janghoon jun" userId="056a5883350c2f5e" providerId="LiveId" clId="{6DA654A6-03B0-40F7-A259-B276216985A6}" dt="2026-07-07T06:02:28.071" v="3238" actId="47"/>
        <pc:sldMkLst>
          <pc:docMk/>
          <pc:sldMk cId="2813930619" sldId="589"/>
        </pc:sldMkLst>
      </pc:sldChg>
      <pc:sldChg chg="modSp add del mod modNotesTx">
        <pc:chgData name="janghoon jun" userId="056a5883350c2f5e" providerId="LiveId" clId="{6DA654A6-03B0-40F7-A259-B276216985A6}" dt="2026-07-07T06:02:28.703" v="3239" actId="47"/>
        <pc:sldMkLst>
          <pc:docMk/>
          <pc:sldMk cId="397103809" sldId="590"/>
        </pc:sldMkLst>
      </pc:sldChg>
      <pc:sldChg chg="addSp modSp add del mod modNotesTx">
        <pc:chgData name="janghoon jun" userId="056a5883350c2f5e" providerId="LiveId" clId="{6DA654A6-03B0-40F7-A259-B276216985A6}" dt="2026-07-07T06:02:29.327" v="3240" actId="47"/>
        <pc:sldMkLst>
          <pc:docMk/>
          <pc:sldMk cId="1793991331" sldId="591"/>
        </pc:sldMkLst>
      </pc:sldChg>
      <pc:sldChg chg="addSp delSp modSp add del mod modNotesTx">
        <pc:chgData name="janghoon jun" userId="056a5883350c2f5e" providerId="LiveId" clId="{6DA654A6-03B0-40F7-A259-B276216985A6}" dt="2026-07-07T06:02:29.958" v="3241" actId="47"/>
        <pc:sldMkLst>
          <pc:docMk/>
          <pc:sldMk cId="2857516297" sldId="592"/>
        </pc:sldMkLst>
      </pc:sldChg>
      <pc:sldChg chg="addSp delSp modSp add del mod modNotesTx">
        <pc:chgData name="janghoon jun" userId="056a5883350c2f5e" providerId="LiveId" clId="{6DA654A6-03B0-40F7-A259-B276216985A6}" dt="2026-07-07T06:02:30.666" v="3242" actId="47"/>
        <pc:sldMkLst>
          <pc:docMk/>
          <pc:sldMk cId="264417426" sldId="593"/>
        </pc:sldMkLst>
      </pc:sldChg>
      <pc:sldChg chg="addSp modSp add del mod modNotesTx">
        <pc:chgData name="janghoon jun" userId="056a5883350c2f5e" providerId="LiveId" clId="{6DA654A6-03B0-40F7-A259-B276216985A6}" dt="2026-07-07T06:02:31.412" v="3243" actId="47"/>
        <pc:sldMkLst>
          <pc:docMk/>
          <pc:sldMk cId="1066384288" sldId="594"/>
        </pc:sldMkLst>
      </pc:sldChg>
      <pc:sldChg chg="addSp modSp add del mod modNotesTx">
        <pc:chgData name="janghoon jun" userId="056a5883350c2f5e" providerId="LiveId" clId="{6DA654A6-03B0-40F7-A259-B276216985A6}" dt="2026-07-07T06:02:32.098" v="3244" actId="47"/>
        <pc:sldMkLst>
          <pc:docMk/>
          <pc:sldMk cId="3674311941" sldId="595"/>
        </pc:sldMkLst>
      </pc:sldChg>
      <pc:sldChg chg="modSp add del mod modNotesTx">
        <pc:chgData name="janghoon jun" userId="056a5883350c2f5e" providerId="LiveId" clId="{6DA654A6-03B0-40F7-A259-B276216985A6}" dt="2026-07-07T06:02:32.801" v="3245" actId="47"/>
        <pc:sldMkLst>
          <pc:docMk/>
          <pc:sldMk cId="1262180545" sldId="596"/>
        </pc:sldMkLst>
      </pc:sldChg>
      <pc:sldChg chg="addSp delSp modSp add mod modNotesTx">
        <pc:chgData name="janghoon jun" userId="056a5883350c2f5e" providerId="LiveId" clId="{6DA654A6-03B0-40F7-A259-B276216985A6}" dt="2026-07-07T06:02:36.272" v="3246" actId="478"/>
        <pc:sldMkLst>
          <pc:docMk/>
          <pc:sldMk cId="2313877190" sldId="597"/>
        </pc:sldMkLst>
        <pc:spChg chg="del mod">
          <ac:chgData name="janghoon jun" userId="056a5883350c2f5e" providerId="LiveId" clId="{6DA654A6-03B0-40F7-A259-B276216985A6}" dt="2026-07-07T06:02:36.272" v="3246" actId="478"/>
          <ac:spMkLst>
            <pc:docMk/>
            <pc:sldMk cId="2313877190" sldId="597"/>
            <ac:spMk id="5" creationId="{47F256C7-7695-EA58-29A7-614CC7465766}"/>
          </ac:spMkLst>
        </pc:spChg>
        <pc:spChg chg="add mod">
          <ac:chgData name="janghoon jun" userId="056a5883350c2f5e" providerId="LiveId" clId="{6DA654A6-03B0-40F7-A259-B276216985A6}" dt="2026-07-07T06:02:36.272" v="3246" actId="478"/>
          <ac:spMkLst>
            <pc:docMk/>
            <pc:sldMk cId="2313877190" sldId="597"/>
            <ac:spMk id="6" creationId="{2277A352-DBDD-00CE-BE2E-4167D2776516}"/>
          </ac:spMkLst>
        </pc:spChg>
      </pc:sldChg>
      <pc:sldChg chg="modSp add del mod modNotesTx">
        <pc:chgData name="janghoon jun" userId="056a5883350c2f5e" providerId="LiveId" clId="{6DA654A6-03B0-40F7-A259-B276216985A6}" dt="2026-07-07T05:52:26.398" v="2919" actId="47"/>
        <pc:sldMkLst>
          <pc:docMk/>
          <pc:sldMk cId="1376043223" sldId="598"/>
        </pc:sldMkLst>
      </pc:sldChg>
      <pc:sldChg chg="addSp modSp add del mod modNotesTx">
        <pc:chgData name="janghoon jun" userId="056a5883350c2f5e" providerId="LiveId" clId="{6DA654A6-03B0-40F7-A259-B276216985A6}" dt="2026-07-07T06:02:25.336" v="3234" actId="47"/>
        <pc:sldMkLst>
          <pc:docMk/>
          <pc:sldMk cId="1647113666" sldId="5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CF4F-F5BA-0BAA-6BD8-0A6D4A79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49AB-9E40-1106-AC27-BF1890BFA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E6316-0BEA-18C3-CCE3-8220627C3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dirty="0"/>
              <a:t>(</a:t>
            </a:r>
            <a:r>
              <a:rPr lang="ko-KR" altLang="ko-KR" sz="1800" dirty="0" err="1"/>
              <a:t>Pugh</a:t>
            </a:r>
            <a:r>
              <a:rPr lang="ko-KR" altLang="ko-KR" sz="1800" dirty="0"/>
              <a:t> 2024</a:t>
            </a:r>
            <a:r>
              <a:rPr lang="en-US" altLang="ko-KR" sz="1800" dirty="0"/>
              <a:t>) </a:t>
            </a:r>
            <a:r>
              <a:rPr lang="ko-KR" altLang="ko-KR" sz="1800" b="1" u="none" strike="noStrike" dirty="0">
                <a:effectLst/>
              </a:rPr>
              <a:t>순서 통계량(</a:t>
            </a:r>
            <a:r>
              <a:rPr lang="ko-KR" altLang="ko-KR" sz="1800" b="1" u="none" strike="noStrike" dirty="0" err="1">
                <a:effectLst/>
              </a:rPr>
              <a:t>Order</a:t>
            </a:r>
            <a:r>
              <a:rPr lang="ko-KR" altLang="ko-KR" sz="1800" b="1" u="none" strike="noStrike" dirty="0">
                <a:effectLst/>
              </a:rPr>
              <a:t> </a:t>
            </a:r>
            <a:r>
              <a:rPr lang="ko-KR" altLang="ko-KR" sz="1800" b="1" u="none" strike="noStrike" dirty="0" err="1">
                <a:effectLst/>
              </a:rPr>
              <a:t>Statistic</a:t>
            </a:r>
            <a:r>
              <a:rPr lang="ko-KR" altLang="ko-KR" sz="1800" b="1" u="none" strike="noStrike" dirty="0">
                <a:effectLst/>
              </a:rPr>
              <a:t>)</a:t>
            </a:r>
            <a:r>
              <a:rPr lang="en-US" altLang="ko-KR" sz="1800" b="0" u="none" strike="noStrike" dirty="0">
                <a:effectLst/>
              </a:rPr>
              <a:t>:</a:t>
            </a:r>
            <a:r>
              <a:rPr lang="ko-KR" altLang="ko-KR" sz="1800" b="0" u="none" strike="noStrike" dirty="0">
                <a:effectLst/>
              </a:rPr>
              <a:t> 표본(</a:t>
            </a:r>
            <a:r>
              <a:rPr lang="ko-KR" altLang="ko-KR" sz="1800" b="0" u="none" strike="noStrike" dirty="0" err="1">
                <a:effectLst/>
              </a:rPr>
              <a:t>Sample</a:t>
            </a:r>
            <a:r>
              <a:rPr lang="ko-KR" altLang="ko-KR" sz="1800" b="0" u="none" strike="noStrike" dirty="0">
                <a:effectLst/>
              </a:rPr>
              <a:t>) 데이터가 주어졌을 때, 이 값들을 크기 순서대로 정렬(오름차순)하여 얻은 통계량</a:t>
            </a:r>
            <a:endParaRPr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74E54-7793-89A2-29A5-75B20A9DF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287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AA71-9C51-7B50-8C8A-DAFDE161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8AD18-7EB6-96D8-9EF9-9C3A23660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0C6DB-F202-3437-68DB-C8872416B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813B-11BA-4EE2-3BF1-E7986A587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64738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27EA-DB53-0301-0ACD-39763E95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611E-21FB-8AA8-ECB2-7F8B70304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DE818-1386-6F94-27FF-C5AEAB677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S90으로 설정한 Confusion Matrix를 확인하고, Predicted Positive만 Stage 2로 사용한다. Negative:Positive = 961:129(internal)/785:141(external)의 불균형 데이터에 Sens90% cutoff를 적용하면 구조적으로 FP≫FN이 발생하며(설계상 예상된 결과), Predicted Negative군은 NPV 97.7%(internal)/97.5%(external)로 이미 충분히 신뢰 가능하여 제외한다. 따라서 PPV가 낮은(20.7%/24.8%) Predicted Positive군에 대해서만 Stage 2를 적용해 PPV를 높이고 FP 수를 줄이는 방향으로 가설을 세움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AE8E6-DCA5-B91C-154B-33F9AEF13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9385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8D699-EAA2-4175-E8AD-1D443EB8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025D9-388D-D75F-7B4D-EB72A368EF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B4638-3F97-845F-3697-D3F031B3B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Stage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모델은 사실상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'BMI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낮을수록 위험하다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'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 판단하는 셈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(score–BMI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상관계수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r=-0.617,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강한 음의 상관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그래서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'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살은 쪘지만 근육이 적은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'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근감소성 비만 환자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(FN, 12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놓친다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정확히 잡은 환자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(TP, 117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보다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BMI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유의하게 높음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24.72 vs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20.62 (p=0.0006)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반대로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'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근육량과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무관하게 마른 체형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'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이면 정상인데도 양성으로 오판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(FP, 447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-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정상군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(TN, 514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보다 키가 크고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BMI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낮음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키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165.2 vs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158.5cm, BMI 21.95 vs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25.40 (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모두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p&lt;0.001)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오분류는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남성에서 특히 심하다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정상군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(TN)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남성 비율은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18.9%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인데 </a:t>
            </a:r>
            <a:r>
              <a:rPr lang="ko-KR" altLang="en-US" sz="12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오분류군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(FP)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에서는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48.5%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급증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(p&lt;0.0001)</a:t>
            </a:r>
          </a:p>
          <a:p>
            <a:endParaRPr lang="ko-KR" altLang="en-US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B5E4E-5F40-0CEB-73B2-5284055FC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92234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F80D-B9F0-6139-541C-F06089B2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4EA9D-D390-467C-C72F-B4C5DEBD2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4050C-17D7-8B53-9CE2-DED2E3CE6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CB43D-2B6F-84CD-5F27-D008EE880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30502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9C5E-27C0-95F8-561D-0FCB2281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D56F9-D0F3-8D3C-E8CA-210379DF6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3DD7F-75CD-162D-EAA6-0E325C3DB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6F44C-683E-F788-C4D8-977250D84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51529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4DDD-DB88-1198-AE20-99EE5584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975FB-D658-DC16-816D-FF3FDA948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42530-BB5E-9577-34FA-97B57F1BE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3E6E2-A4F3-0543-FDD9-B032A1CF5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0755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200" b="0" i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070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/>
              </a:rPr>
              <a:t>Results of Residual Algorithm</a:t>
            </a:r>
            <a:endParaRPr sz="2400" b="1" dirty="0">
              <a:solidFill>
                <a:schemeClr val="bg1"/>
              </a:solidFill>
              <a:latin typeface="KoPub돋움체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2026. 07.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24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26C0-E69E-C194-4D15-4398B972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3FC9-B52B-FBE4-B31A-9F4816FD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A5D661-D401-4CB0-58D2-9EAB3742C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565" y="1149532"/>
            <a:ext cx="5060435" cy="5064034"/>
          </a:xfrm>
          <a:prstGeom prst="rect">
            <a:avLst/>
          </a:prstGeom>
        </p:spPr>
      </p:pic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1B16767E-149D-831B-AF7B-A6F405D5B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6115565" cy="5063066"/>
          </a:xfrm>
        </p:spPr>
        <p:txBody>
          <a:bodyPr/>
          <a:lstStyle/>
          <a:p>
            <a:r>
              <a:rPr lang="en-US" altLang="ko-KR" dirty="0"/>
              <a:t>Stage 1</a:t>
            </a:r>
          </a:p>
          <a:p>
            <a:pPr lvl="1"/>
            <a:r>
              <a:rPr lang="en-US" altLang="ko-KR" dirty="0"/>
              <a:t>Clinic [Sex, Age, Height, Weight]</a:t>
            </a:r>
            <a:r>
              <a:rPr lang="ko-KR" altLang="en-US" dirty="0"/>
              <a:t>로 성별에 따른 </a:t>
            </a:r>
            <a:r>
              <a:rPr lang="en-US" altLang="ko-KR" dirty="0"/>
              <a:t>low-SMI </a:t>
            </a:r>
            <a:r>
              <a:rPr lang="ko-KR" altLang="en-US" dirty="0"/>
              <a:t>분류</a:t>
            </a:r>
            <a:r>
              <a:rPr lang="en-US" altLang="ko-KR" dirty="0"/>
              <a:t> (M: </a:t>
            </a:r>
            <a:r>
              <a:rPr lang="en-US" altLang="ko-KR" dirty="0" err="1"/>
              <a:t>smi</a:t>
            </a:r>
            <a:r>
              <a:rPr lang="ko-KR" altLang="en-US" dirty="0"/>
              <a:t> </a:t>
            </a:r>
            <a:r>
              <a:rPr lang="en-US" altLang="ko-KR" dirty="0"/>
              <a:t>&lt; 45.4, F: </a:t>
            </a:r>
            <a:r>
              <a:rPr lang="en-US" altLang="ko-KR" dirty="0" err="1"/>
              <a:t>smi</a:t>
            </a:r>
            <a:r>
              <a:rPr lang="en-US" altLang="ko-KR" dirty="0"/>
              <a:t> &lt; 34.4)</a:t>
            </a:r>
          </a:p>
          <a:p>
            <a:pPr lvl="1"/>
            <a:r>
              <a:rPr lang="en-US" altLang="ko-KR" dirty="0"/>
              <a:t>AUC = 0.828</a:t>
            </a:r>
            <a:r>
              <a:rPr lang="ko-KR" altLang="en-US" dirty="0"/>
              <a:t>로 높게 나옴</a:t>
            </a:r>
            <a:endParaRPr lang="en-US" altLang="ko-KR" dirty="0"/>
          </a:p>
          <a:p>
            <a:pPr lvl="1"/>
            <a:r>
              <a:rPr lang="en-US" altLang="ko-KR" dirty="0"/>
              <a:t>Sensitivity 90</a:t>
            </a:r>
            <a:r>
              <a:rPr lang="ko-KR" altLang="en-US" dirty="0"/>
              <a:t>인 </a:t>
            </a:r>
            <a:r>
              <a:rPr lang="en-US" altLang="ko-KR" dirty="0"/>
              <a:t>Cutoff</a:t>
            </a:r>
            <a:r>
              <a:rPr lang="ko-KR" altLang="en-US" dirty="0"/>
              <a:t>로 </a:t>
            </a:r>
            <a:r>
              <a:rPr lang="en-US" altLang="ko-KR" dirty="0"/>
              <a:t>Confusion Matrix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5B4C6-D608-072E-D091-ADB0F2234A4A}"/>
              </a:ext>
            </a:extLst>
          </p:cNvPr>
          <p:cNvSpPr txBox="1"/>
          <p:nvPr/>
        </p:nvSpPr>
        <p:spPr>
          <a:xfrm>
            <a:off x="508000" y="3577523"/>
            <a:ext cx="5860902" cy="26360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/>
              <a:t>왜 </a:t>
            </a:r>
            <a:r>
              <a:rPr lang="en-US" altLang="ko-KR" sz="1400" b="1" dirty="0"/>
              <a:t>Sensitivity 90% </a:t>
            </a:r>
            <a:r>
              <a:rPr lang="ko-KR" altLang="en-US" sz="1400" b="1" dirty="0"/>
              <a:t>인가</a:t>
            </a:r>
            <a:r>
              <a:rPr lang="en-US" altLang="ko-KR" sz="1400" b="1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/>
              <a:t>100% </a:t>
            </a:r>
            <a:r>
              <a:rPr lang="ko-KR" altLang="ko-KR" sz="1400" dirty="0" err="1"/>
              <a:t>Se</a:t>
            </a:r>
            <a:r>
              <a:rPr lang="en-US" altLang="ko-KR" sz="1400" dirty="0"/>
              <a:t>ns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threshold는</a:t>
            </a:r>
            <a:r>
              <a:rPr lang="ko-KR" altLang="ko-KR" sz="1400" dirty="0"/>
              <a:t> </a:t>
            </a:r>
            <a:r>
              <a:rPr lang="ko-KR" altLang="en-US" sz="1400" dirty="0"/>
              <a:t>양성 </a:t>
            </a:r>
            <a:r>
              <a:rPr lang="ko-KR" altLang="ko-KR" sz="1400" dirty="0" err="1"/>
              <a:t>n</a:t>
            </a:r>
            <a:r>
              <a:rPr lang="ko-KR" altLang="ko-KR" sz="1400" dirty="0"/>
              <a:t>=</a:t>
            </a:r>
            <a:r>
              <a:rPr lang="en-US" altLang="ko-KR" sz="1400" dirty="0"/>
              <a:t>129</a:t>
            </a:r>
            <a:r>
              <a:rPr lang="ko-KR" altLang="ko-KR" sz="1400" dirty="0"/>
              <a:t> 기준 표본 1개짜리 </a:t>
            </a:r>
            <a:r>
              <a:rPr lang="ko-KR" altLang="ko-KR" sz="1400" dirty="0" err="1"/>
              <a:t>order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statistic으로</a:t>
            </a:r>
            <a:r>
              <a:rPr lang="ko-KR" altLang="ko-KR" sz="1400" dirty="0"/>
              <a:t> 분산 추정 불가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/>
              <a:t>Se</a:t>
            </a:r>
            <a:r>
              <a:rPr lang="en-US" altLang="ko-KR" sz="1400" dirty="0"/>
              <a:t>ns</a:t>
            </a:r>
            <a:r>
              <a:rPr lang="ko-KR" altLang="ko-KR" sz="1400" dirty="0"/>
              <a:t> 90→95%p 구간 </a:t>
            </a:r>
            <a:r>
              <a:rPr lang="ko-KR" altLang="ko-KR" sz="1400" dirty="0" err="1"/>
              <a:t>Sp</a:t>
            </a:r>
            <a:r>
              <a:rPr lang="ko-KR" altLang="ko-KR" sz="1400" dirty="0"/>
              <a:t> 손실 기울기가 </a:t>
            </a:r>
            <a:r>
              <a:rPr lang="ko-KR" altLang="ko-KR" sz="1400" dirty="0" err="1"/>
              <a:t>Se</a:t>
            </a:r>
            <a:r>
              <a:rPr lang="en-US" altLang="ko-KR" sz="1400" dirty="0"/>
              <a:t>ns</a:t>
            </a:r>
            <a:r>
              <a:rPr lang="ko-KR" altLang="ko-KR" sz="1400" dirty="0"/>
              <a:t> 85→90%p 구간 대비 </a:t>
            </a:r>
            <a:r>
              <a:rPr lang="ko-KR" altLang="ko-KR" sz="1400" dirty="0" err="1"/>
              <a:t>internal</a:t>
            </a:r>
            <a:r>
              <a:rPr lang="ko-KR" altLang="ko-KR" sz="1400" dirty="0"/>
              <a:t> 1.17배/</a:t>
            </a:r>
            <a:r>
              <a:rPr lang="ko-KR" altLang="ko-KR" sz="1400" dirty="0" err="1"/>
              <a:t>external</a:t>
            </a:r>
            <a:r>
              <a:rPr lang="ko-KR" altLang="ko-KR" sz="1400" dirty="0"/>
              <a:t> 1.66배로 커짐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스크리닝 목적상 FN(low-SMI 누락) 비용이 FP보다 크다고 가정 → 한계비용이 급증하기 직전인 90%p까지 Sens 확보 (근거 수치는 다음 슬라이드 표 참고)</a:t>
            </a:r>
          </a:p>
        </p:txBody>
      </p:sp>
    </p:spTree>
    <p:extLst>
      <p:ext uri="{BB962C8B-B14F-4D97-AF65-F5344CB8AC3E}">
        <p14:creationId xmlns:p14="http://schemas.microsoft.com/office/powerpoint/2010/main" val="26791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D39F-82A4-2062-A90D-98DE675F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C404-E574-98DE-4895-973685A1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C3B1D46-CDA6-7CAD-8EE8-C21EE46A3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72344"/>
              </p:ext>
            </p:extLst>
          </p:nvPr>
        </p:nvGraphicFramePr>
        <p:xfrm>
          <a:off x="2391145" y="1421554"/>
          <a:ext cx="7409710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1942">
                  <a:extLst>
                    <a:ext uri="{9D8B030D-6E8A-4147-A177-3AD203B41FA5}">
                      <a16:colId xmlns:a16="http://schemas.microsoft.com/office/drawing/2014/main" val="246698847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2251027616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1217842442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448035793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119475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Internal FN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Internal FP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External FN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External FP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85%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337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70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90%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398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56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95%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529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6356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178735-E09B-D874-3F88-A1E9C45D0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165633"/>
              </p:ext>
            </p:extLst>
          </p:nvPr>
        </p:nvGraphicFramePr>
        <p:xfrm>
          <a:off x="884864" y="3312042"/>
          <a:ext cx="1042227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05568">
                  <a:extLst>
                    <a:ext uri="{9D8B030D-6E8A-4147-A177-3AD203B41FA5}">
                      <a16:colId xmlns:a16="http://schemas.microsoft.com/office/drawing/2014/main" val="246698847"/>
                    </a:ext>
                  </a:extLst>
                </a:gridCol>
                <a:gridCol w="2340936">
                  <a:extLst>
                    <a:ext uri="{9D8B030D-6E8A-4147-A177-3AD203B41FA5}">
                      <a16:colId xmlns:a16="http://schemas.microsoft.com/office/drawing/2014/main" val="2251027616"/>
                    </a:ext>
                  </a:extLst>
                </a:gridCol>
                <a:gridCol w="2711303">
                  <a:extLst>
                    <a:ext uri="{9D8B030D-6E8A-4147-A177-3AD203B41FA5}">
                      <a16:colId xmlns:a16="http://schemas.microsoft.com/office/drawing/2014/main" val="1217842442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119475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구간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ΔFN (</a:t>
                      </a:r>
                      <a:r>
                        <a:rPr lang="ko-KR" altLang="en-US" sz="1400" dirty="0"/>
                        <a:t>놓치는 환자 감소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ΔFP (</a:t>
                      </a:r>
                      <a:r>
                        <a:rPr lang="ko-KR" altLang="en-US" sz="1400" dirty="0"/>
                        <a:t>불필요 정밀검사 증가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FN 1</a:t>
                      </a:r>
                      <a:r>
                        <a:rPr lang="ko-KR" altLang="en-US" sz="1400" dirty="0"/>
                        <a:t>명 줄이는데 드는 </a:t>
                      </a:r>
                      <a:r>
                        <a:rPr lang="en-US" altLang="ko-KR" sz="1400" dirty="0"/>
                        <a:t>FP </a:t>
                      </a:r>
                      <a:r>
                        <a:rPr lang="ko-KR" altLang="en-US" sz="1400" dirty="0"/>
                        <a:t>비용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85%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90% (internal)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13.9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70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90%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95% (internal)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+135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22.5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56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85%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90% (external)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8.7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12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90%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95% (external)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+131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26.2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63565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86968" y="5349240"/>
            <a:ext cx="10424160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/>
              <a:t>FN 1명당 </a:t>
            </a:r>
            <a:r>
              <a:rPr sz="1400" dirty="0" err="1"/>
              <a:t>드는</a:t>
            </a:r>
            <a:r>
              <a:rPr sz="1400" dirty="0"/>
              <a:t> FP </a:t>
            </a:r>
            <a:r>
              <a:rPr sz="1400" dirty="0" err="1"/>
              <a:t>비용은</a:t>
            </a:r>
            <a:r>
              <a:rPr sz="1400" dirty="0"/>
              <a:t> 85→90%p </a:t>
            </a:r>
            <a:r>
              <a:rPr sz="1400" dirty="0" err="1"/>
              <a:t>구간보다</a:t>
            </a:r>
            <a:r>
              <a:rPr sz="1400" dirty="0"/>
              <a:t> 90→95%p </a:t>
            </a:r>
            <a:r>
              <a:rPr sz="1400" dirty="0" err="1"/>
              <a:t>구간에서</a:t>
            </a:r>
            <a:r>
              <a:rPr sz="1400" dirty="0"/>
              <a:t> 1.6~3배 </a:t>
            </a:r>
            <a:r>
              <a:rPr sz="1400" dirty="0" err="1"/>
              <a:t>증가</a:t>
            </a:r>
            <a:endParaRPr sz="1400" dirty="0"/>
          </a:p>
          <a:p>
            <a:pPr>
              <a:lnSpc>
                <a:spcPct val="150000"/>
              </a:lnSpc>
            </a:pPr>
            <a:r>
              <a:rPr sz="1400" b="1" dirty="0"/>
              <a:t>→ </a:t>
            </a:r>
            <a:r>
              <a:rPr sz="1400" b="1" dirty="0" err="1"/>
              <a:t>Sp</a:t>
            </a:r>
            <a:r>
              <a:rPr sz="1400" b="1" dirty="0"/>
              <a:t> </a:t>
            </a:r>
            <a:r>
              <a:rPr sz="1400" b="1" dirty="0" err="1"/>
              <a:t>손실이</a:t>
            </a:r>
            <a:r>
              <a:rPr sz="1400" b="1" dirty="0"/>
              <a:t> </a:t>
            </a:r>
            <a:r>
              <a:rPr sz="1400" b="1" dirty="0" err="1"/>
              <a:t>급격히</a:t>
            </a:r>
            <a:r>
              <a:rPr sz="1400" b="1" dirty="0"/>
              <a:t> </a:t>
            </a:r>
            <a:r>
              <a:rPr sz="1400" b="1" dirty="0" err="1"/>
              <a:t>커지기</a:t>
            </a:r>
            <a:r>
              <a:rPr sz="1400" b="1" dirty="0"/>
              <a:t> </a:t>
            </a:r>
            <a:r>
              <a:rPr sz="1400" b="1" dirty="0" err="1"/>
              <a:t>직전인</a:t>
            </a:r>
            <a:r>
              <a:rPr sz="1400" b="1" dirty="0"/>
              <a:t> 90%p가 </a:t>
            </a:r>
            <a:r>
              <a:rPr sz="1400" b="1" dirty="0" err="1"/>
              <a:t>비용</a:t>
            </a:r>
            <a:r>
              <a:rPr sz="1400" b="1" dirty="0"/>
              <a:t> </a:t>
            </a:r>
            <a:r>
              <a:rPr sz="1400" b="1" dirty="0" err="1"/>
              <a:t>대비</a:t>
            </a:r>
            <a:r>
              <a:rPr sz="1400" b="1" dirty="0"/>
              <a:t> </a:t>
            </a:r>
            <a:r>
              <a:rPr sz="1400" b="1" dirty="0" err="1"/>
              <a:t>효율적인</a:t>
            </a:r>
            <a:r>
              <a:rPr sz="1400" b="1" dirty="0"/>
              <a:t> cutoff</a:t>
            </a:r>
          </a:p>
        </p:txBody>
      </p:sp>
    </p:spTree>
    <p:extLst>
      <p:ext uri="{BB962C8B-B14F-4D97-AF65-F5344CB8AC3E}">
        <p14:creationId xmlns:p14="http://schemas.microsoft.com/office/powerpoint/2010/main" val="194088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B61D-7E64-8CF1-E551-B99C0CF2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DCEC8E8-4317-0294-C182-EAF0302E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64" y="992773"/>
            <a:ext cx="10432872" cy="52164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7B451F-E3AA-9A58-2DD0-035C12DC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628EAB-B760-F1BF-B989-BB10B23CA891}"/>
              </a:ext>
            </a:extLst>
          </p:cNvPr>
          <p:cNvSpPr/>
          <p:nvPr/>
        </p:nvSpPr>
        <p:spPr>
          <a:xfrm>
            <a:off x="2116183" y="1985560"/>
            <a:ext cx="2011680" cy="3944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66C5FC-2E65-1CFE-A413-1C916FE5DEE4}"/>
              </a:ext>
            </a:extLst>
          </p:cNvPr>
          <p:cNvSpPr/>
          <p:nvPr/>
        </p:nvSpPr>
        <p:spPr>
          <a:xfrm>
            <a:off x="7271657" y="1985560"/>
            <a:ext cx="2011680" cy="3944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17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4C23-0060-8DE8-67AB-82345D62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003B-96AD-9238-04FA-1A51E29C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2DAB41-2035-BDBA-E4F8-3F894B486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038774" cy="5063066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Stage 1 screen-positive(TP/FP) 오류 패턴 분석 (Error Feature Analysis)</a:t>
            </a:r>
          </a:p>
          <a:p>
            <a:pPr lvl="1"/>
            <a:r>
              <a:rPr lang="ko-KR" altLang="en-US" sz="1600" dirty="0"/>
              <a:t>결론: TP-FP 간 bmi/height/weight도 유의하게 다르지만(p&lt;0.03), 그 차이만으로는 screen의 오탐(FP)을 걸러내지 못한다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ko-KR" altLang="en-US" sz="1600" dirty="0"/>
              <a:t>→ CT(AEC-128) 기반 정보가 필요한 이유 (AEC는 모든 CT 촬영 시 스캐너가 자동 기록하는 데이터 </a:t>
            </a:r>
            <a:r>
              <a:rPr lang="en-US" altLang="ko-KR" sz="1600" dirty="0"/>
              <a:t>-</a:t>
            </a:r>
            <a:r>
              <a:rPr lang="ko-KR" altLang="en-US" sz="1600" dirty="0"/>
              <a:t> 세그멘테이션 없이 추가 비용 없이 얻을 수 있는 신호)</a:t>
            </a:r>
          </a:p>
        </p:txBody>
      </p:sp>
      <p:pic>
        <p:nvPicPr>
          <p:cNvPr id="6" name="Picture 5" descr="tp_vs_fp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319" y="3206338"/>
            <a:ext cx="4598681" cy="3103418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783CF32-47FA-C908-47D8-C963EB5AD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102397"/>
              </p:ext>
            </p:extLst>
          </p:nvPr>
        </p:nvGraphicFramePr>
        <p:xfrm>
          <a:off x="567374" y="3206338"/>
          <a:ext cx="6090720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5120">
                  <a:extLst>
                    <a:ext uri="{9D8B030D-6E8A-4147-A177-3AD203B41FA5}">
                      <a16:colId xmlns:a16="http://schemas.microsoft.com/office/drawing/2014/main" val="2297975198"/>
                    </a:ext>
                  </a:extLst>
                </a:gridCol>
                <a:gridCol w="1015120">
                  <a:extLst>
                    <a:ext uri="{9D8B030D-6E8A-4147-A177-3AD203B41FA5}">
                      <a16:colId xmlns:a16="http://schemas.microsoft.com/office/drawing/2014/main" val="1011738737"/>
                    </a:ext>
                  </a:extLst>
                </a:gridCol>
                <a:gridCol w="1015120">
                  <a:extLst>
                    <a:ext uri="{9D8B030D-6E8A-4147-A177-3AD203B41FA5}">
                      <a16:colId xmlns:a16="http://schemas.microsoft.com/office/drawing/2014/main" val="291453867"/>
                    </a:ext>
                  </a:extLst>
                </a:gridCol>
                <a:gridCol w="1015120">
                  <a:extLst>
                    <a:ext uri="{9D8B030D-6E8A-4147-A177-3AD203B41FA5}">
                      <a16:colId xmlns:a16="http://schemas.microsoft.com/office/drawing/2014/main" val="1154735498"/>
                    </a:ext>
                  </a:extLst>
                </a:gridCol>
                <a:gridCol w="1015120">
                  <a:extLst>
                    <a:ext uri="{9D8B030D-6E8A-4147-A177-3AD203B41FA5}">
                      <a16:colId xmlns:a16="http://schemas.microsoft.com/office/drawing/2014/main" val="4279169750"/>
                    </a:ext>
                  </a:extLst>
                </a:gridCol>
                <a:gridCol w="1015120">
                  <a:extLst>
                    <a:ext uri="{9D8B030D-6E8A-4147-A177-3AD203B41FA5}">
                      <a16:colId xmlns:a16="http://schemas.microsoft.com/office/drawing/2014/main" val="1848357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/>
                        <a:t>비교</a:t>
                      </a:r>
                      <a:endParaRPr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TP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FP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diff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282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20.62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21.95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-1.33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-4.80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079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166.96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165.22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+1.73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0.0213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83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57.86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60.31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-2.45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-2.23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0.0272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012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76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937D-6F2B-E271-B97D-CE1B68D00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392E-C296-E36B-28CF-887B3D2D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2DAB41-2035-BDBA-E4F8-3F894B486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Stage 2 </a:t>
            </a:r>
            <a:r>
              <a:rPr sz="1800" dirty="0" err="1"/>
              <a:t>대상군</a:t>
            </a:r>
            <a:r>
              <a:rPr sz="1800" dirty="0"/>
              <a:t>(TP/FP) AEC-128 </a:t>
            </a:r>
            <a:r>
              <a:rPr sz="1800" dirty="0" err="1"/>
              <a:t>곡선</a:t>
            </a:r>
            <a:r>
              <a:rPr sz="1800" dirty="0"/>
              <a:t> </a:t>
            </a:r>
            <a:r>
              <a:rPr sz="1800" dirty="0" err="1"/>
              <a:t>비교</a:t>
            </a:r>
            <a:endParaRPr sz="1800" dirty="0"/>
          </a:p>
          <a:p>
            <a:pPr lvl="1"/>
            <a:r>
              <a:rPr sz="1600" dirty="0"/>
              <a:t>TP vs FP </a:t>
            </a:r>
            <a:r>
              <a:rPr sz="1600" dirty="0" err="1"/>
              <a:t>환자군의</a:t>
            </a:r>
            <a:r>
              <a:rPr sz="1600" dirty="0"/>
              <a:t> patient-normalized AEC-128 </a:t>
            </a:r>
            <a:r>
              <a:rPr sz="1600" dirty="0" err="1"/>
              <a:t>곡선</a:t>
            </a:r>
            <a:r>
              <a:rPr sz="1600" dirty="0"/>
              <a:t> </a:t>
            </a:r>
            <a:r>
              <a:rPr sz="1600" dirty="0" err="1"/>
              <a:t>비교</a:t>
            </a:r>
            <a:r>
              <a:rPr sz="1600" dirty="0"/>
              <a:t> (</a:t>
            </a:r>
            <a:r>
              <a:rPr sz="1600" dirty="0" err="1"/>
              <a:t>잔차화</a:t>
            </a:r>
            <a:r>
              <a:rPr sz="1600" dirty="0"/>
              <a:t> 전, raw curve)</a:t>
            </a:r>
          </a:p>
          <a:p>
            <a:pPr marL="457200" lvl="1" indent="0">
              <a:buNone/>
            </a:pPr>
            <a:r>
              <a:rPr sz="1600" dirty="0"/>
              <a:t>→ raw </a:t>
            </a:r>
            <a:r>
              <a:rPr sz="1600" dirty="0" err="1"/>
              <a:t>AEC만으로는</a:t>
            </a:r>
            <a:r>
              <a:rPr sz="1600" dirty="0"/>
              <a:t> </a:t>
            </a:r>
            <a:r>
              <a:rPr sz="1600" dirty="0" err="1"/>
              <a:t>코호트</a:t>
            </a:r>
            <a:r>
              <a:rPr sz="1600" dirty="0"/>
              <a:t> 간 </a:t>
            </a:r>
            <a:r>
              <a:rPr sz="1600" dirty="0" err="1"/>
              <a:t>일관된</a:t>
            </a:r>
            <a:r>
              <a:rPr sz="1600" dirty="0"/>
              <a:t> TP/FP </a:t>
            </a:r>
            <a:r>
              <a:rPr sz="1600" dirty="0" err="1"/>
              <a:t>신호</a:t>
            </a:r>
            <a:r>
              <a:rPr sz="1600" dirty="0"/>
              <a:t> </a:t>
            </a:r>
            <a:r>
              <a:rPr sz="1600" dirty="0" err="1"/>
              <a:t>없음</a:t>
            </a:r>
            <a:r>
              <a:rPr sz="1600" dirty="0"/>
              <a:t> — clinical </a:t>
            </a:r>
            <a:r>
              <a:rPr sz="1600" dirty="0" err="1"/>
              <a:t>변수</a:t>
            </a:r>
            <a:r>
              <a:rPr sz="1600" dirty="0"/>
              <a:t> confound </a:t>
            </a:r>
            <a:r>
              <a:rPr sz="1600" dirty="0" err="1"/>
              <a:t>가능성</a:t>
            </a:r>
            <a:r>
              <a:rPr sz="1600" dirty="0"/>
              <a:t>, residual </a:t>
            </a:r>
            <a:r>
              <a:rPr sz="1600" dirty="0" err="1"/>
              <a:t>접근</a:t>
            </a:r>
            <a:r>
              <a:rPr sz="1600" dirty="0"/>
              <a:t> </a:t>
            </a:r>
            <a:r>
              <a:rPr sz="1600" dirty="0" err="1"/>
              <a:t>필요성을</a:t>
            </a:r>
            <a:r>
              <a:rPr sz="1600" dirty="0"/>
              <a:t> </a:t>
            </a:r>
            <a:r>
              <a:rPr sz="1600" dirty="0" err="1"/>
              <a:t>뒷받침</a:t>
            </a:r>
            <a:endParaRPr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6C388CB-8A1B-1F40-7549-1CEDA1A4F6F8}"/>
              </a:ext>
            </a:extLst>
          </p:cNvPr>
          <p:cNvGrpSpPr/>
          <p:nvPr/>
        </p:nvGrpSpPr>
        <p:grpSpPr>
          <a:xfrm>
            <a:off x="1809738" y="3633441"/>
            <a:ext cx="8572523" cy="2654186"/>
            <a:chOff x="-2177264" y="198565"/>
            <a:chExt cx="11304347" cy="3500001"/>
          </a:xfrm>
        </p:grpSpPr>
        <p:pic>
          <p:nvPicPr>
            <p:cNvPr id="4" name="Picture 3" descr="16_aec_curve_tp_vs_f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177264" y="198566"/>
              <a:ext cx="5124000" cy="3500000"/>
            </a:xfrm>
            <a:prstGeom prst="rect">
              <a:avLst/>
            </a:prstGeom>
          </p:spPr>
        </p:pic>
        <p:pic>
          <p:nvPicPr>
            <p:cNvPr id="5" name="Picture 4" descr="16_aec_curve_tp_vs_fp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3083" y="198565"/>
              <a:ext cx="5124000" cy="3499999"/>
            </a:xfrm>
            <a:prstGeom prst="rect">
              <a:avLst/>
            </a:prstGeom>
          </p:spPr>
        </p:pic>
      </p:grp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154062"/>
              </p:ext>
            </p:extLst>
          </p:nvPr>
        </p:nvGraphicFramePr>
        <p:xfrm>
          <a:off x="2500162" y="2429001"/>
          <a:ext cx="7191675" cy="100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38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8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333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코호트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curve RMSD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perm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유의성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peak slice / 방향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Gangnam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0.0155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0.227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유의하지 않음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slice 124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34"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0.0274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0.0175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유의함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slice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725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72C7-1F73-D527-41F9-038003AB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52C3-2171-A347-5161-58C8B4C5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50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BB4E5-8F3F-87A4-5FDB-5025F575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0E3D-B0CF-EE1C-1EAF-A2B3460F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Plans</a:t>
            </a:r>
            <a:endParaRPr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FAC3E-E19A-9D86-DE71-14B244B9B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80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Stage 1 Clinical-only Logistic Regression </a:t>
            </a:r>
            <a:r>
              <a:rPr lang="ko-KR" altLang="en-US" b="1" dirty="0"/>
              <a:t>계수 </a:t>
            </a:r>
            <a:r>
              <a:rPr lang="en-US" altLang="ko-KR" b="1" dirty="0"/>
              <a:t>(</a:t>
            </a:r>
            <a:r>
              <a:rPr lang="ko-KR" altLang="en-US" b="1" dirty="0"/>
              <a:t>표준화 변수 기준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r>
              <a:rPr lang="ko-KR" altLang="ko-KR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log-odds</a:t>
            </a:r>
            <a:r>
              <a:rPr lang="ko-KR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ko-KR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low</a:t>
            </a:r>
            <a:r>
              <a:rPr lang="ko-KR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-SMI) = 0.7805·age_z + 0.38·height_z + 1.5382·weight_z − 1.6348·sex_M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−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2.9516 </a:t>
            </a:r>
            <a:endParaRPr lang="en-US" altLang="ko-KR" sz="1600" dirty="0"/>
          </a:p>
          <a:p>
            <a:r>
              <a:rPr lang="ko-KR" altLang="en-US" sz="1600" dirty="0"/>
              <a:t>체중</a:t>
            </a:r>
            <a:r>
              <a:rPr lang="en-US" altLang="ko-KR" sz="1600" dirty="0"/>
              <a:t>·</a:t>
            </a:r>
            <a:r>
              <a:rPr lang="ko-KR" altLang="en-US" sz="1600" dirty="0"/>
              <a:t>나이</a:t>
            </a:r>
            <a:r>
              <a:rPr lang="en-US" altLang="ko-KR" sz="1600" dirty="0"/>
              <a:t>·</a:t>
            </a:r>
            <a:r>
              <a:rPr lang="ko-KR" altLang="en-US" sz="1600" dirty="0"/>
              <a:t>키가 클수록 </a:t>
            </a:r>
            <a:r>
              <a:rPr lang="en-US" altLang="ko-KR" sz="1600" dirty="0"/>
              <a:t>low-SMI </a:t>
            </a:r>
            <a:r>
              <a:rPr lang="ko-KR" altLang="en-US" sz="1600" dirty="0"/>
              <a:t>예측 위험도</a:t>
            </a:r>
            <a:r>
              <a:rPr lang="en-US" altLang="ko-KR" sz="1600" dirty="0"/>
              <a:t>(score) </a:t>
            </a:r>
            <a:r>
              <a:rPr lang="ko-KR" altLang="en-US" sz="1600" dirty="0"/>
              <a:t>증가</a:t>
            </a:r>
            <a:r>
              <a:rPr lang="en-US" altLang="ko-KR" sz="1600" dirty="0"/>
              <a:t>, </a:t>
            </a:r>
            <a:r>
              <a:rPr lang="ko-KR" altLang="en-US" sz="1600" dirty="0"/>
              <a:t>남성</a:t>
            </a:r>
            <a:r>
              <a:rPr lang="en-US" altLang="ko-KR" sz="1600" dirty="0"/>
              <a:t>(</a:t>
            </a:r>
            <a:r>
              <a:rPr lang="en-US" altLang="ko-KR" sz="1600" dirty="0" err="1"/>
              <a:t>sex_M</a:t>
            </a:r>
            <a:r>
              <a:rPr lang="en-US" altLang="ko-KR" sz="1600" dirty="0"/>
              <a:t>)</a:t>
            </a:r>
            <a:r>
              <a:rPr lang="ko-KR" altLang="en-US" sz="1600" dirty="0"/>
              <a:t>이면 감소 </a:t>
            </a:r>
            <a:r>
              <a:rPr lang="en-US" altLang="ko-KR" sz="1600" dirty="0"/>
              <a:t>(</a:t>
            </a:r>
            <a:r>
              <a:rPr lang="ko-KR" altLang="en-US" sz="1600" dirty="0"/>
              <a:t>성별 </a:t>
            </a:r>
            <a:r>
              <a:rPr lang="en-US" altLang="ko-KR" sz="1600" dirty="0"/>
              <a:t>cutoff </a:t>
            </a:r>
            <a:r>
              <a:rPr lang="ko-KR" altLang="en-US" sz="1600" dirty="0"/>
              <a:t>차이 반영</a:t>
            </a:r>
            <a:r>
              <a:rPr lang="en-US" altLang="ko-KR" sz="1600" dirty="0"/>
              <a:t>: M 45.4 vs F 34.4)</a:t>
            </a:r>
            <a:endParaRPr sz="1600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D9BD3D1-1A77-C55A-316D-FA0AF906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78879"/>
              </p:ext>
            </p:extLst>
          </p:nvPr>
        </p:nvGraphicFramePr>
        <p:xfrm>
          <a:off x="776177" y="1713968"/>
          <a:ext cx="3402419" cy="2103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82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계수 (coefficient)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0.7805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0.3800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1.5382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sex_M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-1.6348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</a:t>
                      </a:r>
                      <a:r>
                        <a:rPr sz="1400" dirty="0"/>
                        <a:t>ntercept</a:t>
                      </a:r>
                      <a:r>
                        <a:rPr lang="en-US" sz="1400" dirty="0"/>
                        <a:t>(LR </a:t>
                      </a:r>
                      <a:r>
                        <a:rPr lang="ko-KR" altLang="en-US" sz="1400" dirty="0"/>
                        <a:t>절편</a:t>
                      </a:r>
                      <a:r>
                        <a:rPr lang="en-US" sz="1400" dirty="0"/>
                        <a:t>)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-2.9516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4887</TotalTime>
  <Words>880</Words>
  <Application>Microsoft Office PowerPoint</Application>
  <PresentationFormat>와이드스크린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KoPub돋움체 Medium</vt:lpstr>
      <vt:lpstr>KoPub돋움체 Bold</vt:lpstr>
      <vt:lpstr>Arial</vt:lpstr>
      <vt:lpstr>Office 테마</vt:lpstr>
      <vt:lpstr>PowerPoint 프레젠테이션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Next Plans</vt:lpstr>
      <vt:lpstr>PowerPoint 프레젠테이션</vt:lpstr>
      <vt:lpstr>Backup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413</cp:revision>
  <dcterms:created xsi:type="dcterms:W3CDTF">2026-04-09T07:05:16Z</dcterms:created>
  <dcterms:modified xsi:type="dcterms:W3CDTF">2026-07-21T10:12:11Z</dcterms:modified>
</cp:coreProperties>
</file>
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643" r:id="rId3"/>
    <p:sldId id="487" r:id="rId4"/>
  </p:sldIdLst>
  <p:sldSz cx="12192000" cy="6858000"/>
  <p:notesSz cx="6858000" cy="9144000"/>
  <p:embeddedFontLst>
    <p:embeddedFont>
      <p:font typeface="KoPub돋움체 Bold" panose="00000800000000000000" pitchFamily="2" charset="-127"/>
      <p:bold r:id="rId6"/>
    </p:embeddedFont>
    <p:embeddedFont>
      <p:font typeface="KoPub돋움체 Medium" panose="00000600000000000000" pitchFamily="2" charset="-127"/>
      <p:regular r:id="rId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43"/>
            <p14:sldId id="4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8-14T01:56:12.925" v="3290"/>
      <pc:docMkLst>
        <pc:docMk/>
      </pc:docMkLst>
      <pc:sldChg chg="modSp mod modNotes modNotesTx">
        <pc:chgData name="janghoon jun" userId="056a5883350c2f5e" providerId="LiveId" clId="{6DA654A6-03B0-40F7-A259-B276216985A6}" dt="2026-08-14T01:56:12.925" v="3290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8-14T01:56:12.925" v="32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8-14T01:11:00.613" v="3163" actId="20577"/>
          <ac:spMkLst>
            <pc:docMk/>
            <pc:sldMk cId="0" sldId="256"/>
            <ac:spMk id="3" creationId="{00000000-0000-0000-0000-000000000000}"/>
          </ac:spMkLst>
        </pc:spChg>
      </pc:sldChg>
      <pc:sldChg chg="add modNotes">
        <pc:chgData name="janghoon jun" userId="056a5883350c2f5e" providerId="LiveId" clId="{6DA654A6-03B0-40F7-A259-B276216985A6}" dt="2026-08-14T01:12:23.157" v="3207" actId="368"/>
        <pc:sldMkLst>
          <pc:docMk/>
          <pc:sldMk cId="0" sldId="487"/>
        </pc:sldMkLst>
      </pc:sldChg>
      <pc:sldChg chg="modSp add del mod ord modNotes">
        <pc:chgData name="janghoon jun" userId="056a5883350c2f5e" providerId="LiveId" clId="{6DA654A6-03B0-40F7-A259-B276216985A6}" dt="2026-08-14T01:55:28.768" v="3244" actId="47"/>
        <pc:sldMkLst>
          <pc:docMk/>
          <pc:sldMk cId="1829245646" sldId="618"/>
        </pc:sldMkLst>
      </pc:sldChg>
      <pc:sldChg chg="delSp modSp del mod ord modNotes">
        <pc:chgData name="janghoon jun" userId="056a5883350c2f5e" providerId="LiveId" clId="{6DA654A6-03B0-40F7-A259-B276216985A6}" dt="2026-08-14T01:55:28.043" v="3243" actId="47"/>
        <pc:sldMkLst>
          <pc:docMk/>
          <pc:sldMk cId="1017926003" sldId="619"/>
        </pc:sldMkLst>
      </pc:sldChg>
      <pc:sldChg chg="addSp delSp modSp del mod modNotes">
        <pc:chgData name="janghoon jun" userId="056a5883350c2f5e" providerId="LiveId" clId="{6DA654A6-03B0-40F7-A259-B276216985A6}" dt="2026-08-14T01:55:29.093" v="3245" actId="47"/>
        <pc:sldMkLst>
          <pc:docMk/>
          <pc:sldMk cId="0" sldId="639"/>
        </pc:sldMkLst>
      </pc:sldChg>
      <pc:sldChg chg="addSp delSp modSp del mod chgLayout modNotes">
        <pc:chgData name="janghoon jun" userId="056a5883350c2f5e" providerId="LiveId" clId="{6DA654A6-03B0-40F7-A259-B276216985A6}" dt="2026-08-14T01:55:31.464" v="3252" actId="47"/>
        <pc:sldMkLst>
          <pc:docMk/>
          <pc:sldMk cId="0" sldId="642"/>
        </pc:sldMkLst>
      </pc:sldChg>
      <pc:sldChg chg="addSp delSp modSp add mod ord modNotes modNotesTx">
        <pc:chgData name="janghoon jun" userId="056a5883350c2f5e" providerId="LiveId" clId="{6DA654A6-03B0-40F7-A259-B276216985A6}" dt="2026-08-14T01:55:24.329" v="3242" actId="6549"/>
        <pc:sldMkLst>
          <pc:docMk/>
          <pc:sldMk cId="4186292439" sldId="643"/>
        </pc:sldMkLst>
        <pc:spChg chg="mod">
          <ac:chgData name="janghoon jun" userId="056a5883350c2f5e" providerId="LiveId" clId="{6DA654A6-03B0-40F7-A259-B276216985A6}" dt="2026-08-14T01:55:19.523" v="3241" actId="6549"/>
          <ac:spMkLst>
            <pc:docMk/>
            <pc:sldMk cId="4186292439" sldId="643"/>
            <ac:spMk id="2" creationId="{8D695D7E-5B12-EE7F-2D27-D112735D3DF1}"/>
          </ac:spMkLst>
        </pc:spChg>
        <pc:spChg chg="add mod">
          <ac:chgData name="janghoon jun" userId="056a5883350c2f5e" providerId="LiveId" clId="{6DA654A6-03B0-40F7-A259-B276216985A6}" dt="2026-08-14T01:55:24.329" v="3242" actId="6549"/>
          <ac:spMkLst>
            <pc:docMk/>
            <pc:sldMk cId="4186292439" sldId="643"/>
            <ac:spMk id="6" creationId="{D98B7DAF-1ED7-D645-9CAA-09C1CC8E5F2B}"/>
          </ac:spMkLst>
        </pc:spChg>
      </pc:sldChg>
      <pc:sldChg chg="addSp delSp modSp del mod modNotes">
        <pc:chgData name="janghoon jun" userId="056a5883350c2f5e" providerId="LiveId" clId="{6DA654A6-03B0-40F7-A259-B276216985A6}" dt="2026-08-14T01:55:30.075" v="3248" actId="47"/>
        <pc:sldMkLst>
          <pc:docMk/>
          <pc:sldMk cId="0" sldId="644"/>
        </pc:sldMkLst>
      </pc:sldChg>
      <pc:sldChg chg="addSp delSp modSp add del mod chgLayout modNotes">
        <pc:chgData name="janghoon jun" userId="056a5883350c2f5e" providerId="LiveId" clId="{6DA654A6-03B0-40F7-A259-B276216985A6}" dt="2026-08-14T01:55:32.148" v="3254" actId="47"/>
        <pc:sldMkLst>
          <pc:docMk/>
          <pc:sldMk cId="238947098" sldId="645"/>
        </pc:sldMkLst>
      </pc:sldChg>
      <pc:sldChg chg="addSp delSp modSp add del mod chgLayout modNotes">
        <pc:chgData name="janghoon jun" userId="056a5883350c2f5e" providerId="LiveId" clId="{6DA654A6-03B0-40F7-A259-B276216985A6}" dt="2026-08-14T01:55:32.466" v="3255" actId="47"/>
        <pc:sldMkLst>
          <pc:docMk/>
          <pc:sldMk cId="3356245462" sldId="646"/>
        </pc:sldMkLst>
      </pc:sldChg>
      <pc:sldChg chg="addSp delSp modSp add del mod chgLayout modNotes">
        <pc:chgData name="janghoon jun" userId="056a5883350c2f5e" providerId="LiveId" clId="{6DA654A6-03B0-40F7-A259-B276216985A6}" dt="2026-08-14T01:55:40.762" v="3271" actId="47"/>
        <pc:sldMkLst>
          <pc:docMk/>
          <pc:sldMk cId="314155230" sldId="647"/>
        </pc:sldMkLst>
      </pc:sldChg>
      <pc:sldChg chg="addSp delSp modSp add del mod chgLayout modNotes">
        <pc:chgData name="janghoon jun" userId="056a5883350c2f5e" providerId="LiveId" clId="{6DA654A6-03B0-40F7-A259-B276216985A6}" dt="2026-08-14T01:55:30.807" v="3250" actId="47"/>
        <pc:sldMkLst>
          <pc:docMk/>
          <pc:sldMk cId="3609397919" sldId="648"/>
        </pc:sldMkLst>
      </pc:sldChg>
      <pc:sldChg chg="addSp delSp modSp add del mod chgLayout modNotes">
        <pc:chgData name="janghoon jun" userId="056a5883350c2f5e" providerId="LiveId" clId="{6DA654A6-03B0-40F7-A259-B276216985A6}" dt="2026-08-14T01:55:42.061" v="3275" actId="47"/>
        <pc:sldMkLst>
          <pc:docMk/>
          <pc:sldMk cId="369026705" sldId="649"/>
        </pc:sldMkLst>
      </pc:sldChg>
      <pc:sldChg chg="addSp delSp modSp add del mod chgLayout modNotes">
        <pc:chgData name="janghoon jun" userId="056a5883350c2f5e" providerId="LiveId" clId="{6DA654A6-03B0-40F7-A259-B276216985A6}" dt="2026-08-14T01:55:42.505" v="3276" actId="47"/>
        <pc:sldMkLst>
          <pc:docMk/>
          <pc:sldMk cId="191594372" sldId="650"/>
        </pc:sldMkLst>
      </pc:sldChg>
      <pc:sldChg chg="addSp delSp modSp add del mod chgLayout modNotes">
        <pc:chgData name="janghoon jun" userId="056a5883350c2f5e" providerId="LiveId" clId="{6DA654A6-03B0-40F7-A259-B276216985A6}" dt="2026-08-14T01:55:33.097" v="3257" actId="47"/>
        <pc:sldMkLst>
          <pc:docMk/>
          <pc:sldMk cId="3101624389" sldId="652"/>
        </pc:sldMkLst>
      </pc:sldChg>
      <pc:sldChg chg="addSp delSp modSp del mod chgLayout modNotes">
        <pc:chgData name="janghoon jun" userId="056a5883350c2f5e" providerId="LiveId" clId="{6DA654A6-03B0-40F7-A259-B276216985A6}" dt="2026-08-14T01:55:33.437" v="3258" actId="47"/>
        <pc:sldMkLst>
          <pc:docMk/>
          <pc:sldMk cId="0" sldId="655"/>
        </pc:sldMkLst>
      </pc:sldChg>
      <pc:sldChg chg="modSp del mod modNotes">
        <pc:chgData name="janghoon jun" userId="056a5883350c2f5e" providerId="LiveId" clId="{6DA654A6-03B0-40F7-A259-B276216985A6}" dt="2026-08-14T01:55:29.451" v="3246" actId="47"/>
        <pc:sldMkLst>
          <pc:docMk/>
          <pc:sldMk cId="0" sldId="656"/>
        </pc:sldMkLst>
      </pc:sldChg>
      <pc:sldChg chg="addSp delSp modSp del mod modNotes">
        <pc:chgData name="janghoon jun" userId="056a5883350c2f5e" providerId="LiveId" clId="{6DA654A6-03B0-40F7-A259-B276216985A6}" dt="2026-08-14T01:55:29.770" v="3247" actId="47"/>
        <pc:sldMkLst>
          <pc:docMk/>
          <pc:sldMk cId="0" sldId="657"/>
        </pc:sldMkLst>
        <pc:spChg chg="mod">
          <ac:chgData name="janghoon jun" userId="056a5883350c2f5e" providerId="LiveId" clId="{6DA654A6-03B0-40F7-A259-B276216985A6}" dt="2026-08-13T05:07:43.021" v="3158" actId="113"/>
          <ac:spMkLst>
            <pc:docMk/>
            <pc:sldMk cId="0" sldId="657"/>
            <ac:spMk id="3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8-13T05:04:38.869" v="3123" actId="478"/>
          <ac:grpSpMkLst>
            <pc:docMk/>
            <pc:sldMk cId="0" sldId="657"/>
            <ac:grpSpMk id="10" creationId="{8C1253C6-0D03-FA26-C1B0-EC3F66715C85}"/>
          </ac:grpSpMkLst>
        </pc:grpChg>
        <pc:grpChg chg="add mod">
          <ac:chgData name="janghoon jun" userId="056a5883350c2f5e" providerId="LiveId" clId="{6DA654A6-03B0-40F7-A259-B276216985A6}" dt="2026-08-13T05:07:47.441" v="3159" actId="1076"/>
          <ac:grpSpMkLst>
            <pc:docMk/>
            <pc:sldMk cId="0" sldId="657"/>
            <ac:grpSpMk id="13" creationId="{A4EDA582-2530-3FB2-D4E3-1FD88E8584AE}"/>
          </ac:grpSpMkLst>
        </pc:grpChg>
        <pc:picChg chg="mod modCrop">
          <ac:chgData name="janghoon jun" userId="056a5883350c2f5e" providerId="LiveId" clId="{6DA654A6-03B0-40F7-A259-B276216985A6}" dt="2026-08-13T05:07:47.441" v="3159" actId="1076"/>
          <ac:picMkLst>
            <pc:docMk/>
            <pc:sldMk cId="0" sldId="657"/>
            <ac:picMk id="5" creationId="{00000000-0000-0000-0000-000000000000}"/>
          </ac:picMkLst>
        </pc:picChg>
        <pc:picChg chg="add mod ord modCrop">
          <ac:chgData name="janghoon jun" userId="056a5883350c2f5e" providerId="LiveId" clId="{6DA654A6-03B0-40F7-A259-B276216985A6}" dt="2026-08-13T05:06:24.438" v="3144" actId="1036"/>
          <ac:picMkLst>
            <pc:docMk/>
            <pc:sldMk cId="0" sldId="657"/>
            <ac:picMk id="8" creationId="{9D0EC982-C17D-C0B8-215C-123F64E385D1}"/>
          </ac:picMkLst>
        </pc:picChg>
        <pc:picChg chg="add mod modCrop">
          <ac:chgData name="janghoon jun" userId="056a5883350c2f5e" providerId="LiveId" clId="{6DA654A6-03B0-40F7-A259-B276216985A6}" dt="2026-08-13T05:06:19.914" v="3140" actId="1035"/>
          <ac:picMkLst>
            <pc:docMk/>
            <pc:sldMk cId="0" sldId="657"/>
            <ac:picMk id="12" creationId="{629B9525-7E44-1E93-2DAA-115FA7CB5D17}"/>
          </ac:picMkLst>
        </pc:picChg>
      </pc:sldChg>
      <pc:sldChg chg="addSp delSp modSp del mod modNotes">
        <pc:chgData name="janghoon jun" userId="056a5883350c2f5e" providerId="LiveId" clId="{6DA654A6-03B0-40F7-A259-B276216985A6}" dt="2026-08-14T01:55:32.785" v="3256" actId="47"/>
        <pc:sldMkLst>
          <pc:docMk/>
          <pc:sldMk cId="0" sldId="662"/>
        </pc:sldMkLst>
      </pc:sldChg>
      <pc:sldChg chg="addSp delSp modSp del mod modNotes">
        <pc:chgData name="janghoon jun" userId="056a5883350c2f5e" providerId="LiveId" clId="{6DA654A6-03B0-40F7-A259-B276216985A6}" dt="2026-08-14T01:55:38.232" v="3262" actId="47"/>
        <pc:sldMkLst>
          <pc:docMk/>
          <pc:sldMk cId="0" sldId="663"/>
        </pc:sldMkLst>
      </pc:sldChg>
      <pc:sldChg chg="addSp delSp modSp del mod modNotes">
        <pc:chgData name="janghoon jun" userId="056a5883350c2f5e" providerId="LiveId" clId="{6DA654A6-03B0-40F7-A259-B276216985A6}" dt="2026-08-14T01:55:38.621" v="3263" actId="47"/>
        <pc:sldMkLst>
          <pc:docMk/>
          <pc:sldMk cId="0" sldId="664"/>
        </pc:sldMkLst>
      </pc:sldChg>
      <pc:sldChg chg="addSp delSp modSp del mod modNotes">
        <pc:chgData name="janghoon jun" userId="056a5883350c2f5e" providerId="LiveId" clId="{6DA654A6-03B0-40F7-A259-B276216985A6}" dt="2026-08-14T01:55:38.955" v="3264" actId="47"/>
        <pc:sldMkLst>
          <pc:docMk/>
          <pc:sldMk cId="0" sldId="665"/>
        </pc:sldMkLst>
      </pc:sldChg>
      <pc:sldChg chg="addSp delSp modSp del mod modNotes">
        <pc:chgData name="janghoon jun" userId="056a5883350c2f5e" providerId="LiveId" clId="{6DA654A6-03B0-40F7-A259-B276216985A6}" dt="2026-08-14T01:55:39.256" v="3265" actId="47"/>
        <pc:sldMkLst>
          <pc:docMk/>
          <pc:sldMk cId="0" sldId="666"/>
        </pc:sldMkLst>
      </pc:sldChg>
      <pc:sldChg chg="addSp delSp modSp del mod modNotes">
        <pc:chgData name="janghoon jun" userId="056a5883350c2f5e" providerId="LiveId" clId="{6DA654A6-03B0-40F7-A259-B276216985A6}" dt="2026-08-14T01:55:39.557" v="3266" actId="47"/>
        <pc:sldMkLst>
          <pc:docMk/>
          <pc:sldMk cId="0" sldId="667"/>
        </pc:sldMkLst>
      </pc:sldChg>
      <pc:sldChg chg="addSp delSp modSp del mod modNotes">
        <pc:chgData name="janghoon jun" userId="056a5883350c2f5e" providerId="LiveId" clId="{6DA654A6-03B0-40F7-A259-B276216985A6}" dt="2026-08-14T01:55:39.816" v="3267" actId="47"/>
        <pc:sldMkLst>
          <pc:docMk/>
          <pc:sldMk cId="0" sldId="668"/>
        </pc:sldMkLst>
      </pc:sldChg>
      <pc:sldChg chg="addSp delSp modSp del mod modNotes">
        <pc:chgData name="janghoon jun" userId="056a5883350c2f5e" providerId="LiveId" clId="{6DA654A6-03B0-40F7-A259-B276216985A6}" dt="2026-08-14T01:55:40.066" v="3268" actId="47"/>
        <pc:sldMkLst>
          <pc:docMk/>
          <pc:sldMk cId="0" sldId="669"/>
        </pc:sldMkLst>
      </pc:sldChg>
      <pc:sldChg chg="addSp delSp modSp del mod modNotes">
        <pc:chgData name="janghoon jun" userId="056a5883350c2f5e" providerId="LiveId" clId="{6DA654A6-03B0-40F7-A259-B276216985A6}" dt="2026-08-14T01:55:40.287" v="3269" actId="47"/>
        <pc:sldMkLst>
          <pc:docMk/>
          <pc:sldMk cId="0" sldId="670"/>
        </pc:sldMkLst>
      </pc:sldChg>
      <pc:sldChg chg="addSp delSp modSp del mod modNotes">
        <pc:chgData name="janghoon jun" userId="056a5883350c2f5e" providerId="LiveId" clId="{6DA654A6-03B0-40F7-A259-B276216985A6}" dt="2026-08-14T01:55:40.522" v="3270" actId="47"/>
        <pc:sldMkLst>
          <pc:docMk/>
          <pc:sldMk cId="0" sldId="671"/>
        </pc:sldMkLst>
      </pc:sldChg>
      <pc:sldChg chg="addSp delSp modSp add del mod modNotes">
        <pc:chgData name="janghoon jun" userId="056a5883350c2f5e" providerId="LiveId" clId="{6DA654A6-03B0-40F7-A259-B276216985A6}" dt="2026-08-14T01:55:41.763" v="3274" actId="47"/>
        <pc:sldMkLst>
          <pc:docMk/>
          <pc:sldMk cId="232030861" sldId="672"/>
        </pc:sldMkLst>
      </pc:sldChg>
      <pc:sldChg chg="addSp delSp modSp add del mod modNotes">
        <pc:chgData name="janghoon jun" userId="056a5883350c2f5e" providerId="LiveId" clId="{6DA654A6-03B0-40F7-A259-B276216985A6}" dt="2026-08-14T01:55:41.285" v="3273" actId="47"/>
        <pc:sldMkLst>
          <pc:docMk/>
          <pc:sldMk cId="3615412384" sldId="673"/>
        </pc:sldMkLst>
      </pc:sldChg>
      <pc:sldChg chg="addSp delSp modSp add del mod ord modNotes">
        <pc:chgData name="janghoon jun" userId="056a5883350c2f5e" providerId="LiveId" clId="{6DA654A6-03B0-40F7-A259-B276216985A6}" dt="2026-08-14T01:55:41.021" v="3272" actId="47"/>
        <pc:sldMkLst>
          <pc:docMk/>
          <pc:sldMk cId="3139197864" sldId="674"/>
        </pc:sldMkLst>
      </pc:sldChg>
      <pc:sldChg chg="addSp delSp modSp add del mod modNotes">
        <pc:chgData name="janghoon jun" userId="056a5883350c2f5e" providerId="LiveId" clId="{6DA654A6-03B0-40F7-A259-B276216985A6}" dt="2026-08-14T01:55:36.103" v="3261" actId="47"/>
        <pc:sldMkLst>
          <pc:docMk/>
          <pc:sldMk cId="2289948881" sldId="675"/>
        </pc:sldMkLst>
        <pc:spChg chg="add mod">
          <ac:chgData name="janghoon jun" userId="056a5883350c2f5e" providerId="LiveId" clId="{6DA654A6-03B0-40F7-A259-B276216985A6}" dt="2026-08-13T04:52:55.122" v="2985" actId="27636"/>
          <ac:spMkLst>
            <pc:docMk/>
            <pc:sldMk cId="2289948881" sldId="675"/>
            <ac:spMk id="4" creationId="{DCB23DE8-EEB7-5682-E1F8-DABB32DFE16F}"/>
          </ac:spMkLst>
        </pc:spChg>
      </pc:sldChg>
      <pc:sldChg chg="modSp del mod modNotes">
        <pc:chgData name="janghoon jun" userId="056a5883350c2f5e" providerId="LiveId" clId="{6DA654A6-03B0-40F7-A259-B276216985A6}" dt="2026-08-14T01:55:33.845" v="3259" actId="47"/>
        <pc:sldMkLst>
          <pc:docMk/>
          <pc:sldMk cId="0" sldId="677"/>
        </pc:sldMkLst>
      </pc:sldChg>
      <pc:sldChg chg="modSp del mod modNotes">
        <pc:chgData name="janghoon jun" userId="056a5883350c2f5e" providerId="LiveId" clId="{6DA654A6-03B0-40F7-A259-B276216985A6}" dt="2026-08-14T01:55:30.472" v="3249" actId="47"/>
        <pc:sldMkLst>
          <pc:docMk/>
          <pc:sldMk cId="0" sldId="678"/>
        </pc:sldMkLst>
      </pc:sldChg>
      <pc:sldChg chg="modSp del mod modNotes">
        <pc:chgData name="janghoon jun" userId="056a5883350c2f5e" providerId="LiveId" clId="{6DA654A6-03B0-40F7-A259-B276216985A6}" dt="2026-08-14T01:55:31.100" v="3251" actId="47"/>
        <pc:sldMkLst>
          <pc:docMk/>
          <pc:sldMk cId="0" sldId="679"/>
        </pc:sldMkLst>
      </pc:sldChg>
      <pc:sldChg chg="del modNotes">
        <pc:chgData name="janghoon jun" userId="056a5883350c2f5e" providerId="LiveId" clId="{6DA654A6-03B0-40F7-A259-B276216985A6}" dt="2026-08-14T01:55:31.852" v="3253" actId="47"/>
        <pc:sldMkLst>
          <pc:docMk/>
          <pc:sldMk cId="0" sldId="680"/>
        </pc:sldMkLst>
      </pc:sldChg>
      <pc:sldChg chg="del modNotes">
        <pc:chgData name="janghoon jun" userId="056a5883350c2f5e" providerId="LiveId" clId="{6DA654A6-03B0-40F7-A259-B276216985A6}" dt="2026-08-14T01:55:43.340" v="3277" actId="47"/>
        <pc:sldMkLst>
          <pc:docMk/>
          <pc:sldMk cId="0" sldId="681"/>
        </pc:sldMkLst>
      </pc:sldChg>
      <pc:sldChg chg="addSp delSp modSp del mod chgLayout modNotes">
        <pc:chgData name="janghoon jun" userId="056a5883350c2f5e" providerId="LiveId" clId="{6DA654A6-03B0-40F7-A259-B276216985A6}" dt="2026-08-14T01:55:34.151" v="3260" actId="47"/>
        <pc:sldMkLst>
          <pc:docMk/>
          <pc:sldMk cId="0" sldId="682"/>
        </pc:sldMkLst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2" creationId="{8D695D7E-5B12-EE7F-2D27-D112735D3DF1}"/>
          </ac:spMkLst>
        </pc:spChg>
        <pc:spChg chg="add mod ord">
          <ac:chgData name="janghoon jun" userId="056a5883350c2f5e" providerId="LiveId" clId="{6DA654A6-03B0-40F7-A259-B276216985A6}" dt="2026-08-13T04:58:59.068" v="3108" actId="27636"/>
          <ac:spMkLst>
            <pc:docMk/>
            <pc:sldMk cId="0" sldId="682"/>
            <ac:spMk id="3" creationId="{F0E72CD2-81D6-E4A4-7AB6-851063A4EC79}"/>
          </ac:spMkLst>
        </pc:spChg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4" creationId="{C7CA2E73-B7C0-AE73-6FBB-E862B2291EE5}"/>
          </ac:spMkLst>
        </pc:spChg>
        <pc:spChg chg="del mod">
          <ac:chgData name="janghoon jun" userId="056a5883350c2f5e" providerId="LiveId" clId="{6DA654A6-03B0-40F7-A259-B276216985A6}" dt="2026-08-13T04:52:51.334" v="2982" actId="478"/>
          <ac:spMkLst>
            <pc:docMk/>
            <pc:sldMk cId="0" sldId="682"/>
            <ac:spMk id="6" creationId="{D98B7DAF-1ED7-D645-9CAA-09C1CC8E5F2B}"/>
          </ac:spMkLst>
        </pc:spChg>
        <pc:graphicFrameChg chg="mod modGraphic">
          <ac:chgData name="janghoon jun" userId="056a5883350c2f5e" providerId="LiveId" clId="{6DA654A6-03B0-40F7-A259-B276216985A6}" dt="2026-08-13T05:02:55.854" v="3111" actId="20577"/>
          <ac:graphicFrameMkLst>
            <pc:docMk/>
            <pc:sldMk cId="0" sldId="682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2026-08-14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51FD-4ABA-2C4C-CE26-1D1E68F5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50A52-A407-564C-F0B1-A12657CBF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BC64B-C5FA-3BDE-D8D2-057ACA4BD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14039-F512-1433-3454-19B667041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73470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FPCA 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개념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8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26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A568-1B3B-CA2F-F682-AF542053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95D7E-5B12-EE7F-2D27-D112735D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A2E73-B7C0-AE73-6FBB-E862B229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8B7DAF-1ED7-D645-9CAA-09C1CC8E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  <a:spcAft>
                <a:spcPts val="800"/>
              </a:spcAft>
            </a:pP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418629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6923</TotalTime>
  <Words>28</Words>
  <Application>Microsoft Office PowerPoint</Application>
  <PresentationFormat>와이드스크린</PresentationFormat>
  <Paragraphs>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KoPub돋움체 Medium</vt:lpstr>
      <vt:lpstr>Arial</vt:lpstr>
      <vt:lpstr>KoPub돋움체 Bold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686</cp:revision>
  <dcterms:created xsi:type="dcterms:W3CDTF">2026-04-09T07:05:16Z</dcterms:created>
  <dcterms:modified xsi:type="dcterms:W3CDTF">2026-08-14T01:56:16Z</dcterms:modified>
</cp:coreProperties>
</file>
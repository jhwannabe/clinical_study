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173200" cy="770731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6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custSel modSld">
      <pc:chgData name="janghoon jun" userId="056a5883350c2f5e" providerId="LiveId" clId="{6DA654A6-03B0-40F7-A259-B276216985A6}" dt="2026-08-28T04:01:47.826" v="246" actId="14100"/>
      <pc:docMkLst>
        <pc:docMk/>
      </pc:docMkLst>
      <pc:sldChg chg="addSp delSp modSp mod setBg">
        <pc:chgData name="janghoon jun" userId="056a5883350c2f5e" providerId="LiveId" clId="{6DA654A6-03B0-40F7-A259-B276216985A6}" dt="2026-08-28T04:01:47.826" v="246" actId="14100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28T03:59:02.089" v="204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8-28T04:00:21.669" v="231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8-28T03:59:02.089" v="204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8-28T03:59:02.089" v="204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8-28T04:00:21.669" v="231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8-28T03:59:02.089" v="204" actId="255"/>
          <ac:spMkLst>
            <pc:docMk/>
            <pc:sldMk cId="0" sldId="256"/>
            <ac:spMk id="11" creationId="{00000000-0000-0000-0000-000000000000}"/>
          </ac:spMkLst>
        </pc:spChg>
        <pc:grpChg chg="add mod">
          <ac:chgData name="janghoon jun" userId="056a5883350c2f5e" providerId="LiveId" clId="{6DA654A6-03B0-40F7-A259-B276216985A6}" dt="2026-08-28T03:54:33.422" v="189" actId="1076"/>
          <ac:grpSpMkLst>
            <pc:docMk/>
            <pc:sldMk cId="0" sldId="256"/>
            <ac:grpSpMk id="14" creationId="{CC2A2806-F032-F7B0-622E-76AA91581B82}"/>
          </ac:grpSpMkLst>
        </pc:grpChg>
        <pc:grpChg chg="add del mod">
          <ac:chgData name="janghoon jun" userId="056a5883350c2f5e" providerId="LiveId" clId="{6DA654A6-03B0-40F7-A259-B276216985A6}" dt="2026-08-27T05:07:38.186" v="165" actId="164"/>
          <ac:grpSpMkLst>
            <pc:docMk/>
            <pc:sldMk cId="0" sldId="256"/>
            <ac:grpSpMk id="16" creationId="{F6A5BFCC-8BEA-EA2D-52D6-2DE10DF693BE}"/>
          </ac:grpSpMkLst>
        </pc:grpChg>
        <pc:grpChg chg="add mod">
          <ac:chgData name="janghoon jun" userId="056a5883350c2f5e" providerId="LiveId" clId="{6DA654A6-03B0-40F7-A259-B276216985A6}" dt="2026-08-28T03:54:03.870" v="181" actId="164"/>
          <ac:grpSpMkLst>
            <pc:docMk/>
            <pc:sldMk cId="0" sldId="256"/>
            <ac:grpSpMk id="18" creationId="{22ECDDEB-9C4F-50F8-FBF9-27FFB131F803}"/>
          </ac:grpSpMkLst>
        </pc:grpChg>
        <pc:cxnChg chg="mod">
          <ac:chgData name="janghoon jun" userId="056a5883350c2f5e" providerId="LiveId" clId="{6DA654A6-03B0-40F7-A259-B276216985A6}" dt="2026-08-28T04:01:42.222" v="245" actId="14100"/>
          <ac:cxnSpMkLst>
            <pc:docMk/>
            <pc:sldMk cId="0" sldId="256"/>
            <ac:cxnSpMk id="2" creationId="{00000000-0000-0000-0000-000000000000}"/>
          </ac:cxnSpMkLst>
        </pc:cxnChg>
        <pc:cxnChg chg="del mod">
          <ac:chgData name="janghoon jun" userId="056a5883350c2f5e" providerId="LiveId" clId="{6DA654A6-03B0-40F7-A259-B276216985A6}" dt="2026-08-28T03:52:57.668" v="171" actId="478"/>
          <ac:cxnSpMkLst>
            <pc:docMk/>
            <pc:sldMk cId="0" sldId="256"/>
            <ac:cxnSpMk id="3" creationId="{00000000-0000-0000-0000-000000000000}"/>
          </ac:cxnSpMkLst>
        </pc:cxnChg>
        <pc:cxnChg chg="del mod">
          <ac:chgData name="janghoon jun" userId="056a5883350c2f5e" providerId="LiveId" clId="{6DA654A6-03B0-40F7-A259-B276216985A6}" dt="2026-08-27T04:54:53.828" v="66" actId="478"/>
          <ac:cxnSpMkLst>
            <pc:docMk/>
            <pc:sldMk cId="0" sldId="256"/>
            <ac:cxnSpMk id="4" creationId="{00000000-0000-0000-0000-000000000000}"/>
          </ac:cxnSpMkLst>
        </pc:cxnChg>
        <pc:cxnChg chg="del mod">
          <ac:chgData name="janghoon jun" userId="056a5883350c2f5e" providerId="LiveId" clId="{6DA654A6-03B0-40F7-A259-B276216985A6}" dt="2026-08-27T04:54:53.297" v="65" actId="478"/>
          <ac:cxnSpMkLst>
            <pc:docMk/>
            <pc:sldMk cId="0" sldId="256"/>
            <ac:cxnSpMk id="5" creationId="{00000000-0000-0000-0000-000000000000}"/>
          </ac:cxnSpMkLst>
        </pc:cxnChg>
        <pc:cxnChg chg="add mod">
          <ac:chgData name="janghoon jun" userId="056a5883350c2f5e" providerId="LiveId" clId="{6DA654A6-03B0-40F7-A259-B276216985A6}" dt="2026-08-28T04:01:47.826" v="246" actId="14100"/>
          <ac:cxnSpMkLst>
            <pc:docMk/>
            <pc:sldMk cId="0" sldId="256"/>
            <ac:cxnSpMk id="5" creationId="{D5DA2296-E1ED-19A7-41EF-5BE08A7C1A44}"/>
          </ac:cxnSpMkLst>
        </pc:cxnChg>
        <pc:cxnChg chg="add mod">
          <ac:chgData name="janghoon jun" userId="056a5883350c2f5e" providerId="LiveId" clId="{6DA654A6-03B0-40F7-A259-B276216985A6}" dt="2026-08-28T04:01:02.728" v="240" actId="14100"/>
          <ac:cxnSpMkLst>
            <pc:docMk/>
            <pc:sldMk cId="0" sldId="256"/>
            <ac:cxnSpMk id="12" creationId="{934BB93B-27A7-099B-60D4-2A08F424CCA5}"/>
          </ac:cxnSpMkLst>
        </pc:cxnChg>
        <pc:cxnChg chg="add mod">
          <ac:chgData name="janghoon jun" userId="056a5883350c2f5e" providerId="LiveId" clId="{6DA654A6-03B0-40F7-A259-B276216985A6}" dt="2026-08-28T04:01:34.597" v="244" actId="14100"/>
          <ac:cxnSpMkLst>
            <pc:docMk/>
            <pc:sldMk cId="0" sldId="256"/>
            <ac:cxnSpMk id="13" creationId="{5EC343C8-9826-BC86-84F3-298C0B8EBD1E}"/>
          </ac:cxnSpMkLst>
        </pc:cxnChg>
        <pc:cxnChg chg="add del mod">
          <ac:chgData name="janghoon jun" userId="056a5883350c2f5e" providerId="LiveId" clId="{6DA654A6-03B0-40F7-A259-B276216985A6}" dt="2026-08-27T05:06:49.546" v="134" actId="478"/>
          <ac:cxnSpMkLst>
            <pc:docMk/>
            <pc:sldMk cId="0" sldId="256"/>
            <ac:cxnSpMk id="14" creationId="{228F330A-614B-A6D1-D0B5-B03283EAB1B0}"/>
          </ac:cxnSpMkLst>
        </pc:cxnChg>
        <pc:cxnChg chg="add del mod">
          <ac:chgData name="janghoon jun" userId="056a5883350c2f5e" providerId="LiveId" clId="{6DA654A6-03B0-40F7-A259-B276216985A6}" dt="2026-08-27T05:06:46.379" v="131" actId="478"/>
          <ac:cxnSpMkLst>
            <pc:docMk/>
            <pc:sldMk cId="0" sldId="256"/>
            <ac:cxnSpMk id="15" creationId="{98339B44-3D84-8043-60C6-1C2017E75C7D}"/>
          </ac:cxnSpMkLst>
        </pc:cxnChg>
        <pc:cxnChg chg="add del mod">
          <ac:chgData name="janghoon jun" userId="056a5883350c2f5e" providerId="LiveId" clId="{6DA654A6-03B0-40F7-A259-B276216985A6}" dt="2026-08-28T03:53:27.495" v="176" actId="478"/>
          <ac:cxnSpMkLst>
            <pc:docMk/>
            <pc:sldMk cId="0" sldId="256"/>
            <ac:cxnSpMk id="17" creationId="{D7217316-A335-4E20-C7C9-CC134BD287E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CC2A2806-F032-F7B0-622E-76AA91581B82}"/>
              </a:ext>
            </a:extLst>
          </p:cNvPr>
          <p:cNvGrpSpPr/>
          <p:nvPr/>
        </p:nvGrpSpPr>
        <p:grpSpPr>
          <a:xfrm>
            <a:off x="235149" y="202876"/>
            <a:ext cx="13702901" cy="7301560"/>
            <a:chOff x="541709" y="333811"/>
            <a:chExt cx="13058963" cy="6958439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2ECDDEB-9C4F-50F8-FBF9-27FFB131F803}"/>
                </a:ext>
              </a:extLst>
            </p:cNvPr>
            <p:cNvGrpSpPr/>
            <p:nvPr/>
          </p:nvGrpSpPr>
          <p:grpSpPr>
            <a:xfrm>
              <a:off x="541709" y="333811"/>
              <a:ext cx="13058963" cy="6958439"/>
              <a:chOff x="541709" y="333811"/>
              <a:chExt cx="13058963" cy="6958439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6A5BFCC-8BEA-EA2D-52D6-2DE10DF693BE}"/>
                  </a:ext>
                </a:extLst>
              </p:cNvPr>
              <p:cNvGrpSpPr/>
              <p:nvPr/>
            </p:nvGrpSpPr>
            <p:grpSpPr>
              <a:xfrm>
                <a:off x="541709" y="333811"/>
                <a:ext cx="13058963" cy="6958439"/>
                <a:chOff x="295274" y="411521"/>
                <a:chExt cx="13058963" cy="6958439"/>
              </a:xfrm>
            </p:grpSpPr>
            <p:cxnSp>
              <p:nvCxnSpPr>
                <p:cNvPr id="2" name="Connector 1"/>
                <p:cNvCxnSpPr>
                  <a:cxnSpLocks/>
                </p:cNvCxnSpPr>
                <p:nvPr/>
              </p:nvCxnSpPr>
              <p:spPr>
                <a:xfrm>
                  <a:off x="617176" y="1422514"/>
                  <a:ext cx="0" cy="5043314"/>
                </a:xfrm>
                <a:prstGeom prst="line">
                  <a:avLst/>
                </a:prstGeom>
                <a:ln w="19050">
                  <a:solidFill>
                    <a:srgbClr val="161616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Rounded Rectangle 5"/>
                <p:cNvSpPr/>
                <p:nvPr/>
              </p:nvSpPr>
              <p:spPr>
                <a:xfrm>
                  <a:off x="295274" y="411521"/>
                  <a:ext cx="6120000" cy="1010993"/>
                </a:xfrm>
                <a:prstGeom prst="rect">
                  <a:avLst/>
                </a:prstGeom>
                <a:solidFill>
                  <a:schemeClr val="bg1"/>
                </a:solidFill>
                <a:ln w="20320">
                  <a:solidFill>
                    <a:srgbClr val="16161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2,033 patients with abdominal CT and</a:t>
                  </a:r>
                </a:p>
                <a:p>
                  <a:pPr algn="ctr"/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clinical database record, Gangnam Severance Hospital</a:t>
                  </a:r>
                </a:p>
                <a:p>
                  <a:pPr algn="ctr"/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(internal cohort, 2018–2020)</a:t>
                  </a:r>
                </a:p>
              </p:txBody>
            </p:sp>
            <p:sp>
              <p:nvSpPr>
                <p:cNvPr id="7" name="Rounded Rectangle 6"/>
                <p:cNvSpPr/>
                <p:nvPr/>
              </p:nvSpPr>
              <p:spPr>
                <a:xfrm>
                  <a:off x="1103116" y="1647716"/>
                  <a:ext cx="5312158" cy="4650884"/>
                </a:xfrm>
                <a:prstGeom prst="rect">
                  <a:avLst/>
                </a:prstGeom>
                <a:solidFill>
                  <a:schemeClr val="bg1"/>
                </a:solidFill>
                <a:ln w="20320">
                  <a:solidFill>
                    <a:srgbClr val="16161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l">
                    <a:lnSpc>
                      <a:spcPct val="150000"/>
                    </a:lnSpc>
                  </a:pPr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774 excluded: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Missing height/weight in clinical database (n=387)</a:t>
                  </a:r>
                  <a:endParaRPr lang="en-US" sz="19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Height/Weight/BMI outliers </a:t>
                  </a:r>
                  <a:r>
                    <a:rPr lang="en-US" altLang="ko-KR"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(</a:t>
                  </a:r>
                  <a:r>
                    <a:rPr lang="en-US"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IQR</a:t>
                  </a:r>
                  <a:r>
                    <a:rPr lang="ko-KR" altLang="en-US"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</a:t>
                  </a:r>
                  <a:r>
                    <a:rPr lang="en-US"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rule</a:t>
                  </a:r>
                  <a:r>
                    <a:rPr lang="en-US" altLang="ko-KR"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)</a:t>
                  </a: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(n=44)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Other missing clinical variables (n=28)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AEC signal did not meet curve-validity criteria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 (n=252)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AEC-128 signal failed post-crop validity re-check  (CV&lt;0.05 or R²≥0.95) (n=58)</a:t>
                  </a:r>
                  <a:endParaRPr lang="en-US" altLang="ko-KR" sz="19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sz="19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Age &lt;20 years (n=5)</a:t>
                  </a:r>
                  <a:endParaRPr sz="19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sp>
              <p:nvSpPr>
                <p:cNvPr id="8" name="Rounded Rectangle 7"/>
                <p:cNvSpPr/>
                <p:nvPr/>
              </p:nvSpPr>
              <p:spPr>
                <a:xfrm>
                  <a:off x="295275" y="6526833"/>
                  <a:ext cx="6119999" cy="843127"/>
                </a:xfrm>
                <a:prstGeom prst="rect">
                  <a:avLst/>
                </a:prstGeom>
                <a:solidFill>
                  <a:schemeClr val="bg1"/>
                </a:solidFill>
                <a:ln w="20320">
                  <a:solidFill>
                    <a:srgbClr val="16161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1,259 patients</a:t>
                  </a:r>
                  <a:endParaRPr lang="en-US" sz="19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US"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(internal cohort)</a:t>
                  </a:r>
                </a:p>
              </p:txBody>
            </p:sp>
            <p:sp>
              <p:nvSpPr>
                <p:cNvPr id="9" name="Rounded Rectangle 8"/>
                <p:cNvSpPr/>
                <p:nvPr/>
              </p:nvSpPr>
              <p:spPr>
                <a:xfrm>
                  <a:off x="7234237" y="411521"/>
                  <a:ext cx="6120000" cy="1010993"/>
                </a:xfrm>
                <a:prstGeom prst="rect">
                  <a:avLst/>
                </a:prstGeom>
                <a:solidFill>
                  <a:schemeClr val="bg1"/>
                </a:solidFill>
                <a:ln w="20320">
                  <a:solidFill>
                    <a:srgbClr val="16161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sz="1900" b="1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2,257 patients with abdominal CT and</a:t>
                  </a:r>
                </a:p>
                <a:p>
                  <a:pPr algn="ctr"/>
                  <a:r>
                    <a:rPr sz="1900" b="1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clinical database record, Sinchon Severance Hospital</a:t>
                  </a:r>
                </a:p>
                <a:p>
                  <a:pPr algn="ctr"/>
                  <a:r>
                    <a:rPr sz="1900" b="1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(external cohort, 2019)</a:t>
                  </a:r>
                </a:p>
              </p:txBody>
            </p:sp>
            <p:sp>
              <p:nvSpPr>
                <p:cNvPr id="10" name="Rounded Rectangle 9"/>
                <p:cNvSpPr/>
                <p:nvPr/>
              </p:nvSpPr>
              <p:spPr>
                <a:xfrm>
                  <a:off x="8042079" y="1647716"/>
                  <a:ext cx="5312158" cy="4650884"/>
                </a:xfrm>
                <a:prstGeom prst="rect">
                  <a:avLst/>
                </a:prstGeom>
                <a:solidFill>
                  <a:schemeClr val="bg1"/>
                </a:solidFill>
                <a:ln w="20320">
                  <a:solidFill>
                    <a:srgbClr val="16161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l">
                    <a:lnSpc>
                      <a:spcPct val="150000"/>
                    </a:lnSpc>
                  </a:pPr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1,134 excluded: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Missing height/weight in clinical database (n=5)</a:t>
                  </a:r>
                  <a:endParaRPr lang="en-US" sz="19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Height/Weight/BMI outliers (IQR rule) (n=61)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Other missing clinical variables (n=249)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AEC signal did not meet curve-validity criteria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 (n=768)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sz="1900" b="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AEC-128 signal failed post-crop validity re-check  (CV&lt;0.05 or R²≥0.95) (n=38)</a:t>
                  </a:r>
                  <a:endParaRPr lang="en-US" altLang="ko-KR" sz="19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sz="19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- Age &lt;20 years (n=13)</a:t>
                  </a:r>
                </a:p>
              </p:txBody>
            </p:sp>
            <p:sp>
              <p:nvSpPr>
                <p:cNvPr id="11" name="Rounded Rectangle 10"/>
                <p:cNvSpPr/>
                <p:nvPr/>
              </p:nvSpPr>
              <p:spPr>
                <a:xfrm>
                  <a:off x="7234238" y="6526833"/>
                  <a:ext cx="6119998" cy="843127"/>
                </a:xfrm>
                <a:prstGeom prst="rect">
                  <a:avLst/>
                </a:prstGeom>
                <a:solidFill>
                  <a:schemeClr val="bg1"/>
                </a:solidFill>
                <a:ln w="20320">
                  <a:solidFill>
                    <a:srgbClr val="16161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1,123 patients</a:t>
                  </a:r>
                </a:p>
                <a:p>
                  <a:pPr algn="ctr"/>
                  <a:r>
                    <a:rPr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(external cohort</a:t>
                  </a:r>
                  <a:r>
                    <a:rPr lang="en-US" sz="1900" b="1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)</a:t>
                  </a:r>
                  <a:endParaRPr sz="19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p:grpSp>
          <p:cxnSp>
            <p:nvCxnSpPr>
              <p:cNvPr id="13" name="Connector 1">
                <a:extLst>
                  <a:ext uri="{FF2B5EF4-FFF2-40B4-BE49-F238E27FC236}">
                    <a16:creationId xmlns:a16="http://schemas.microsoft.com/office/drawing/2014/main" id="{5EC343C8-9826-BC86-84F3-298C0B8EBD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86680" y="1344804"/>
                <a:ext cx="0" cy="5043314"/>
              </a:xfrm>
              <a:prstGeom prst="line">
                <a:avLst/>
              </a:prstGeom>
              <a:ln w="19050">
                <a:solidFill>
                  <a:srgbClr val="16161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D5DA2296-E1ED-19A7-41EF-5BE08A7C1A44}"/>
                </a:ext>
              </a:extLst>
            </p:cNvPr>
            <p:cNvCxnSpPr>
              <a:cxnSpLocks/>
            </p:cNvCxnSpPr>
            <p:nvPr/>
          </p:nvCxnSpPr>
          <p:spPr>
            <a:xfrm>
              <a:off x="863611" y="3896963"/>
              <a:ext cx="4460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934BB93B-27A7-099B-60D4-2A08F424CCA5}"/>
                </a:ext>
              </a:extLst>
            </p:cNvPr>
            <p:cNvCxnSpPr>
              <a:cxnSpLocks/>
            </p:cNvCxnSpPr>
            <p:nvPr/>
          </p:nvCxnSpPr>
          <p:spPr>
            <a:xfrm>
              <a:off x="7786680" y="3896963"/>
              <a:ext cx="4460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224</Words>
  <Application>Microsoft Office PowerPoint</Application>
  <PresentationFormat>사용자 지정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전장훈</cp:lastModifiedBy>
  <cp:revision>1</cp:revision>
  <dcterms:created xsi:type="dcterms:W3CDTF">2013-01-27T09:14:16Z</dcterms:created>
  <dcterms:modified xsi:type="dcterms:W3CDTF">2026-08-28T04:01:51Z</dcterms:modified>
  <cp:category/>
</cp:coreProperties>
</file>